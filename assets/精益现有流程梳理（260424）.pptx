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70" r:id="rId3"/>
    <p:sldId id="304" r:id="rId5"/>
    <p:sldId id="305" r:id="rId6"/>
    <p:sldId id="302" r:id="rId7"/>
    <p:sldId id="303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02" userDrawn="1">
          <p15:clr>
            <a:srgbClr val="A4A3A4"/>
          </p15:clr>
        </p15:guide>
        <p15:guide id="2" pos="1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843" name="月正亮" initials="月" lastIdx="0" clrIdx="1842"/>
  <p:cmAuthor id="0" name="HHY" initials="H" lastIdx="1" clrIdx="0"/>
  <p:cmAuthor id="1" name="泽斌 王" initials="泽斌" lastIdx="0" clrIdx="0"/>
  <p:cmAuthor id="1844" name="李娜" initials="李" lastIdx="0" clrIdx="1843"/>
  <p:cmAuthor id="2" name="admin" initials="a" lastIdx="0" clrIdx="1"/>
  <p:cmAuthor id="1845" name="A" initials="A" lastIdx="0" clrIdx="1844"/>
  <p:cmAuthor id="3" name="罗振（借调）" initials="U" lastIdx="0" clrIdx="2"/>
  <p:cmAuthor id="1846" name="wlc" initials="w" lastIdx="0" clrIdx="1845"/>
  <p:cmAuthor id="4" name="佟 鑫" initials="佟" lastIdx="0" clrIdx="3"/>
  <p:cmAuthor id="1847" name="吕霞" initials="吕" lastIdx="0" clrIdx="1846"/>
  <p:cmAuthor id="5" name="dieforlove" initials="die" lastIdx="0" clrIdx="4"/>
  <p:cmAuthor id="1848" name="周嘉喻" initials="z" lastIdx="0" clrIdx="1847"/>
  <p:cmAuthor id="6" name="K21" initials="K" lastIdx="0" clrIdx="5"/>
  <p:cmAuthor id="1849" name="袁丽欢" initials="袁" lastIdx="0" clrIdx="1848"/>
  <p:cmAuthor id="7" name="贾宏波" initials="J" lastIdx="0" clrIdx="6"/>
  <p:cmAuthor id="1850" name="郭贞" initials="郭" lastIdx="0" clrIdx="1849"/>
  <p:cmAuthor id="8" name="张洋洋" initials="张洋洋" lastIdx="0" clrIdx="7"/>
  <p:cmAuthor id="1851" name="zongjinchong_hs@he.cmcc" initials="z" lastIdx="0" clrIdx="1850"/>
  <p:cmAuthor id="9" name="夏先生" initials="夏" lastIdx="0" clrIdx="8"/>
  <p:cmAuthor id="1852" name="盛新鹏" initials="盛" lastIdx="0" clrIdx="1851"/>
  <p:cmAuthor id="10" name="妍" initials="妍" lastIdx="0" clrIdx="9"/>
  <p:cmAuthor id="1853" name="罗启政" initials="罗启政" lastIdx="0" clrIdx="1852"/>
  <p:cmAuthor id="11" name="马 啸" initials="马" lastIdx="0" clrIdx="10"/>
  <p:cmAuthor id="1854" name="ad" initials="a" lastIdx="0" clrIdx="1853"/>
  <p:cmAuthor id="12" name="niuniu" initials="n" lastIdx="0" clrIdx="11"/>
  <p:cmAuthor id="1855" name="xulinjing" initials="x" lastIdx="0" clrIdx="1854"/>
  <p:cmAuthor id="13" name="c" initials="c" lastIdx="0" clrIdx="12"/>
  <p:cmAuthor id="1856" name="王丰_aE3uARfm" initials="authorId_383357774" lastIdx="0" clrIdx="1855"/>
  <p:cmAuthor id="14" name="xiaweiwei" initials="x" lastIdx="0" clrIdx="13"/>
  <p:cmAuthor id="1857" name="soga" initials="s" lastIdx="0" clrIdx="1856"/>
  <p:cmAuthor id="15" name="Fan" initials="F" lastIdx="0" clrIdx="14"/>
  <p:cmAuthor id="1858" name="MA YOU" initials="MY" lastIdx="0" clrIdx="1857"/>
  <p:cmAuthor id="16" name="罗 冰" initials="罗" lastIdx="0" clrIdx="15"/>
  <p:cmAuthor id="1859" name="郭 浩" initials="郭" lastIdx="0" clrIdx="1858"/>
  <p:cmAuthor id="17" name="yang li" initials="yl" lastIdx="0" clrIdx="16"/>
  <p:cmAuthor id="1860" name="黄 晓贤" initials="黄" lastIdx="0" clrIdx="1859"/>
  <p:cmAuthor id="18" name="gmcc" initials="g" lastIdx="0" clrIdx="17"/>
  <p:cmAuthor id="1861" name="未知用户12" initials="未" lastIdx="0" clrIdx="1860"/>
  <p:cmAuthor id="19" name="10025093" initials="1" lastIdx="0" clrIdx="18"/>
  <p:cmAuthor id="1862" name="蒋云霞" initials="蒋" lastIdx="0" clrIdx="1861"/>
  <p:cmAuthor id="20" name="10078380" initials="1" lastIdx="0" clrIdx="19"/>
  <p:cmAuthor id="1863" name="song manyi" initials="sm" lastIdx="0" clrIdx="1862"/>
  <p:cmAuthor id="21" name="李 里" initials="李" lastIdx="0" clrIdx="20"/>
  <p:cmAuthor id="1864" name="李 剑峰" initials="李" lastIdx="0" clrIdx="1863"/>
  <p:cmAuthor id="22" name="li kai" initials="lk" lastIdx="0" clrIdx="21"/>
  <p:cmAuthor id="1865" name="jianren" initials="j" lastIdx="0" clrIdx="1864"/>
  <p:cmAuthor id="23" name="Saku Uchikawa" initials="S" lastIdx="0" clrIdx="22"/>
  <p:cmAuthor id="1866" name="huangyumei" initials="h" lastIdx="0" clrIdx="1865"/>
  <p:cmAuthor id="24" name="作者" initials="A" lastIdx="0" clrIdx="23"/>
  <p:cmAuthor id="1867" name="zdl" initials="z" lastIdx="0" clrIdx="1866"/>
  <p:cmAuthor id="25" name="10066351" initials="1" lastIdx="0" clrIdx="24"/>
  <p:cmAuthor id="1868" name="洪 卫星" initials="洪" lastIdx="0" clrIdx="1867"/>
  <p:cmAuthor id="26" name="宋瑞芳" initials="KS" lastIdx="0" clrIdx="25"/>
  <p:cmAuthor id="1869" name="renrui" initials="r" lastIdx="0" clrIdx="1868"/>
  <p:cmAuthor id="27" name="Administrator" initials="A" lastIdx="0" clrIdx="26"/>
  <p:cmAuthor id="1870" name="Pengling Li" initials="PL" lastIdx="0" clrIdx="1869"/>
  <p:cmAuthor id="28" name="甲骨文飞行家" initials="甲" lastIdx="0" clrIdx="27"/>
  <p:cmAuthor id="1871" name="赵飞" initials="c" lastIdx="0" clrIdx="1870"/>
  <p:cmAuthor id="29" name="cmcc" initials="c" lastIdx="0" clrIdx="28"/>
  <p:cmAuthor id="1872" name="wangwentao@cmhi.cmcc" initials="admin" lastIdx="0" clrIdx="1871"/>
  <p:cmAuthor id="30" name="徐亮" initials="XL" lastIdx="0" clrIdx="29"/>
  <p:cmAuthor id="1873" name="ChenHJ" initials="C" lastIdx="0" clrIdx="1872"/>
  <p:cmAuthor id="31" name="Hou Yingfeng" initials="H" lastIdx="0" clrIdx="30"/>
  <p:cmAuthor id="1874" name="sunyufang" initials="s" lastIdx="0" clrIdx="1873"/>
  <p:cmAuthor id="32" name="Yukki" initials="Y" lastIdx="0" clrIdx="31"/>
  <p:cmAuthor id="1875" name="KeFan Lee" initials="KL" lastIdx="0" clrIdx="1874"/>
  <p:cmAuthor id="33" name="huangsifei" initials="h" lastIdx="0" clrIdx="32"/>
  <p:cmAuthor id="1876" name="zhangyu" initials="z" lastIdx="0" clrIdx="1875"/>
  <p:cmAuthor id="34" name="殷格非" initials="殷" lastIdx="0" clrIdx="33"/>
  <p:cmAuthor id="1877" name="Kevin" initials="K" lastIdx="0" clrIdx="1876"/>
  <p:cmAuthor id="35" name="10056791" initials="ZTE" lastIdx="0" clrIdx="34"/>
  <p:cmAuthor id="1878" name="wangzhengyu" initials="w" lastIdx="0" clrIdx="1877"/>
  <p:cmAuthor id="36" name="Author" initials="A" lastIdx="0" clrIdx="35"/>
  <p:cmAuthor id="1879" name="方朝军/产品推动室/产品开发推广部/总公司" initials="方" lastIdx="0" clrIdx="1878"/>
  <p:cmAuthor id="37" name="Qlstc" initials="Q" lastIdx="0" clrIdx="36"/>
  <p:cmAuthor id="1880" name="renyina" initials="r" lastIdx="0" clrIdx="1879"/>
  <p:cmAuthor id="38" name="泾伦" initials="泾伦" lastIdx="0" clrIdx="37"/>
  <p:cmAuthor id="1881" name="tianyuan@cmhi.cmcc" initials="tianyuan@cmhi.cmcc" lastIdx="0" clrIdx="1880"/>
  <p:cmAuthor id="39" name="Tomorrow" initials="T" lastIdx="0" clrIdx="38"/>
  <p:cmAuthor id="1882" name="梁田" initials="梁" lastIdx="0" clrIdx="1881"/>
  <p:cmAuthor id="40" name="洋仔" initials="洋" lastIdx="0" clrIdx="39"/>
  <p:cmAuthor id="1883" name="于书丹" initials="C" lastIdx="0" clrIdx="1882"/>
  <p:cmAuthor id="41" name="zw zhou" initials="zz" lastIdx="0" clrIdx="40"/>
  <p:cmAuthor id="1884" name="laichenxi" initials="u" lastIdx="0" clrIdx="1883"/>
  <p:cmAuthor id="42" name="A6910@365ms.vip" initials="A" lastIdx="0" clrIdx="41"/>
  <p:cmAuthor id="1885" name="沙俊杰00140688" initials="沙俊杰00140688" lastIdx="0" clrIdx="1884"/>
  <p:cmAuthor id="43" name="A6910" initials="A" lastIdx="0" clrIdx="42"/>
  <p:cmAuthor id="1886" name="行 朱" initials="行朱" lastIdx="0" clrIdx="1885"/>
  <p:cmAuthor id="44" name="su liqin" initials="sl" lastIdx="0" clrIdx="43"/>
  <p:cmAuthor id="1887" name="程云静_Y3Azuy2A" initials="authorId_1008746-10054638" lastIdx="0" clrIdx="1886"/>
  <p:cmAuthor id="45" name="陈召国" initials="c" lastIdx="0" clrIdx="44"/>
  <p:cmAuthor id="1888" name="黄鸣宇" initials="黄" lastIdx="0" clrIdx="1887"/>
  <p:cmAuthor id="46" name="migu" initials="m" lastIdx="0" clrIdx="45"/>
  <p:cmAuthor id="1889" name="Microsoft" initials="M" lastIdx="0" clrIdx="1888"/>
  <p:cmAuthor id="47" name="邓 婷" initials="邓婷" lastIdx="0" clrIdx="46"/>
  <p:cmAuthor id="1890" name="AutoBVT" initials="A" lastIdx="0" clrIdx="1889"/>
  <p:cmAuthor id="48" name="朱绍春" initials="朱" lastIdx="0" clrIdx="47"/>
  <p:cmAuthor id="1891" name="徐静" initials="徐" lastIdx="0" clrIdx="1890"/>
  <p:cmAuthor id="49" name="成玉玉" initials="成" lastIdx="0" clrIdx="48"/>
  <p:cmAuthor id="1892" name="未知用户86" initials="未" lastIdx="0" clrIdx="1891"/>
  <p:cmAuthor id="50" name="caipeiyuan@sd.cmcc" initials="caipeiyuan" lastIdx="0" clrIdx="49"/>
  <p:cmAuthor id="1893" name="caihui" initials="c" lastIdx="0" clrIdx="1892"/>
  <p:cmAuthor id="51" name="张雅琦" initials="张" lastIdx="0" clrIdx="50"/>
  <p:cmAuthor id="1894" name="橙子" initials="橙" lastIdx="0" clrIdx="1893"/>
  <p:cmAuthor id="52" name="WPS_1554898881" initials="W" lastIdx="0" clrIdx="51"/>
  <p:cmAuthor id="1895" name="贺龙" initials="贺" lastIdx="0" clrIdx="1894"/>
  <p:cmAuthor id="53" name="evil" initials="e" lastIdx="0" clrIdx="52"/>
  <p:cmAuthor id="1896" name="Yangwei (sheep, Siebel)" initials="Y(S" lastIdx="0" clrIdx="1895"/>
  <p:cmAuthor id="54" name="蕾蕾" initials="蕾" lastIdx="0" clrIdx="53"/>
  <p:cmAuthor id="1897" name="Ye Ouyang" initials="YO" lastIdx="0" clrIdx="1896"/>
  <p:cmAuthor id="55" name="dell" initials="d" lastIdx="0" clrIdx="54"/>
  <p:cmAuthor id="1898" name="32784" initials="3" lastIdx="0" clrIdx="1897"/>
  <p:cmAuthor id="56" name="吕志勇" initials="吕" lastIdx="0" clrIdx="55"/>
  <p:cmAuthor id="1899" name="apple" initials="a" lastIdx="0" clrIdx="1898"/>
  <p:cmAuthor id="57" name="桃豆豆" initials="桃" lastIdx="0" clrIdx="56"/>
  <p:cmAuthor id="1900" name="zhangdan" initials="z" lastIdx="0" clrIdx="1899"/>
  <p:cmAuthor id="58" name="沈霄雷" initials="沈" lastIdx="0" clrIdx="57"/>
  <p:cmAuthor id="1901" name="刘大嘿" initials="刘" lastIdx="0" clrIdx="1900"/>
  <p:cmAuthor id="59" name="何已龙" initials="何" lastIdx="0" clrIdx="58"/>
  <p:cmAuthor id="1902" name="未知用户123" initials="未" lastIdx="0" clrIdx="1901"/>
  <p:cmAuthor id="60" name="刁航宇" initials="刁" lastIdx="0" clrIdx="59"/>
  <p:cmAuthor id="1903" name="未知的使用者138" initials="未" lastIdx="0" clrIdx="1902"/>
  <p:cmAuthor id="61" name="叶得会" initials="叶" lastIdx="0" clrIdx="60"/>
  <p:cmAuthor id="1904" name="未知用户95" initials="未" lastIdx="0" clrIdx="1903"/>
  <p:cmAuthor id="62" name="群智集" initials="群" lastIdx="0" clrIdx="61"/>
  <p:cmAuthor id="1905" name="Lei zhenhao" initials="L" lastIdx="0" clrIdx="1904"/>
  <p:cmAuthor id="63" name="郝崇" initials="郝" lastIdx="0" clrIdx="62"/>
  <p:cmAuthor id="1906" name="Xiaominghao(GuangXi,NPS)" initials="X" lastIdx="0" clrIdx="1905"/>
  <p:cmAuthor id="64" name="吴杰" initials="吴" lastIdx="0" clrIdx="63"/>
  <p:cmAuthor id="1907" name="zeng lance" initials="z" lastIdx="0" clrIdx="1906"/>
  <p:cmAuthor id="65" name="刘丽仙" initials="刘" lastIdx="0" clrIdx="64"/>
  <p:cmAuthor id="1908" name="星 爵" initials="星" lastIdx="0" clrIdx="1907"/>
  <p:cmAuthor id="66" name="杨艳霞" initials="杨" lastIdx="0" clrIdx="65"/>
  <p:cmAuthor id="1909" name="PB399" initials="P" lastIdx="0" clrIdx="1908"/>
  <p:cmAuthor id="67" name="rq fan" initials="r" lastIdx="0" clrIdx="66"/>
  <p:cmAuthor id="1910" name="RedmiBook" initials="R" lastIdx="0" clrIdx="1909"/>
  <p:cmAuthor id="68" name="丁芙蓉" initials="丁" lastIdx="0" clrIdx="67"/>
  <p:cmAuthor id="1911" name="江莉萍|jiangliping" initials="江" lastIdx="0" clrIdx="1910"/>
  <p:cmAuthor id="69" name="许弘扬" initials="许" lastIdx="0" clrIdx="68"/>
  <p:cmAuthor id="1912" name="10223621" initials="1" lastIdx="0" clrIdx="1911"/>
  <p:cmAuthor id="70" name="陈尚文" initials="陈" lastIdx="0" clrIdx="69"/>
  <p:cmAuthor id="1913" name="10090812" initials="1" lastIdx="0" clrIdx="1912"/>
  <p:cmAuthor id="71" name="Pei" initials="P" lastIdx="0" clrIdx="70"/>
  <p:cmAuthor id="1914" name="云成龙_JVVjiM7N" initials="authorId_318141806" lastIdx="0" clrIdx="1913"/>
  <p:cmAuthor id="72" name="范作霖" initials="范" lastIdx="0" clrIdx="71"/>
  <p:cmAuthor id="1915" name="赵臻" initials="赵" lastIdx="0" clrIdx="1914"/>
  <p:cmAuthor id="73" name="包珊珊" initials="包" lastIdx="0" clrIdx="72"/>
  <p:cmAuthor id="1916" name="鹿蜀" initials="鹿" lastIdx="0" clrIdx="1915"/>
  <p:cmAuthor id="74" name="Microsoft 帐户" initials="M" lastIdx="0" clrIdx="73"/>
  <p:cmAuthor id="1917" name="USER674487" initials="U" lastIdx="0" clrIdx="1916"/>
  <p:cmAuthor id="75" name="�ǲ�����" initials="�" lastIdx="0" clrIdx="74"/>
  <p:cmAuthor id="1918" name="张天" initials="张" lastIdx="0" clrIdx="1917"/>
  <p:cmAuthor id="76" name="牛宏民" initials="牛" lastIdx="0" clrIdx="75"/>
  <p:cmAuthor id="1919" name="/ 七安 /" initials="/" lastIdx="0" clrIdx="1918"/>
  <p:cmAuthor id="77" name="毛香勤" initials="毛" lastIdx="0" clrIdx="76"/>
  <p:cmAuthor id="1920" name="尔尔" initials="尔" lastIdx="0" clrIdx="1919"/>
  <p:cmAuthor id="78" name="✨ Nicole " initials="✨" lastIdx="0" clrIdx="77"/>
  <p:cmAuthor id="1921" name="陈聪" initials="陈" lastIdx="0" clrIdx="1920"/>
  <p:cmAuthor id="79" name="郑廷东" initials="郑" lastIdx="0" clrIdx="78"/>
  <p:cmAuthor id="1922" name="严奕辰" initials="严" lastIdx="0" clrIdx="1921"/>
  <p:cmAuthor id="80" name="李凤仪" initials="李" lastIdx="0" clrIdx="79"/>
  <p:cmAuthor id="1923" name="泡泡" initials="泡" lastIdx="0" clrIdx="1922"/>
  <p:cmAuthor id="81" name="徐光宇" initials="徐" lastIdx="0" clrIdx="80"/>
  <p:cmAuthor id="1924" name="这个夏天" initials="这" lastIdx="0" clrIdx="1923"/>
  <p:cmAuthor id="82" name="孙大威" initials="孙" lastIdx="0" clrIdx="81"/>
  <p:cmAuthor id="1925" name="Lotso" initials="L" lastIdx="0" clrIdx="1924"/>
  <p:cmAuthor id="83" name="席美娟" initials="席" lastIdx="0" clrIdx="82"/>
  <p:cmAuthor id="1926" name="慧" initials="慧" lastIdx="0" clrIdx="1925"/>
  <p:cmAuthor id="84" name="樊佳佳" initials="樊" lastIdx="0" clrIdx="83"/>
  <p:cmAuthor id="1927" name="13910" initials="1" lastIdx="0" clrIdx="1926"/>
  <p:cmAuthor id="85" name="fgx" initials="f" lastIdx="0" clrIdx="84"/>
  <p:cmAuthor id="1928" name="阿郭" initials="阿" lastIdx="0" clrIdx="1927"/>
  <p:cmAuthor id="86" name="惠莲" initials="惠" lastIdx="0" clrIdx="85"/>
  <p:cmAuthor id="1929" name="袁凌康" initials="袁" lastIdx="0" clrIdx="1928"/>
  <p:cmAuthor id="87" name="邢辰凤" initials="邢" lastIdx="0" clrIdx="86"/>
  <p:cmAuthor id="1930" name="zqsgs" initials="z" lastIdx="0" clrIdx="1929"/>
  <p:cmAuthor id="88" name="高永刚" initials="高" lastIdx="0" clrIdx="87"/>
  <p:cmAuthor id="1931" name="Caoshiming" initials="C" lastIdx="0" clrIdx="1930"/>
  <p:cmAuthor id="89" name="于洁" initials="于" lastIdx="0" clrIdx="88"/>
  <p:cmAuthor id="1932" name="颓废中奋进" initials="颓" lastIdx="0" clrIdx="1931"/>
  <p:cmAuthor id="90" name="光启" initials="光" lastIdx="0" clrIdx="89"/>
  <p:cmAuthor id="1411828" name="pengfei shen" initials="ps" lastIdx="1" clrIdx="38"/>
  <p:cmAuthor id="1933" name="徐坡" initials="徐" lastIdx="0" clrIdx="1932"/>
  <p:cmAuthor id="91" name="侯雪飞" initials="侯" lastIdx="0" clrIdx="90"/>
  <p:cmAuthor id="1411829" name="Wu, Jing 1. (NSB - CN/Hangzhou)" initials="WJ1(C" lastIdx="2" clrIdx="39"/>
  <p:cmAuthor id="1934" name="wswsbo" initials="w" lastIdx="0" clrIdx="1933"/>
  <p:cmAuthor id="92" name="太海峰" initials="太" lastIdx="0" clrIdx="91"/>
  <p:cmAuthor id="1935" name="13783587607" initials="1" lastIdx="0" clrIdx="1934"/>
  <p:cmAuthor id="93" name="CMIC" initials="C" lastIdx="0" clrIdx="92"/>
  <p:cmAuthor id="1936" name="  " initials=" " lastIdx="0" clrIdx="1935"/>
  <p:cmAuthor id="94" name="晨曦_n6n2bAVB" initials="authorId_925318141" lastIdx="0" clrIdx="93"/>
  <p:cmAuthor id="1937" name="琦琴 黄" initials="琦黄" lastIdx="0" clrIdx="1936"/>
  <p:cmAuthor id="95" name="小延魔法师" initials="小" lastIdx="0" clrIdx="94"/>
  <p:cmAuthor id="1938" name="shery" initials="s" lastIdx="0" clrIdx="1937"/>
  <p:cmAuthor id="96" name="Unknown User117" initials="U" lastIdx="0" clrIdx="95"/>
  <p:cmAuthor id="1939" name="cgm" initials="c" lastIdx="0" clrIdx="1938"/>
  <p:cmAuthor id="97" name="仇怿俊" initials="仇" lastIdx="0" clrIdx="96"/>
  <p:cmAuthor id="1940" name="果子" initials="果" lastIdx="0" clrIdx="1939"/>
  <p:cmAuthor id="98" name="Xiaosu Wang" initials="XW" lastIdx="0" clrIdx="97"/>
  <p:cmAuthor id="1941" name="王天逸" initials="王" lastIdx="0" clrIdx="1940"/>
  <p:cmAuthor id="99" name="黄晓平" initials="黄" lastIdx="0" clrIdx="98"/>
  <p:cmAuthor id="1942" name="孙扬" initials="孙" lastIdx="0" clrIdx="1941"/>
  <p:cmAuthor id="100" name="小州Gg" initials="小" lastIdx="0" clrIdx="99"/>
  <p:cmAuthor id="1943" name="Carith" initials="C" lastIdx="0" clrIdx="1942"/>
  <p:cmAuthor id="101" name="山西公司计划部刘智" initials="u" lastIdx="0" clrIdx="100"/>
  <p:cmAuthor id="1944" name="南丁丁" initials="南" lastIdx="0" clrIdx="1943"/>
  <p:cmAuthor id="102" name="13488749431手机用户" initials="1" lastIdx="0" clrIdx="101"/>
  <p:cmAuthor id="1945" name="风之子" initials="风" lastIdx="0" clrIdx="1944"/>
  <p:cmAuthor id="103" name="韩雨" initials="韩" lastIdx="0" clrIdx="102"/>
  <p:cmAuthor id="1946" name="YiYi" initials="Y" lastIdx="0" clrIdx="1945"/>
  <p:cmAuthor id="104" name="Yuan Hu" initials="Y" lastIdx="0" clrIdx="103"/>
  <p:cmAuthor id="1947" name="红旗的理想" initials="红" lastIdx="0" clrIdx="1946"/>
  <p:cmAuthor id="105" name="未知用户5" initials="" lastIdx="0" clrIdx="104"/>
  <p:cmAuthor id="1948" name="shq316" initials="s" lastIdx="0" clrIdx="1947"/>
  <p:cmAuthor id="106" name="Ying Li" initials="Y" lastIdx="0" clrIdx="105"/>
  <p:cmAuthor id="1949" name="shq316@vod365.com" initials="s" lastIdx="0" clrIdx="1948"/>
  <p:cmAuthor id="107" name="李威" initials="李" lastIdx="0" clrIdx="106"/>
  <p:cmAuthor id="1950" name="yang fengyu" initials="yf" lastIdx="0" clrIdx="1949"/>
  <p:cmAuthor id="108" name="李百秋" initials="李" lastIdx="0" clrIdx="107"/>
  <p:cmAuthor id="1951" name="xxxx" initials="x" lastIdx="0" clrIdx="1950"/>
  <p:cmAuthor id="109" name="张立鑫" initials="张" lastIdx="0" clrIdx="108"/>
  <p:cmAuthor id="1952" name="邹" initials="邹" lastIdx="0" clrIdx="1951"/>
  <p:cmAuthor id="110" name="杨静" initials="杨" lastIdx="0" clrIdx="109"/>
  <p:cmAuthor id="1953" name="文" initials="文" lastIdx="0" clrIdx="1952"/>
  <p:cmAuthor id="111" name="未知的使用者115" initials="" lastIdx="0" clrIdx="110"/>
  <p:cmAuthor id="1954" name="10375" initials="1" lastIdx="0" clrIdx="1953"/>
  <p:cmAuthor id="112" name="YuQing" initials="Y" lastIdx="0" clrIdx="111"/>
  <p:cmAuthor id="1955" name="fuyuhan" initials="f" lastIdx="0" clrIdx="1954"/>
  <p:cmAuthor id="113" name="Youwen Sun" initials="Y" lastIdx="0" clrIdx="112"/>
  <p:cmAuthor id="1956" name="WPS_1672491172" initials="W" lastIdx="0" clrIdx="1955"/>
  <p:cmAuthor id="114" name="大攀" initials="大" lastIdx="0" clrIdx="113"/>
  <p:cmAuthor id="1957" name="桃桃" initials="桃" lastIdx="0" clrIdx="1956"/>
  <p:cmAuthor id="115" name="未知用户17" initials="" lastIdx="0" clrIdx="114"/>
  <p:cmAuthor id="1958" name="康锴" initials="康" lastIdx="0" clrIdx="1957"/>
  <p:cmAuthor id="116" name="Deanna Schuler (Bookey Consulting)" initials="" lastIdx="0" clrIdx="115"/>
  <p:cmAuthor id="1959" name="Helpdesk" initials="H" lastIdx="0" clrIdx="1958"/>
  <p:cmAuthor id="117" name="未知的使用者57" initials="" lastIdx="0" clrIdx="116"/>
  <p:cmAuthor id="1960" name="YAN Chenrui" initials="Y" lastIdx="0" clrIdx="1959"/>
  <p:cmAuthor id="118" name="未知的使用者16" initials="" lastIdx="0" clrIdx="117"/>
  <p:cmAuthor id="1961" name="冀文" initials="冀" lastIdx="0" clrIdx="1960"/>
  <p:cmAuthor id="119" name="未知的使用者35" initials="" lastIdx="0" clrIdx="118"/>
  <p:cmAuthor id="1962" name="Wang Michael" initials="W" lastIdx="0" clrIdx="1961"/>
  <p:cmAuthor id="120" name="dadi" initials="d" lastIdx="0" clrIdx="119"/>
  <p:cmAuthor id="1963" name="王璐璐（IT）" initials="lu" lastIdx="0" clrIdx="1962"/>
  <p:cmAuthor id="121" name="maxine" initials="" lastIdx="0" clrIdx="120"/>
  <p:cmAuthor id="1964" name="刘珊珊" initials="刘" lastIdx="0" clrIdx="1963"/>
  <p:cmAuthor id="122" name="张田田" initials="张" lastIdx="0" clrIdx="121"/>
  <p:cmAuthor id="1965" name="李玉莹" initials="李" lastIdx="0" clrIdx="1964"/>
  <p:cmAuthor id="123" name="杨彦伟" initials="杨" lastIdx="0" clrIdx="122"/>
  <p:cmAuthor id="1966" name="李梦瑶" initials="李" lastIdx="0" clrIdx="1965"/>
  <p:cmAuthor id="124" name="周元元" initials="" lastIdx="0" clrIdx="123"/>
  <p:cmAuthor id="1967" name="chenlin02" initials="c" lastIdx="0" clrIdx="1966"/>
  <p:cmAuthor id="125" name="mac" initials="m" lastIdx="0" clrIdx="124"/>
  <p:cmAuthor id="1968" name="卢静" initials="卢静" lastIdx="0" clrIdx="1967"/>
  <p:cmAuthor id="126" name="刘豹" initials="刘" lastIdx="0" clrIdx="125"/>
  <p:cmAuthor id="1969" name="liuyeqing" initials="l" lastIdx="0" clrIdx="1968"/>
  <p:cmAuthor id="127" name="张艳芳" initials="张" lastIdx="0" clrIdx="126"/>
  <p:cmAuthor id="1970" name="weiya" initials="w" lastIdx="0" clrIdx="1969"/>
  <p:cmAuthor id="128" name="王志刚" initials="王" lastIdx="0" clrIdx="127"/>
  <p:cmAuthor id="1971" name="wangxi (D)" initials="w" lastIdx="0" clrIdx="1970"/>
  <p:cmAuthor id="129" name="徐杰" initials="徐" lastIdx="0" clrIdx="128"/>
  <p:cmAuthor id="1972" name="会变帅变瘦的粥粥粥。" initials="会" lastIdx="0" clrIdx="1971"/>
  <p:cmAuthor id="130" name="liupeng" initials="" lastIdx="0" clrIdx="129"/>
  <p:cmAuthor id="1973" name="藤萝" initials="藤" lastIdx="0" clrIdx="1972"/>
  <p:cmAuthor id="131" name="朱海平" initials="朱" lastIdx="0" clrIdx="130"/>
  <p:cmAuthor id="1974" name="zhaoqian" initials="z" lastIdx="0" clrIdx="1973"/>
  <p:cmAuthor id="132" name="王景红" initials="王" lastIdx="0" clrIdx="131"/>
  <p:cmAuthor id="1975" name="dalu" initials="d" lastIdx="0" clrIdx="1974"/>
  <p:cmAuthor id="133" name="席金煜" initials="席" lastIdx="0" clrIdx="132"/>
  <p:cmAuthor id="1976" name="李晓平" initials="李" lastIdx="0" clrIdx="1975"/>
  <p:cmAuthor id="134" name="未知的使用者94" initials="" lastIdx="0" clrIdx="133"/>
  <p:cmAuthor id="1977" name="xuelei" initials="x" lastIdx="0" clrIdx="1976"/>
  <p:cmAuthor id="135" name="未知用户66" initials="" lastIdx="0" clrIdx="134"/>
  <p:cmAuthor id="1978" name="sucha" initials="s" lastIdx="0" clrIdx="1977"/>
  <p:cmAuthor id="136" name="郑汝鸿" initials="郑" lastIdx="0" clrIdx="135"/>
  <p:cmAuthor id="1979" name="面包真好吃" initials="面" lastIdx="0" clrIdx="1978"/>
  <p:cmAuthor id="137" name="杨秀丰" initials="杨" lastIdx="0" clrIdx="136"/>
  <p:cmAuthor id="1980" name="Pujiang(C&amp;SI)" initials="P" lastIdx="0" clrIdx="1979"/>
  <p:cmAuthor id="138" name="周宏達JerryChou" initials="" lastIdx="0" clrIdx="137"/>
  <p:cmAuthor id="1981" name="未知用户308" initials="未" lastIdx="0" clrIdx="1980"/>
  <p:cmAuthor id="139" name="liang ma" initials="l" lastIdx="0" clrIdx="138"/>
  <p:cmAuthor id="1982" name="wyspi" initials="w" lastIdx="0" clrIdx="1981"/>
  <p:cmAuthor id="140" name="未知的使用者56" initials="" lastIdx="0" clrIdx="139"/>
  <p:cmAuthor id="1983" name="王健" initials="王" lastIdx="0" clrIdx="1982"/>
  <p:cmAuthor id="141" name="未知用户46" initials="未" lastIdx="0" clrIdx="140"/>
  <p:cmAuthor id="1984" name="wuzongzheng@hi.cmcc" initials="w" lastIdx="0" clrIdx="1983"/>
  <p:cmAuthor id="142" name="未知用户47" initials="未" lastIdx="0" clrIdx="141"/>
  <p:cmAuthor id="1985" name="未知用户342" initials="未" lastIdx="0" clrIdx="1984"/>
  <p:cmAuthor id="143" name="未知用户42" initials="未" lastIdx="0" clrIdx="142"/>
  <p:cmAuthor id="1986" name="未知用户403" initials="未" lastIdx="0" clrIdx="1985"/>
  <p:cmAuthor id="144" name="未知用户43" initials="未" lastIdx="0" clrIdx="143"/>
  <p:cmAuthor id="1987" name="daoyuan gong" initials="dg" lastIdx="0" clrIdx="1986"/>
  <p:cmAuthor id="145" name="李宁" initials="李" lastIdx="0" clrIdx="144"/>
  <p:cmAuthor id="1988" name="ytyan" initials="y" lastIdx="0" clrIdx="1987"/>
  <p:cmAuthor id="146" name="未知用户48" initials="未" lastIdx="0" clrIdx="145"/>
  <p:cmAuthor id="1989" name="石骥硕（市场）" initials="石" lastIdx="0" clrIdx="1988"/>
  <p:cmAuthor id="147" name="未知用户49" initials="未" lastIdx="0" clrIdx="146"/>
  <p:cmAuthor id="1990" name="微之" initials="微" lastIdx="0" clrIdx="1989"/>
  <p:cmAuthor id="148" name="未知用户50" initials="未" lastIdx="0" clrIdx="147"/>
  <p:cmAuthor id="1991" name="dengzy" initials="d" lastIdx="0" clrIdx="1990"/>
  <p:cmAuthor id="149" name="未知用户51" initials="未" lastIdx="0" clrIdx="148"/>
  <p:cmAuthor id="1992" name="徐守东" initials="徐" lastIdx="0" clrIdx="1991"/>
  <p:cmAuthor id="150" name="马宇媛" initials="马" lastIdx="0" clrIdx="149"/>
  <p:cmAuthor id="1993" name="朱小明" initials="朱" lastIdx="0" clrIdx="1992"/>
  <p:cmAuthor id="151" name="未知用户52" initials="未" lastIdx="0" clrIdx="150"/>
  <p:cmAuthor id="1994" name="ProMedican" initials="P" lastIdx="0" clrIdx="1993"/>
  <p:cmAuthor id="152" name="X13-Y" initials="X" lastIdx="0" clrIdx="151"/>
  <p:cmAuthor id="1995" name="朋 王" initials="朋" lastIdx="0" clrIdx="1994"/>
  <p:cmAuthor id="153" name="哎呀呀何牙牙" initials="哎" lastIdx="0" clrIdx="152"/>
  <p:cmAuthor id="1996" name="韩冰" initials="韩" lastIdx="0" clrIdx="1995"/>
  <p:cmAuthor id="154" name="未知用户53" initials="未" lastIdx="0" clrIdx="153"/>
  <p:cmAuthor id="1997" name="刘仕俭" initials="刘" lastIdx="0" clrIdx="1996"/>
  <p:cmAuthor id="155" name="未知用户54" initials="未" lastIdx="0" clrIdx="154"/>
  <p:cmAuthor id="1998" name="未知用户180" initials="未" lastIdx="0" clrIdx="1997"/>
  <p:cmAuthor id="156" name="未知用户55" initials="未" lastIdx="0" clrIdx="155"/>
  <p:cmAuthor id="1999" name="未知用户185" initials="未" lastIdx="0" clrIdx="1998"/>
  <p:cmAuthor id="157" name="未知用户56" initials="未" lastIdx="0" clrIdx="156"/>
  <p:cmAuthor id="2000" name="fymyamin" initials="f" lastIdx="0" clrIdx="1999"/>
  <p:cmAuthor id="158" name="未知用户57" initials="未" lastIdx="0" clrIdx="157"/>
  <p:cmAuthor id="2001" name="mzh" initials="m" lastIdx="0" clrIdx="2000"/>
  <p:cmAuthor id="159" name="未知用户58" initials="未" lastIdx="0" clrIdx="158"/>
  <p:cmAuthor id="2002" name="张哲璁" initials="张" lastIdx="0" clrIdx="2001"/>
  <p:cmAuthor id="160" name="未知用户59" initials="未" lastIdx="0" clrIdx="159"/>
  <p:cmAuthor id="2003" name="Y" initials="Y" lastIdx="0" clrIdx="2002"/>
  <p:cmAuthor id="161" name="未知的使用者9" initials="" lastIdx="0" clrIdx="160"/>
  <p:cmAuthor id="2004" name="罗丹_3uQfI32m" initials="罗" lastIdx="0" clrIdx="2003"/>
  <p:cmAuthor id="162" name="未知用户62" initials="" lastIdx="0" clrIdx="161"/>
  <p:cmAuthor id="2005" name="WPS_1688348681" initials="W" lastIdx="0" clrIdx="2004"/>
  <p:cmAuthor id="163" name="yuanzh" initials="" lastIdx="0" clrIdx="162"/>
  <p:cmAuthor id="2006" name="未知用户228" initials="未" lastIdx="0" clrIdx="2005"/>
  <p:cmAuthor id="164" name="WPS_1679281038" initials="W" lastIdx="0" clrIdx="163"/>
  <p:cmAuthor id="2007" name="thinkbap" initials="t" lastIdx="0" clrIdx="2006"/>
  <p:cmAuthor id="165" name="不明使用者57" initials="" lastIdx="0" clrIdx="164"/>
  <p:cmAuthor id="2008" name="李 晓菲" initials="李" lastIdx="0" clrIdx="2007"/>
  <p:cmAuthor id="166" name="未知用户108" initials="" lastIdx="0" clrIdx="165"/>
  <p:cmAuthor id="2009" name="Lina" initials="L" lastIdx="0" clrIdx="2008"/>
  <p:cmAuthor id="167" name="未知的使用者110" initials="" lastIdx="0" clrIdx="166"/>
  <p:cmAuthor id="2010" name="岳晓丽" initials="岳" lastIdx="0" clrIdx="2009"/>
  <p:cmAuthor id="168" name="苏建冲" initials="c" lastIdx="0" clrIdx="167"/>
  <p:cmAuthor id="2011" name="张翼飞" initials="zhangyifei@ha.cmcc" lastIdx="0" clrIdx="2010"/>
  <p:cmAuthor id="169" name="未知用户8" initials="" lastIdx="0" clrIdx="168"/>
  <p:cmAuthor id="2012" name="wjy" initials="w" lastIdx="0" clrIdx="2011"/>
  <p:cmAuthor id="170" name="王叶烨" initials="王" lastIdx="0" clrIdx="169"/>
  <p:cmAuthor id="2013" name="尹睿哲" initials="尹" lastIdx="0" clrIdx="2012"/>
  <p:cmAuthor id="171" name="未知用户81" initials="" lastIdx="0" clrIdx="170"/>
  <p:cmAuthor id="2014" name="...独愢..." initials="." lastIdx="0" clrIdx="2013"/>
  <p:cmAuthor id="172" name="未知用户115" initials="" lastIdx="0" clrIdx="171"/>
  <p:cmAuthor id="2015" name="陈之华" initials="陈" lastIdx="0" clrIdx="2014"/>
  <p:cmAuthor id="173" name="未知用户21" initials="" lastIdx="0" clrIdx="172"/>
  <p:cmAuthor id="2016" name="WPS_1601618589" initials="W" lastIdx="0" clrIdx="2015"/>
  <p:cmAuthor id="174" name="未知的使用者68" initials="" lastIdx="0" clrIdx="173"/>
  <p:cmAuthor id="2017" name="山西公司市场经营部殷生伟" initials="山" lastIdx="0" clrIdx="2016"/>
  <p:cmAuthor id="175" name="mm" initials="" lastIdx="0" clrIdx="174"/>
  <p:cmAuthor id="2018" name="waitinme" initials="w" lastIdx="0" clrIdx="2017"/>
  <p:cmAuthor id="176" name="未知用户15" initials="" lastIdx="0" clrIdx="175"/>
  <p:cmAuthor id="2019" name="YangXuke" initials="Y" lastIdx="0" clrIdx="2018"/>
  <p:cmAuthor id="177" name="朱晓瑜" initials="" lastIdx="0" clrIdx="176"/>
  <p:cmAuthor id="2020" name="好好" initials="好" lastIdx="0" clrIdx="2019"/>
  <p:cmAuthor id="178" name="不明使用者20" initials="" lastIdx="0" clrIdx="177"/>
  <p:cmAuthor id="2021" name="cmit" initials="c" lastIdx="0" clrIdx="2020"/>
  <p:cmAuthor id="179" name="未知用户82" initials="" lastIdx="0" clrIdx="178"/>
  <p:cmAuthor id="2022" name="庞亦龙" initials="庞亦龙" lastIdx="0" clrIdx="2021"/>
  <p:cmAuthor id="180" name="zzzz" initials="z" lastIdx="0" clrIdx="179"/>
  <p:cmAuthor id="2023" name="Wangjinbo (Hangzhou, NTD)" initials="W(N" lastIdx="0" clrIdx="2022"/>
  <p:cmAuthor id="181" name="未知的使用者7" initials="" lastIdx="0" clrIdx="180"/>
  <p:cmAuthor id="2024" name="詹 昌平" initials="詹" lastIdx="0" clrIdx="2023"/>
  <p:cmAuthor id="182" name="未知用户6" initials="" lastIdx="0" clrIdx="181"/>
  <p:cmAuthor id="2025" name="jj wu" initials="jw" lastIdx="0" clrIdx="2024"/>
  <p:cmAuthor id="183" name="未知的使用者55" initials="" lastIdx="0" clrIdx="182"/>
  <p:cmAuthor id="2026" name="Jimmy-Power" initials="J" lastIdx="0" clrIdx="2025"/>
  <p:cmAuthor id="184" name="王旭" initials="王" lastIdx="0" clrIdx="183"/>
  <p:cmAuthor id="2027" name="山西公司集团客户部杨天翼" initials="山" lastIdx="0" clrIdx="2026"/>
  <p:cmAuthor id="185" name="未知的使用者111" initials="" lastIdx="0" clrIdx="184"/>
  <p:cmAuthor id="2028" name="CMIT" initials="C" lastIdx="0" clrIdx="2027"/>
  <p:cmAuthor id="186" name="未知的使用者50" initials="" lastIdx="0" clrIdx="185"/>
  <p:cmAuthor id="2029" name="王 曦" initials="王" lastIdx="0" clrIdx="2028"/>
  <p:cmAuthor id="187" name="未知的使用者11" initials="" lastIdx="0" clrIdx="186"/>
  <p:cmAuthor id="2030" name="解飞|xief" initials="解飞" lastIdx="0" clrIdx="2029"/>
  <p:cmAuthor id="188" name="未知的使用者73" initials="未" lastIdx="0" clrIdx="187"/>
  <p:cmAuthor id="2031" name="tinti" initials="t" lastIdx="0" clrIdx="2030"/>
  <p:cmAuthor id="189" name="未知用户106" initials="未" lastIdx="0" clrIdx="188"/>
  <p:cmAuthor id="2032" name="haoxiaoxue" initials="h" lastIdx="0" clrIdx="2031"/>
  <p:cmAuthor id="190" name="未知用户116" initials="" lastIdx="0" clrIdx="189"/>
  <p:cmAuthor id="2033" name="ma jialin" initials="mj" lastIdx="0" clrIdx="2032"/>
  <p:cmAuthor id="191" name="未知的使用者150" initials="未" lastIdx="0" clrIdx="190"/>
  <p:cmAuthor id="2034" name="huang yonghong" initials="hy" lastIdx="0" clrIdx="2033"/>
  <p:cmAuthor id="192" name="未知的使用者69" initials="" lastIdx="0" clrIdx="191"/>
  <p:cmAuthor id="2035" name="杜梦楠" initials="杜梦楠" lastIdx="0" clrIdx="2034"/>
  <p:cmAuthor id="193" name="未知的使用者112" initials="" lastIdx="0" clrIdx="192"/>
  <p:cmAuthor id="2036" name="muxiaohan" initials="m" lastIdx="0" clrIdx="2035"/>
  <p:cmAuthor id="194" name="未知用户183" initials="未知用户183" lastIdx="0" clrIdx="193"/>
  <p:cmAuthor id="2037" name="A3416" initials="A" lastIdx="0" clrIdx="2036"/>
  <p:cmAuthor id="195" name=" 胖哒慧" initials="" lastIdx="0" clrIdx="194"/>
  <p:cmAuthor id="2038" name="常海防（咪咕）" initials="X" lastIdx="0" clrIdx="2037"/>
  <p:cmAuthor id="196" name="Kevin Hu" initials="" lastIdx="0" clrIdx="195"/>
  <p:cmAuthor id="2039" name="左敏" initials="ZM" lastIdx="0" clrIdx="2038"/>
  <p:cmAuthor id="197" name="未知的使用者38" initials="" lastIdx="0" clrIdx="196"/>
  <p:cmAuthor id="2040" name="Nancy Chang" initials="NC" lastIdx="0" clrIdx="2039"/>
  <p:cmAuthor id="198" name="唐可欣" initials="" lastIdx="0" clrIdx="197"/>
  <p:cmAuthor id="2041" name="tt" initials="X" lastIdx="0" clrIdx="2040"/>
  <p:cmAuthor id="199" name="未知的使用者8" initials="" lastIdx="0" clrIdx="198"/>
  <p:cmAuthor id="2042" name="熊先奎10009191" initials="熊先奎10009191" lastIdx="0" clrIdx="2041"/>
  <p:cmAuthor id="200" name="不明使用者56" initials="" lastIdx="0" clrIdx="199"/>
  <p:cmAuthor id="2043" name="10091268" initials="wxd" lastIdx="0" clrIdx="2042"/>
  <p:cmAuthor id="201" name="P00035_jeremy" initials="" lastIdx="0" clrIdx="200"/>
  <p:cmAuthor id="2044" name="HPTDI" initials="H" lastIdx="0" clrIdx="2043"/>
  <p:cmAuthor id="202" name="Unknown User7" initials="" lastIdx="0" clrIdx="201"/>
  <p:cmAuthor id="2045" name="zhouwd" initials="1" lastIdx="0" clrIdx="2044"/>
  <p:cmAuthor id="203" name="muzi wei" initials="" lastIdx="0" clrIdx="202"/>
  <p:cmAuthor id="2046" name="Mr.Wu" initials="M" lastIdx="0" clrIdx="2045"/>
  <p:cmAuthor id="204" name="未知的使用者41" initials="" lastIdx="0" clrIdx="203"/>
  <p:cmAuthor id="2047" name="風輕 雲淡" initials="風輕" lastIdx="0" clrIdx="2046"/>
  <p:cmAuthor id="205" name="未知的使用者13" initials="" lastIdx="0" clrIdx="204"/>
  <p:cmAuthor id="2048" name="张 青山" initials="张" lastIdx="0" clrIdx="2047"/>
  <p:cmAuthor id="206" name="djj" initials="" lastIdx="0" clrIdx="205"/>
  <p:cmAuthor id="2049" name="张青山" initials="张青山" lastIdx="0" clrIdx="2048"/>
  <p:cmAuthor id="207" name="未知用户117" initials="" lastIdx="0" clrIdx="206"/>
  <p:cmAuthor id="2050" name="进 揭" initials="进" lastIdx="0" clrIdx="2049"/>
  <p:cmAuthor id="208" name="ztolei@163.com" initials="z" lastIdx="0" clrIdx="207"/>
  <p:cmAuthor id="2051" name="未知用户449" initials="未" lastIdx="0" clrIdx="2050"/>
  <p:cmAuthor id="209" name="未知用户13" initials="" lastIdx="0" clrIdx="208"/>
  <p:cmAuthor id="2052" name="hp" initials="h" lastIdx="0" clrIdx="2051"/>
  <p:cmAuthor id="210" name="不明使用者21" initials="" lastIdx="0" clrIdx="209"/>
  <p:cmAuthor id="2053" name="Paul" initials="P" lastIdx="0" clrIdx="2052"/>
  <p:cmAuthor id="211" name="YUMINGNJ" initials="" lastIdx="0" clrIdx="210"/>
  <p:cmAuthor id="2054" name="郭欣萍" initials="郭" lastIdx="0" clrIdx="2053"/>
  <p:cmAuthor id="212" name="未知的使用者52" initials="" lastIdx="0" clrIdx="211"/>
  <p:cmAuthor id="2055" name="10015046" initials="1" lastIdx="0" clrIdx="2054"/>
  <p:cmAuthor id="213" name="未知用户109" initials="" lastIdx="0" clrIdx="212"/>
  <p:cmAuthor id="2056" name="未知用户224" initials="未" lastIdx="0" clrIdx="2055"/>
  <p:cmAuthor id="214" name="thomas" initials="" lastIdx="0" clrIdx="213"/>
  <p:cmAuthor id="2057" name="ZhuanZ（无密码）" initials="Z" lastIdx="0" clrIdx="2056"/>
  <p:cmAuthor id="215" name="未知的使用者3" initials="" lastIdx="0" clrIdx="214"/>
  <p:cmAuthor id="2058" name="Kaiyuan" initials="K" lastIdx="0" clrIdx="2057"/>
  <p:cmAuthor id="216" name="未知用户14" initials="" lastIdx="0" clrIdx="215"/>
  <p:cmAuthor id="2059" name="Hao Yue" initials="HY" lastIdx="0" clrIdx="2058"/>
  <p:cmAuthor id="217" name="Unknown User65" initials="U" lastIdx="0" clrIdx="216"/>
  <p:cmAuthor id="2060" name="李婧宜_YBferYVR" initials="authorId_1217247658" lastIdx="0" clrIdx="2059"/>
  <p:cmAuthor id="218" name="未知用户98" initials="" lastIdx="0" clrIdx="217"/>
  <p:cmAuthor id="2061" name="张久仙" initials="zjx" lastIdx="0" clrIdx="2060"/>
  <p:cmAuthor id="219" name="Windows 用户" initials="" lastIdx="0" clrIdx="218"/>
  <p:cmAuthor id="2062" name="nancy" initials="n" lastIdx="0" clrIdx="2061"/>
  <p:cmAuthor id="220" name="未知用户83" initials="" lastIdx="0" clrIdx="219"/>
  <p:cmAuthor id="2063" name="蓝礼健" initials="蓝" lastIdx="0" clrIdx="2062"/>
  <p:cmAuthor id="221" name="未知用户61" initials="" lastIdx="0" clrIdx="220"/>
  <p:cmAuthor id="2064" name="winner1 chan" initials="wc" lastIdx="0" clrIdx="2063"/>
  <p:cmAuthor id="222" name="張秀娟" initials="" lastIdx="0" clrIdx="221"/>
  <p:cmAuthor id="2065" name="cai yan" initials="cy" lastIdx="0" clrIdx="2064"/>
  <p:cmAuthor id="223" name="Jason Wang" initials="" lastIdx="0" clrIdx="222"/>
  <p:cmAuthor id="2066" name="陳珮琪" initials="陳珮琪" lastIdx="0" clrIdx="2065"/>
  <p:cmAuthor id="224" name="不明使用者18" initials="" lastIdx="0" clrIdx="223"/>
  <p:cmAuthor id="2067" name="祎玮 王" initials="祎王" lastIdx="0" clrIdx="2066"/>
  <p:cmAuthor id="225" name="天天" initials="天" lastIdx="0" clrIdx="224"/>
  <p:cmAuthor id="2068" name="Candice Tucker" initials="CT" lastIdx="0" clrIdx="2067"/>
  <p:cmAuthor id="226" name="未知用户28" initials="未" lastIdx="0" clrIdx="225"/>
  <p:cmAuthor id="2069" name="hengchang xu" initials="hx" lastIdx="0" clrIdx="2068"/>
  <p:cmAuthor id="227" name="未知的使用者72" initials="" lastIdx="0" clrIdx="226"/>
  <p:cmAuthor id="2070" name="贾云雁" initials="贾" lastIdx="0" clrIdx="2069"/>
  <p:cmAuthor id="228" name="未知的使用者48" initials="" lastIdx="0" clrIdx="227"/>
  <p:cmAuthor id="2071" name="碧陈" initials="碧" lastIdx="0" clrIdx="2070"/>
  <p:cmAuthor id="229" name="未知的使用者104" initials="" lastIdx="0" clrIdx="228"/>
  <p:cmAuthor id="2072" name="kaiwen huang" initials="k" lastIdx="0" clrIdx="2071"/>
  <p:cmAuthor id="230" name="未知用户60" initials="" lastIdx="0" clrIdx="229"/>
  <p:cmAuthor id="2073" name="liyite" initials="l" lastIdx="0" clrIdx="2072"/>
  <p:cmAuthor id="231" name="未知的使用者39" initials="未" lastIdx="0" clrIdx="230"/>
  <p:cmAuthor id="2074" name="USER580282" initials="U" lastIdx="0" clrIdx="2073"/>
  <p:cmAuthor id="232" name="colin" initials="c" lastIdx="0" clrIdx="231"/>
  <p:cmAuthor id="2075" name="JZX" initials="J" lastIdx="0" clrIdx="2074"/>
  <p:cmAuthor id="233" name="Shawna Strickland" initials="" lastIdx="0" clrIdx="232"/>
  <p:cmAuthor id="2076" name="Aqf" initials="A" lastIdx="0" clrIdx="2075"/>
  <p:cmAuthor id="234" name="未知的使用者36" initials="" lastIdx="0" clrIdx="233"/>
  <p:cmAuthor id="2077" name="fengduo" initials="f" lastIdx="0" clrIdx="2076"/>
  <p:cmAuthor id="235" name="焱恺 彭" initials="焱" lastIdx="0" clrIdx="234"/>
  <p:cmAuthor id="2078" name="00284818" initials="0" lastIdx="0" clrIdx="2077"/>
  <p:cmAuthor id="236" name="Daniel Wuu" initials="" lastIdx="0" clrIdx="235"/>
  <p:cmAuthor id="2079" name="gaoco" initials="g" lastIdx="0" clrIdx="2078"/>
  <p:cmAuthor id="237" name="黄 俊楠" initials="黄" lastIdx="0" clrIdx="236"/>
  <p:cmAuthor id="2080" name="梁鹏" initials="u" lastIdx="0" clrIdx="2079"/>
  <p:cmAuthor id="238" name="未知的使用者14" initials="" lastIdx="0" clrIdx="237"/>
  <p:cmAuthor id="2081" name="wushihang" initials="w" lastIdx="0" clrIdx="2080"/>
  <p:cmAuthor id="239" name="云峰 贾" initials="云" lastIdx="0" clrIdx="238"/>
  <p:cmAuthor id="2082" name="x1carbon" initials="x" lastIdx="0" clrIdx="2081"/>
  <p:cmAuthor id="240" name="小阳光" initials="小" lastIdx="0" clrIdx="239"/>
  <p:cmAuthor id="2083" name="XJ" initials="X" lastIdx="0" clrIdx="2082"/>
  <p:cmAuthor id="241" name="未知的使用者80" initials="未" lastIdx="0" clrIdx="240"/>
  <p:cmAuthor id="2084" name="fuhao" initials="f" lastIdx="0" clrIdx="2083"/>
  <p:cmAuthor id="242" name="Ashley Eberenz" initials="" lastIdx="0" clrIdx="241"/>
  <p:cmAuthor id="2085" name="未知用户190" initials="未" lastIdx="0" clrIdx="2084"/>
  <p:cmAuthor id="243" name="不明使用者19" initials="" lastIdx="0" clrIdx="242"/>
  <p:cmAuthor id="2086" name="不明使用者54" initials="不" lastIdx="0" clrIdx="2085"/>
  <p:cmAuthor id="244" name="qiantong" initials="" lastIdx="0" clrIdx="243"/>
  <p:cmAuthor id="2087" name="未知用户188" initials="未" lastIdx="0" clrIdx="2086"/>
  <p:cmAuthor id="245" name="未知的使用者74" initials="" lastIdx="0" clrIdx="244"/>
  <p:cmAuthor id="2088" name="未知用户212" initials="未" lastIdx="0" clrIdx="2087"/>
  <p:cmAuthor id="246" name="未知的使用者23" initials="" lastIdx="0" clrIdx="245"/>
  <p:cmAuthor id="2089" name="ll z" initials="l" lastIdx="0" clrIdx="2088"/>
  <p:cmAuthor id="247" name="未知的使用者1" initials="" lastIdx="0" clrIdx="246"/>
  <p:cmAuthor id="2090" name="未知用户177" initials="未" lastIdx="0" clrIdx="2089"/>
  <p:cmAuthor id="248" name="116304" initials="" lastIdx="0" clrIdx="247"/>
  <p:cmAuthor id="2091" name="未知用户179" initials="未" lastIdx="0" clrIdx="2090"/>
  <p:cmAuthor id="249" name="未知用户31" initials="未" lastIdx="0" clrIdx="248"/>
  <p:cmAuthor id="2092" name="未知的使用者202" initials="未" lastIdx="0" clrIdx="2091"/>
  <p:cmAuthor id="250" name="R affer" initials="" lastIdx="0" clrIdx="249"/>
  <p:cmAuthor id="2093" name="Ying Lou" initials="Y" lastIdx="0" clrIdx="2092"/>
  <p:cmAuthor id="251" name="qihua-DCMS" initials="" lastIdx="0" clrIdx="250"/>
  <p:cmAuthor id="2094" name="刘佳佳" initials="刘" lastIdx="0" clrIdx="2093"/>
  <p:cmAuthor id="252" name="未知的使用者26" initials="未" lastIdx="0" clrIdx="251"/>
  <p:cmAuthor id="2095" name="王 辰斌" initials="王" lastIdx="0" clrIdx="2094"/>
  <p:cmAuthor id="253" name="未知的使用者95" initials="" lastIdx="0" clrIdx="252"/>
  <p:cmAuthor id="2096" name="Huangwei" initials="H" lastIdx="0" clrIdx="2095"/>
  <p:cmAuthor id="254" name="未知的使用者168" initials="未" lastIdx="0" clrIdx="253"/>
  <p:cmAuthor id="2097" name="win7" initials="w" lastIdx="0" clrIdx="2096"/>
  <p:cmAuthor id="255" name="未知的使用者32" initials="" lastIdx="0" clrIdx="254"/>
  <p:cmAuthor id="2098" name="shenbina" initials="s" lastIdx="0" clrIdx="2097"/>
  <p:cmAuthor id="256" name="未知的使用者49" initials="" lastIdx="0" clrIdx="255"/>
  <p:cmAuthor id="2099" name="Kathy" initials="K" lastIdx="0" clrIdx="2098"/>
  <p:cmAuthor id="257" name="Unknown User26" initials="U" lastIdx="0" clrIdx="256"/>
  <p:cmAuthor id="2100" name="李 大美" initials="李" lastIdx="0" clrIdx="2099"/>
  <p:cmAuthor id="258" name="yuexuejun" initials="" lastIdx="0" clrIdx="257"/>
  <p:cmAuthor id="2101" name="maomao" initials="m" lastIdx="0" clrIdx="2100"/>
  <p:cmAuthor id="259" name="未知的使用者71" initials="" lastIdx="0" clrIdx="258"/>
  <p:cmAuthor id="2102" name="未知用户332" initials="未" lastIdx="0" clrIdx="2101"/>
  <p:cmAuthor id="260" name="未知的使用者105" initials="" lastIdx="0" clrIdx="259"/>
  <p:cmAuthor id="2103" name="俊晔 邱" initials="俊" lastIdx="0" clrIdx="2102"/>
  <p:cmAuthor id="261" name="初七之月亮" initials="初" lastIdx="0" clrIdx="260"/>
  <p:cmAuthor id="2104" name="annie.gts@outlook.com" initials="a" lastIdx="0" clrIdx="2103"/>
  <p:cmAuthor id="262" name="谭淼" initials="谭" lastIdx="0" clrIdx="261"/>
  <p:cmAuthor id="2105" name="杨 升格" initials="杨" lastIdx="0" clrIdx="2104"/>
  <p:cmAuthor id="263" name="Unknown User70" initials="" lastIdx="0" clrIdx="262"/>
  <p:cmAuthor id="2106" name="Unknown User80" initials="U" lastIdx="0" clrIdx="2105"/>
  <p:cmAuthor id="264" name="clinchen" initials="" lastIdx="0" clrIdx="263"/>
  <p:cmAuthor id="2107" name="cy" initials="c" lastIdx="0" clrIdx="2106"/>
  <p:cmAuthor id="265" name="未知用户23" initials="" lastIdx="0" clrIdx="264"/>
  <p:cmAuthor id="2108" name="lxm" initials="l" lastIdx="0" clrIdx="2107"/>
  <p:cmAuthor id="266" name="JeanMayLee" initials="J" lastIdx="0" clrIdx="265"/>
  <p:cmAuthor id="2109" name="yesg" initials="y" lastIdx="0" clrIdx="2108"/>
  <p:cmAuthor id="267" name="hanjuncompany" initials="" lastIdx="0" clrIdx="266"/>
  <p:cmAuthor id="2110" name="soling" initials="s" lastIdx="0" clrIdx="2109"/>
  <p:cmAuthor id="268" name="kathy chen" initials="" lastIdx="0" clrIdx="267"/>
  <p:cmAuthor id="2111" name="李 骁" initials="李" lastIdx="0" clrIdx="2110"/>
  <p:cmAuthor id="269" name="未知的使用者63" initials="" lastIdx="0" clrIdx="268"/>
  <p:cmAuthor id="2112" name="未知的使用者97" initials="未" lastIdx="0" clrIdx="2111"/>
  <p:cmAuthor id="270" name="未知的使用者64" initials="" lastIdx="0" clrIdx="269"/>
  <p:cmAuthor id="2113" name="未知用户306" initials="未" lastIdx="0" clrIdx="2112"/>
  <p:cmAuthor id="271" name="未知的使用者47" initials="" lastIdx="0" clrIdx="270"/>
  <p:cmAuthor id="2114" name="Stacy Chiang" initials="S" lastIdx="0" clrIdx="2113"/>
  <p:cmAuthor id="272" name="未知的使用者60" initials="" lastIdx="0" clrIdx="271"/>
  <p:cmAuthor id="2115" name="未知用户316" initials="未" lastIdx="0" clrIdx="2114"/>
  <p:cmAuthor id="273" name="未知的使用者59" initials="" lastIdx="0" clrIdx="272"/>
  <p:cmAuthor id="2116" name="未知用户318" initials="未" lastIdx="0" clrIdx="2115"/>
  <p:cmAuthor id="274" name="未知的使用者54" initials="" lastIdx="0" clrIdx="273"/>
  <p:cmAuthor id="2117" name="chen hui" initials="c" lastIdx="0" clrIdx="2116"/>
  <p:cmAuthor id="275" name="未知的使用者66" initials="" lastIdx="0" clrIdx="274"/>
  <p:cmAuthor id="2118" name="未知用户322" initials="未" lastIdx="0" clrIdx="2117"/>
  <p:cmAuthor id="276" name="未知的使用者65" initials="" lastIdx="0" clrIdx="275"/>
  <p:cmAuthor id="2119" name="未知用户324" initials="未" lastIdx="0" clrIdx="2118"/>
  <p:cmAuthor id="277" name="未知的使用者106" initials="" lastIdx="0" clrIdx="276"/>
  <p:cmAuthor id="2120" name="wangxinhui" initials="w" lastIdx="0" clrIdx="2119"/>
  <p:cmAuthor id="278" name="未知的使用者107" initials="" lastIdx="0" clrIdx="277"/>
  <p:cmAuthor id="2121" name="未知用户339" initials="未" lastIdx="0" clrIdx="2120"/>
  <p:cmAuthor id="279" name="未知的使用者108" initials="" lastIdx="0" clrIdx="278"/>
  <p:cmAuthor id="2122" name="chenweian@xj.cmcc" initials="x" lastIdx="0" clrIdx="2121"/>
  <p:cmAuthor id="280" name="未知的使用者86" initials="" lastIdx="0" clrIdx="279"/>
  <p:cmAuthor id="2123" name="huixiaoguang1@xj.cmcc" initials="C" lastIdx="0" clrIdx="2122"/>
  <p:cmAuthor id="281" name="未知的使用者116" initials="" lastIdx="0" clrIdx="280"/>
  <p:cmAuthor id="2124" name="方诗园" initials="l" lastIdx="0" clrIdx="2123"/>
  <p:cmAuthor id="282" name="未知的使用者44" initials="" lastIdx="0" clrIdx="281"/>
  <p:cmAuthor id="2125" name="8310" initials="8" lastIdx="0" clrIdx="2124"/>
  <p:cmAuthor id="283" name="未知的使用者37" initials="" lastIdx="0" clrIdx="282"/>
  <p:cmAuthor id="2126" name="黄宇欣" initials="黄" lastIdx="0" clrIdx="2125"/>
  <p:cmAuthor id="284" name="未知的使用者126" initials="" lastIdx="0" clrIdx="283"/>
  <p:cmAuthor id="2127" name="张彦" initials="张" lastIdx="0" clrIdx="2126"/>
  <p:cmAuthor id="285" name="未知的使用者127" initials="" lastIdx="0" clrIdx="284"/>
  <p:cmAuthor id="2128" name="尹娉（借调）" initials="尹" lastIdx="0" clrIdx="2127"/>
  <p:cmAuthor id="286" name="未知的使用者128" initials="" lastIdx="0" clrIdx="285"/>
  <p:cmAuthor id="2129" name="10086" initials="1" lastIdx="0" clrIdx="2128"/>
  <p:cmAuthor id="287" name="未知的使用者124" initials="" lastIdx="0" clrIdx="286"/>
  <p:cmAuthor id="2130" name="xujuan" initials="x" lastIdx="0" clrIdx="2129"/>
  <p:cmAuthor id="288" name="未知的使用者125" initials="" lastIdx="0" clrIdx="287"/>
  <p:cmAuthor id="2131" name="10073006" initials="" lastIdx="0" clrIdx="2130"/>
  <p:cmAuthor id="289" name="Sara Chen" initials="" lastIdx="0" clrIdx="288"/>
  <p:cmAuthor id="2132" name="尹光宇" initials="A" lastIdx="0" clrIdx="2131"/>
  <p:cmAuthor id="290" name="huang gerrard" initials="" lastIdx="0" clrIdx="289"/>
  <p:cmAuthor id="2133" name="HUAWEI" initials="H" lastIdx="0" clrIdx="2132"/>
  <p:cmAuthor id="291" name="未知用户170" initials="" lastIdx="0" clrIdx="290"/>
  <p:cmAuthor id="2134" name="吕佩00036751" initials="吕佩00036751" lastIdx="0" clrIdx="2133"/>
  <p:cmAuthor id="292" name="未知用户171" initials="" lastIdx="0" clrIdx="291"/>
  <p:cmAuthor id="2135" name="yangzhihui@tj.cmcc" initials="c" lastIdx="0" clrIdx="2134"/>
  <p:cmAuthor id="293" name="未知用户172" initials="" lastIdx="0" clrIdx="292"/>
  <p:cmAuthor id="2136" name="肖星" initials="肖" lastIdx="0" clrIdx="2135"/>
  <p:cmAuthor id="294" name="未知用户173" initials="" lastIdx="0" clrIdx="293"/>
  <p:cmAuthor id="2137" name="Boom" initials="B" lastIdx="0" clrIdx="2136"/>
  <p:cmAuthor id="295" name="未知用户149" initials="" lastIdx="0" clrIdx="294"/>
  <p:cmAuthor id="2138" name="WX" initials="1" lastIdx="0" clrIdx="2137"/>
  <p:cmAuthor id="296" name="未知用户150" initials="" lastIdx="0" clrIdx="295"/>
  <p:cmAuthor id="2139" name="许 志军" initials="许" lastIdx="0" clrIdx="2138"/>
  <p:cmAuthor id="297" name="未知用户151" initials="" lastIdx="0" clrIdx="296"/>
  <p:cmAuthor id="2140" name="欧 志芳" initials="欧" lastIdx="0" clrIdx="2139"/>
  <p:cmAuthor id="298" name="未知用户152" initials="" lastIdx="0" clrIdx="297"/>
  <p:cmAuthor id="2141" name="叶 嘉南" initials="叶" lastIdx="0" clrIdx="2140"/>
  <p:cmAuthor id="299" name="未知用户153" initials="" lastIdx="0" clrIdx="298"/>
  <p:cmAuthor id="2142" name="641" initials="6" lastIdx="0" clrIdx="2141"/>
  <p:cmAuthor id="300" name="未知用户154" initials="" lastIdx="0" clrIdx="299"/>
  <p:cmAuthor id="2143" name="刘洋洋" initials="刘洋洋" lastIdx="0" clrIdx="2142"/>
  <p:cmAuthor id="301" name="Jason" initials="J" lastIdx="0" clrIdx="300"/>
  <p:cmAuthor id="2144" name="赵芬芳" initials="赵" lastIdx="0" clrIdx="2143"/>
  <p:cmAuthor id="302" name="未知用户155" initials="" lastIdx="0" clrIdx="301"/>
  <p:cmAuthor id="2145" name="10986" initials="1" lastIdx="0" clrIdx="2144"/>
  <p:cmAuthor id="303" name="未知用户41" initials="" lastIdx="0" clrIdx="302"/>
  <p:cmAuthor id="2146" name="Grass" initials="G" lastIdx="0" clrIdx="2145"/>
  <p:cmAuthor id="304" name="未知用户44" initials="" lastIdx="0" clrIdx="303"/>
  <p:cmAuthor id="2147" name="未知用户321" initials="未" lastIdx="0" clrIdx="2146"/>
  <p:cmAuthor id="305" name="未知用户45" initials="" lastIdx="0" clrIdx="304"/>
  <p:cmAuthor id="2148" name="未知用户193" initials="未" lastIdx="0" clrIdx="2147"/>
  <p:cmAuthor id="306" name="未知用户156" initials="" lastIdx="0" clrIdx="305"/>
  <p:cmAuthor id="2149" name="朱毓澄|zhuyucheng2" initials="朱" lastIdx="0" clrIdx="2148"/>
  <p:cmAuthor id="307" name="未知用户64" initials="" lastIdx="0" clrIdx="306"/>
  <p:cmAuthor id="2150" name="十口亭_VZZjMJvM" initials="十" lastIdx="0" clrIdx="2149"/>
  <p:cmAuthor id="308" name="未知用户65" initials="" lastIdx="0" clrIdx="307"/>
  <p:cmAuthor id="2151" name="gaoyang zhan" initials="g" lastIdx="0" clrIdx="2150"/>
  <p:cmAuthor id="309" name="未知用户68" initials="" lastIdx="0" clrIdx="308"/>
  <p:cmAuthor id="2152" name="潘岚|panl" initials="潘" lastIdx="0" clrIdx="2151"/>
  <p:cmAuthor id="310" name="未知用户69" initials="" lastIdx="0" clrIdx="309"/>
  <p:cmAuthor id="2153" name="唐建军" initials="" lastIdx="0" clrIdx="2152"/>
  <p:cmAuthor id="311" name="未知用户70" initials="" lastIdx="0" clrIdx="310"/>
  <p:cmAuthor id="2154" name="adminJT" initials="C" lastIdx="0" clrIdx="2153"/>
  <p:cmAuthor id="312" name="未知用户71" initials="" lastIdx="0" clrIdx="311"/>
  <p:cmAuthor id="2155" name="lenovo" initials="l" lastIdx="0" clrIdx="2154"/>
  <p:cmAuthor id="313" name="未知用户72" initials="" lastIdx="0" clrIdx="312"/>
  <p:cmAuthor id="2156" name="jylong2@grgbanking.com" initials="j" lastIdx="0" clrIdx="2155"/>
  <p:cmAuthor id="314" name="未知用户73" initials="" lastIdx="0" clrIdx="313"/>
  <p:cmAuthor id="2157" name="王 远昊" initials="王" lastIdx="0" clrIdx="2156"/>
  <p:cmAuthor id="315" name="WPS" initials="W" lastIdx="0" clrIdx="314"/>
  <p:cmAuthor id="2158" name="liuhm" initials="l" lastIdx="0" clrIdx="2157"/>
  <p:cmAuthor id="316" name="未知的使用者46" initials="未" lastIdx="0" clrIdx="315"/>
  <p:cmAuthor id="2159" name="嘉琦" initials="嘉琦" lastIdx="0" clrIdx="2158"/>
  <p:cmAuthor id="317" name="未知的使用者43" initials="未" lastIdx="0" clrIdx="316"/>
  <p:cmAuthor id="2160" name="sunyi1" initials="s" lastIdx="0" clrIdx="2159"/>
  <p:cmAuthor id="318" name="MA15" initials="" lastIdx="0" clrIdx="317"/>
  <p:cmAuthor id="2161" name="黄忠孝" initials="黄" lastIdx="0" clrIdx="2160"/>
  <p:cmAuthor id="319" name="未知用户96" initials="" lastIdx="0" clrIdx="318"/>
  <p:cmAuthor id="2162" name="金洁" initials="金" lastIdx="0" clrIdx="2161"/>
  <p:cmAuthor id="320" name="未知用户97" initials="" lastIdx="0" clrIdx="319"/>
  <p:cmAuthor id="2163" name="lll" initials="l" lastIdx="0" clrIdx="2162"/>
  <p:cmAuthor id="321" name="未知用户40" initials="" lastIdx="0" clrIdx="320"/>
  <p:cmAuthor id="2164" name="未知用户37" initials="" lastIdx="0" clrIdx="2163"/>
  <p:cmAuthor id="322" name="86183" initials="8" lastIdx="0" clrIdx="321"/>
  <p:cmAuthor id="2165" name="zhangzhongmin" initials="" lastIdx="0" clrIdx="2164"/>
  <p:cmAuthor id="323" name="未知用户100" initials="" lastIdx="0" clrIdx="322"/>
  <p:cmAuthor id="2166" name="xiehaoming" initials="" lastIdx="0" clrIdx="2165"/>
  <p:cmAuthor id="324" name="未知用户101" initials="" lastIdx="0" clrIdx="323"/>
  <p:cmAuthor id="2167" name="吴梦璇" initials="吴" lastIdx="0" clrIdx="2166"/>
  <p:cmAuthor id="325" name="未知用户26" initials="" lastIdx="0" clrIdx="324"/>
  <p:cmAuthor id="2168" name="liyuhan" initials="lyh" lastIdx="0" clrIdx="2167"/>
  <p:cmAuthor id="326" name="未知用户29" initials="" lastIdx="0" clrIdx="325"/>
  <p:cmAuthor id="2169" name="Panda" initials="P" lastIdx="0" clrIdx="2168"/>
  <p:cmAuthor id="327" name=" LION" initials=" " lastIdx="0" clrIdx="326"/>
  <p:cmAuthor id="2170" name="ding ruiwen" initials="dr" lastIdx="0" clrIdx="2169"/>
  <p:cmAuthor id="328" name="未知用户32" initials="" lastIdx="0" clrIdx="327"/>
  <p:cmAuthor id="2171" name="时光荏苒" initials="时" lastIdx="0" clrIdx="2170"/>
  <p:cmAuthor id="329" name="未知用户33" initials="" lastIdx="0" clrIdx="328"/>
  <p:cmAuthor id="2172" name="WPS_1641948973" initials="W" lastIdx="0" clrIdx="2171"/>
  <p:cmAuthor id="330" name="未知用户34" initials="" lastIdx="0" clrIdx="329"/>
  <p:cmAuthor id="2173" name="吴萌" initials="吴" lastIdx="0" clrIdx="2172"/>
  <p:cmAuthor id="331" name="康斯坦尼斯拉夫斯基" initials="康" lastIdx="0" clrIdx="330"/>
  <p:cmAuthor id="2174" name="王皓天" initials="A" lastIdx="0" clrIdx="2173"/>
  <p:cmAuthor id="332" name="未知的使用者109" initials="" lastIdx="0" clrIdx="331"/>
  <p:cmAuthor id="2175" name="程佳琳" initials="程" lastIdx="0" clrIdx="2174"/>
  <p:cmAuthor id="333" name="未知的使用者122" initials="" lastIdx="0" clrIdx="332"/>
  <p:cmAuthor id="2176" name="感动中国2019" initials="感" lastIdx="0" clrIdx="2175"/>
  <p:cmAuthor id="334" name="未知的使用者123" initials="" lastIdx="0" clrIdx="333"/>
  <p:cmAuthor id="2177" name="SuYan" initials="S" lastIdx="0" clrIdx="2176"/>
  <p:cmAuthor id="335" name="未知用户93" initials="" lastIdx="0" clrIdx="334"/>
  <p:cmAuthor id="2178" name="草长莺飞" initials="草" lastIdx="0" clrIdx="2177"/>
  <p:cmAuthor id="336" name="未知用户90" initials="" lastIdx="0" clrIdx="335"/>
  <p:cmAuthor id="2179" name="zhengmn" initials="zhengmn" lastIdx="0" clrIdx="2178"/>
  <p:cmAuthor id="337" name="未知用户91" initials="" lastIdx="0" clrIdx="336"/>
  <p:cmAuthor id="2180" name="13991283951" initials="1" lastIdx="0" clrIdx="2179"/>
  <p:cmAuthor id="338" name="未知用户92" initials="" lastIdx="0" clrIdx="337"/>
  <p:cmAuthor id="2181" name="chenshuxiong" initials="c" lastIdx="0" clrIdx="2180"/>
  <p:cmAuthor id="339" name="未知用户74" initials="" lastIdx="0" clrIdx="338"/>
  <p:cmAuthor id="2182" name="zhang wenxuan" initials="zw" lastIdx="0" clrIdx="2181"/>
  <p:cmAuthor id="340" name="未知用户75" initials="" lastIdx="0" clrIdx="339"/>
  <p:cmAuthor id="2183" name="张伟芳" initials="张" lastIdx="0" clrIdx="2182"/>
  <p:cmAuthor id="341" name="未知用户76" initials="" lastIdx="0" clrIdx="340"/>
  <p:cmAuthor id="2184" name="马晓聪" initials="马" lastIdx="0" clrIdx="2183"/>
  <p:cmAuthor id="342" name="未知用户77" initials="" lastIdx="0" clrIdx="341"/>
  <p:cmAuthor id="2185" name="杨哈哈" initials="杨" lastIdx="0" clrIdx="2184"/>
  <p:cmAuthor id="343" name="未知用户78" initials="" lastIdx="0" clrIdx="342"/>
  <p:cmAuthor id="2186" name="磊 陈" initials="磊陈" lastIdx="0" clrIdx="2185"/>
  <p:cmAuthor id="344" name="未知用户79" initials="" lastIdx="0" clrIdx="343"/>
  <p:cmAuthor id="2187" name="Renoir" initials="R" lastIdx="0" clrIdx="2186"/>
  <p:cmAuthor id="345" name="未知用户80" initials="" lastIdx="0" clrIdx="344"/>
  <p:cmAuthor id="2188" name="14423" initials="1" lastIdx="0" clrIdx="2187"/>
  <p:cmAuthor id="346" name="Harry xu" initials="" lastIdx="0" clrIdx="345"/>
  <p:cmAuthor id="2189" name="讀 書" initials="讀" lastIdx="0" clrIdx="2188"/>
  <p:cmAuthor id="347" name="未知用户27" initials="未" lastIdx="0" clrIdx="346"/>
  <p:cmAuthor id="2190" name="文斌" initials="文" lastIdx="0" clrIdx="2189"/>
  <p:cmAuthor id="348" name="刘晓杨" initials="刘" lastIdx="0" clrIdx="347"/>
  <p:cmAuthor id="2191" name="zhao chun" initials="zc" lastIdx="0" clrIdx="2190"/>
  <p:cmAuthor id="349" name="未知用户111" initials="未" lastIdx="0" clrIdx="348"/>
  <p:cmAuthor id="2192" name="谢海明" initials="谢" lastIdx="0" clrIdx="2191"/>
  <p:cmAuthor id="350" name="le" initials="l" lastIdx="0" clrIdx="349"/>
  <p:cmAuthor id="2193" name="WPS_1580452479" initials="W" lastIdx="0" clrIdx="2192"/>
  <p:cmAuthor id="351" name="chensiyuan" initials="c" lastIdx="0" clrIdx="350"/>
  <p:cmAuthor id="2194" name="李伟（IT）" initials="李" lastIdx="0" clrIdx="2193"/>
  <p:cmAuthor id="352" name="zhanglanxin" initials="z" lastIdx="0" clrIdx="351"/>
  <p:cmAuthor id="2195" name="黄慧华" initials="h" lastIdx="0" clrIdx="2194"/>
  <p:cmAuthor id="353" name="lingc" initials="l" lastIdx="0" clrIdx="352"/>
  <p:cmAuthor id="2196" name="huihu" initials="h" lastIdx="0" clrIdx="2195"/>
  <p:cmAuthor id="354" name="dande" initials="d" lastIdx="0" clrIdx="353"/>
  <p:cmAuthor id="2197" name="jack_liu" initials="j" lastIdx="0" clrIdx="2196"/>
  <p:cmAuthor id="355" name="SFY" initials="S" lastIdx="0" clrIdx="354"/>
  <p:cmAuthor id="2198" name="liyayjy@hq.cmcc" initials="liyayjy@hq.cmcc" lastIdx="0" clrIdx="2197"/>
  <p:cmAuthor id="356" name="Cecilia" initials="C" lastIdx="0" clrIdx="355"/>
  <p:cmAuthor id="2199" name="suxin" initials="s" lastIdx="0" clrIdx="2198"/>
  <p:cmAuthor id="357" name="xueyan" initials="x" lastIdx="0" clrIdx="356"/>
  <p:cmAuthor id="2200" name="Yang" initials="1" lastIdx="0" clrIdx="2199"/>
  <p:cmAuthor id="358" name="ZF" initials="ZF" lastIdx="0" clrIdx="357"/>
  <p:cmAuthor id="2201" name="晴朗天空" initials="晴" lastIdx="0" clrIdx="2200"/>
  <p:cmAuthor id="359" name="KZY" initials="K" lastIdx="0" clrIdx="358"/>
  <p:cmAuthor id="2202" name="sharon" initials="s" lastIdx="0" clrIdx="2201"/>
  <p:cmAuthor id="360" name="周芳|zhoufang" initials="周芳" lastIdx="0" clrIdx="359"/>
  <p:cmAuthor id="2203" name="孔祥云" initials="孔" lastIdx="0" clrIdx="2202"/>
  <p:cmAuthor id="361" name="J0" initials="J" lastIdx="0" clrIdx="360"/>
  <p:cmAuthor id="2204" name="王长青" initials="王长青" lastIdx="0" clrIdx="2203"/>
  <p:cmAuthor id="362" name="wangxinran" initials="w" lastIdx="0" clrIdx="361"/>
  <p:cmAuthor id="2205" name="未知的使用者201" initials="未" lastIdx="0" clrIdx="2204"/>
  <p:cmAuthor id="363" name="86139" initials="8" lastIdx="0" clrIdx="362"/>
  <p:cmAuthor id="2206" name="罗玉碧" initials="罗" lastIdx="0" clrIdx="2205"/>
  <p:cmAuthor id="364" name="未知用户113" initials="未" lastIdx="0" clrIdx="363"/>
  <p:cmAuthor id="2207" name="yangqd3" initials="y" lastIdx="0" clrIdx="2206"/>
  <p:cmAuthor id="365" name="simon" initials="s" lastIdx="0" clrIdx="364"/>
  <p:cmAuthor id="2208" name="longyamei-1" initials="l" lastIdx="0" clrIdx="2207"/>
  <p:cmAuthor id="366" name="咘嘚咘嘚" initials="咘" lastIdx="0" clrIdx="365"/>
  <p:cmAuthor id="2209" name="Julia Jia" initials="J" lastIdx="0" clrIdx="2208"/>
  <p:cmAuthor id="367" name="mzj" initials="m" lastIdx="0" clrIdx="366"/>
  <p:cmAuthor id="2210" name="未知用户194" initials="未" lastIdx="0" clrIdx="2209"/>
  <p:cmAuthor id="368" name="WIN10" initials="W" lastIdx="0" clrIdx="367"/>
  <p:cmAuthor id="2211" name="JH" initials="J" lastIdx="0" clrIdx="2210"/>
  <p:cmAuthor id="369" name="victoryxs" initials="v" lastIdx="0" clrIdx="368"/>
  <p:cmAuthor id="2212" name="段甜甜" initials="段" lastIdx="0" clrIdx="2211"/>
  <p:cmAuthor id="370" name="Q" initials="Q" lastIdx="0" clrIdx="369"/>
  <p:cmAuthor id="2213" name="zh" initials="z" lastIdx="0" clrIdx="2212"/>
  <p:cmAuthor id="371" name="lcy" initials="l" lastIdx="0" clrIdx="370"/>
  <p:cmAuthor id="2214" name="liuyumei" initials="C" lastIdx="0" clrIdx="2213"/>
  <p:cmAuthor id="372" name="黄薇（IT）" initials="l" lastIdx="0" clrIdx="371"/>
  <p:cmAuthor id="2215" name="成思远" initials="成" lastIdx="0" clrIdx="2214"/>
  <p:cmAuthor id="373" name="jijinpeng@hq.cmcc" initials="j" lastIdx="0" clrIdx="372"/>
  <p:cmAuthor id="2216" name="李苏薇" initials="李" lastIdx="0" clrIdx="2215"/>
  <p:cmAuthor id="374" name="Randolph" initials="R" lastIdx="0" clrIdx="373"/>
  <p:cmAuthor id="2217" name="QMY" initials="Q" lastIdx="0" clrIdx="2216"/>
  <p:cmAuthor id="375" name="yangjianhe1" initials="y" lastIdx="0" clrIdx="374"/>
  <p:cmAuthor id="2218" name="刘静雄" initials="刘静雄" lastIdx="0" clrIdx="2217"/>
  <p:cmAuthor id="376" name="未知的使用者102" initials="未" lastIdx="0" clrIdx="375"/>
  <p:cmAuthor id="2219" name="碳酸 碳酸" initials="碳碳" lastIdx="0" clrIdx="2218"/>
  <p:cmAuthor id="377" name="未知的使用者61" initials="未" lastIdx="0" clrIdx="376"/>
  <p:cmAuthor id="2220" name="Steve" initials="S" lastIdx="0" clrIdx="2219"/>
  <p:cmAuthor id="378" name="tc_tjc" initials="t" lastIdx="0" clrIdx="377"/>
  <p:cmAuthor id="2221" name="wenjun gao" initials="wg" lastIdx="0" clrIdx="2220"/>
  <p:cmAuthor id="379" name="Frank" initials="F" lastIdx="0" clrIdx="378"/>
  <p:cmAuthor id="691587972" name="xiongyl" initials="x" lastIdx="1" clrIdx="62"/>
  <p:cmAuthor id="2222" name="jiangmm10" initials="j" lastIdx="0" clrIdx="2221"/>
  <p:cmAuthor id="380" name="张徐" initials="张" lastIdx="0" clrIdx="379"/>
  <p:cmAuthor id="691587973" name="汀 袁" initials="汀袁" lastIdx="1" clrIdx="191251537"/>
  <p:cmAuthor id="2223" name="蓝绿方方土_B7BzjQrA" initials="authorId_1141668114" lastIdx="0" clrIdx="2222"/>
  <p:cmAuthor id="381" name="张松蕾" initials="C" lastIdx="0" clrIdx="380"/>
  <p:cmAuthor id="691587974" name="Alex Hsu" initials="AH" lastIdx="2" clrIdx="330"/>
  <p:cmAuthor id="2224" name="姗SHAN" initials="姗" lastIdx="0" clrIdx="2223"/>
  <p:cmAuthor id="382" name="Unknown User25" initials="U" lastIdx="0" clrIdx="381"/>
  <p:cmAuthor id="691587975" name="yang peter" initials="yp" lastIdx="1" clrIdx="191251537"/>
  <p:cmAuthor id="2225" name="ligh" initials="li" lastIdx="0" clrIdx="2224"/>
  <p:cmAuthor id="383" name="M" initials="IT" lastIdx="0" clrIdx="382"/>
  <p:cmAuthor id="691587976" name="秋红 李" initials="秋李" lastIdx="1" clrIdx="191251538"/>
  <p:cmAuthor id="2226" name="晓松 薛" initials="晓薛" lastIdx="0" clrIdx="2225"/>
  <p:cmAuthor id="384" name="未知的使用者169" initials="未" lastIdx="0" clrIdx="383"/>
  <p:cmAuthor id="2227" name="任龙飞" initials="任" lastIdx="0" clrIdx="2226"/>
  <p:cmAuthor id="385" name="Wanglexun(Leo,CMCC Marketing)" initials="WM" lastIdx="0" clrIdx="384"/>
  <p:cmAuthor id="2228" name="刘泽思" initials="刘" lastIdx="0" clrIdx="2227"/>
  <p:cmAuthor id="386" name="未知的使用者183" initials="未" lastIdx="0" clrIdx="385"/>
  <p:cmAuthor id="2229" name="jcwang" initials="j" lastIdx="0" clrIdx="2228"/>
  <p:cmAuthor id="387" name="未知用户162" initials="未知用户162" lastIdx="0" clrIdx="386"/>
  <p:cmAuthor id="2230" name="蒋惠良" initials="a" lastIdx="0" clrIdx="2229"/>
  <p:cmAuthor id="388" name="未知用户163" initials="未知用户163" lastIdx="0" clrIdx="387"/>
  <p:cmAuthor id="2231" name="huangzhuo" initials="h" lastIdx="0" clrIdx="2230"/>
  <p:cmAuthor id="389" name="針對所選的門市進行小範圍實驗，捕捉驅動績效的關鍵影響因子" initials="針" lastIdx="0" clrIdx="388"/>
  <p:cmAuthor id="2232" name="jiaxin" initials="jx" lastIdx="0" clrIdx="2231"/>
  <p:cmAuthor id="390" name="James" initials="J" lastIdx="0" clrIdx="389"/>
  <p:cmAuthor id="2233" name="谢杏" initials="XX" lastIdx="0" clrIdx="2232"/>
  <p:cmAuthor id="391" name="huqx" initials="h" lastIdx="0" clrIdx="390"/>
  <p:cmAuthor id="2234" name="林炳" initials="G" lastIdx="0" clrIdx="2233"/>
  <p:cmAuthor id="392" name="未知用户164" initials="未知用户164" lastIdx="0" clrIdx="391"/>
  <p:cmAuthor id="2235" name="熊文剑" initials="熊" lastIdx="0" clrIdx="2234"/>
  <p:cmAuthor id="393" name="未知的使用者184" initials="未" lastIdx="0" clrIdx="392"/>
  <p:cmAuthor id="2236" name="罗斌" initials="NM" lastIdx="0" clrIdx="2235"/>
  <p:cmAuthor id="394" name="未知的使用者185" initials="未" lastIdx="0" clrIdx="393"/>
  <p:cmAuthor id="2237" name="王琢/信息技术部/Zmcc" initials="王琢" lastIdx="0" clrIdx="2236"/>
  <p:cmAuthor id="395" name="未知的使用者186" initials="未" lastIdx="0" clrIdx="394"/>
  <p:cmAuthor id="2238" name="王 萱" initials="王" lastIdx="0" clrIdx="2237"/>
  <p:cmAuthor id="396" name="未知的使用者175" initials="未" lastIdx="0" clrIdx="395"/>
  <p:cmAuthor id="2239" name="sunpp" initials="s" lastIdx="0" clrIdx="2238"/>
  <p:cmAuthor id="397" name="未知的使用者176" initials="未" lastIdx="0" clrIdx="396"/>
  <p:cmAuthor id="2240" name="张前美" initials="Z" lastIdx="0" clrIdx="2239"/>
  <p:cmAuthor id="398" name="未知的使用者187" initials="未" lastIdx="0" clrIdx="397"/>
  <p:cmAuthor id="2241" name="123" initials="1" lastIdx="0" clrIdx="2240"/>
  <p:cmAuthor id="399" name="z r" initials="zr" lastIdx="0" clrIdx="398"/>
  <p:cmAuthor id="2242" name="wss" initials="w" lastIdx="0" clrIdx="2241"/>
  <p:cmAuthor id="400" name="未知的使用者178" initials="未" lastIdx="0" clrIdx="399"/>
  <p:cmAuthor id="2243" name="hyttioaoa" initials="h" lastIdx="0" clrIdx="2242"/>
  <p:cmAuthor id="401" name="石晓利" initials="C" lastIdx="0" clrIdx="400"/>
  <p:cmAuthor id="2244" name="sulin3@gx.cmcc" initials="s" lastIdx="0" clrIdx="2243"/>
  <p:cmAuthor id="402" name="未知的使用者179" initials="未" lastIdx="0" clrIdx="401"/>
  <p:cmAuthor id="2245" name="梁潇" initials="梁" lastIdx="0" clrIdx="2244"/>
  <p:cmAuthor id="403" name="chris" initials="c" lastIdx="0" clrIdx="402"/>
  <p:cmAuthor id="2246" name="86152" initials="8" lastIdx="0" clrIdx="2245"/>
  <p:cmAuthor id="404" name="未知的使用者180" initials="未" lastIdx="0" clrIdx="403"/>
  <p:cmAuthor id="2247" name="施又琳" initials="施" lastIdx="0" clrIdx="2246"/>
  <p:cmAuthor id="405" name="ma yanru" initials="my" lastIdx="0" clrIdx="404"/>
  <p:cmAuthor id="2248" name="文博 苏" initials="文苏" lastIdx="0" clrIdx="2247"/>
  <p:cmAuthor id="406" name="songlinyan" initials="s" lastIdx="0" clrIdx="405"/>
  <p:cmAuthor id="2249" name="ZhangQianmei-PC" initials="Z" lastIdx="0" clrIdx="2248"/>
  <p:cmAuthor id="407" name="未知的使用者181" initials="未" lastIdx="0" clrIdx="406"/>
  <p:cmAuthor id="2250" name="94070" initials="9" lastIdx="0" clrIdx="2249"/>
  <p:cmAuthor id="408" name="YaoChunfen" initials="Y" lastIdx="0" clrIdx="407"/>
  <p:cmAuthor id="2251" name="邢莉" initials="邢" lastIdx="0" clrIdx="2250"/>
  <p:cmAuthor id="409" name="未知的使用者170" initials="未" lastIdx="0" clrIdx="408"/>
  <p:cmAuthor id="2252" name="dWX434801" initials="d" lastIdx="0" clrIdx="2251"/>
  <p:cmAuthor id="410" name="cheng" initials="c" lastIdx="0" clrIdx="409"/>
  <p:cmAuthor id="2253" name="王轩" initials="王" lastIdx="0" clrIdx="2252"/>
  <p:cmAuthor id="411" name="未知的使用者190" initials="未" lastIdx="0" clrIdx="410"/>
  <p:cmAuthor id="2254" name="李芳雨" initials="李" lastIdx="0" clrIdx="2253"/>
  <p:cmAuthor id="412" name="方少_UbQfrimU" initials="authorId_442114952" lastIdx="0" clrIdx="411"/>
  <p:cmAuthor id="2255" name="10208176" initials="1" lastIdx="0" clrIdx="2254"/>
  <p:cmAuthor id="413" name="未知的使用者191" initials="未" lastIdx="0" clrIdx="412"/>
  <p:cmAuthor id="2256" name="00065088" initials="0" lastIdx="0" clrIdx="2255"/>
  <p:cmAuthor id="414" name="叶盛_Q3A3IfEf" initials="authorId_506280334" lastIdx="0" clrIdx="413"/>
  <p:cmAuthor id="2257" name="苗丁仁10181802" initials="苗" lastIdx="0" clrIdx="2256"/>
  <p:cmAuthor id="415" name="未知的使用者141" initials="未" lastIdx="0" clrIdx="414"/>
  <p:cmAuthor id="2258" name="王凯10177225" initials="王凯10177225" lastIdx="0" clrIdx="2257"/>
  <p:cmAuthor id="416" name="Harley._bEJrUJ7r" initials="authorId_432156705" lastIdx="0" clrIdx="415"/>
  <p:cmAuthor id="2259" name="李 小荣" initials="李" lastIdx="0" clrIdx="2258"/>
  <p:cmAuthor id="417" name="未知的使用者142" initials="未" lastIdx="0" clrIdx="416"/>
  <p:cmAuthor id="2260" name="IrisH" initials="I" lastIdx="0" clrIdx="2259"/>
  <p:cmAuthor id="418" name="罗平_VB7vJb2E" initials="authorId_305049361" lastIdx="0" clrIdx="417"/>
  <p:cmAuthor id="2261" name="海波 王" initials="海波" lastIdx="0" clrIdx="2260"/>
  <p:cmAuthor id="419" name="未知的使用者143" initials="未" lastIdx="0" clrIdx="418"/>
  <p:cmAuthor id="2262" name="周超" initials="zc" lastIdx="0" clrIdx="2261"/>
  <p:cmAuthor id="420" name="xixi_nUjqe22E" initials="authorId_359229261" lastIdx="0" clrIdx="419"/>
  <p:cmAuthor id="2263" name="zhangxianhui@hq.cmcc" initials="z" lastIdx="0" clrIdx="2262"/>
  <p:cmAuthor id="421" name="未知的使用者144" initials="未" lastIdx="0" clrIdx="420"/>
  <p:cmAuthor id="2264" name="张宪慧" initials="张" lastIdx="0" clrIdx="2263"/>
  <p:cmAuthor id="422" name="安安_zm6nYnYZ" initials="authorId_347340296" lastIdx="0" clrIdx="421"/>
  <p:cmAuthor id="2265" name="unicom" initials="" lastIdx="0" clrIdx="2264"/>
  <p:cmAuthor id="423" name="未知的使用者145" initials="未" lastIdx="0" clrIdx="422"/>
  <p:cmAuthor id="2266" name="程玉珍" initials="程" lastIdx="0" clrIdx="2265"/>
  <p:cmAuthor id="424" name="nature_emInFJF7" initials="authorId_313163542" lastIdx="0" clrIdx="423"/>
  <p:cmAuthor id="2267" name="929494587@qq.com" initials="9" lastIdx="0" clrIdx="2266"/>
  <p:cmAuthor id="425" name="未知用户165" initials="未知用户165" lastIdx="0" clrIdx="424"/>
  <p:cmAuthor id="2268" name="qizhichao" initials="qizhichao" lastIdx="0" clrIdx="2267"/>
  <p:cmAuthor id="426" name="杨思思_VNjyvY7j" initials="authorId_430925712" lastIdx="0" clrIdx="425"/>
  <p:cmAuthor id="2269" name="wells" initials="w" lastIdx="0" clrIdx="2268"/>
  <p:cmAuthor id="427" name="未知的使用者147" initials="未" lastIdx="0" clrIdx="426"/>
  <p:cmAuthor id="2270" name="zgyd2023" initials="z" lastIdx="0" clrIdx="2269"/>
  <p:cmAuthor id="428" name="周君_MfIffYra" initials="authorId_375419134" lastIdx="0" clrIdx="427"/>
  <p:cmAuthor id="2271" name="吕欣1" initials="吕" lastIdx="0" clrIdx="2270"/>
  <p:cmAuthor id="429" name="未知用户166" initials="未知用户166" lastIdx="0" clrIdx="428"/>
  <p:cmAuthor id="2272" name="刘薇" initials="刘" lastIdx="0" clrIdx="2271"/>
  <p:cmAuthor id="430" name="未知的使用者149" initials="未" lastIdx="0" clrIdx="429"/>
  <p:cmAuthor id="454666687" name="丁乐" initials="丁" lastIdx="1" clrIdx="0"/>
  <p:cmAuthor id="2273" name="相源飞" initials="相" lastIdx="0" clrIdx="2272"/>
  <p:cmAuthor id="431" name="乐燕" initials="乐" lastIdx="0" clrIdx="430"/>
  <p:cmAuthor id="2274" name="王红信" initials="王" lastIdx="0" clrIdx="2273"/>
  <p:cmAuthor id="432" name="未知用户167" initials="未知用户167" lastIdx="0" clrIdx="431"/>
  <p:cmAuthor id="2275" name="王剑" initials="王" lastIdx="0" clrIdx="2274"/>
  <p:cmAuthor id="433" name="未知用户168" initials="未知用户168" lastIdx="0" clrIdx="432"/>
  <p:cmAuthor id="2276" name="15536" initials="1" lastIdx="0" clrIdx="2275"/>
  <p:cmAuthor id="434" name="未知用户169" initials="未知用户169" lastIdx="0" clrIdx="433"/>
  <p:cmAuthor id="2277" name="Wangjian (Frank)" initials="W" lastIdx="0" clrIdx="2276"/>
  <p:cmAuthor id="435" name="未知用户202" initials="未" lastIdx="0" clrIdx="434"/>
  <p:cmAuthor id="2278" name="mengyao gong" initials="mg" lastIdx="0" clrIdx="2277"/>
  <p:cmAuthor id="436" name="未知的使用者220" initials="未" lastIdx="0" clrIdx="435"/>
  <p:cmAuthor id="437" name="未知用户133" initials="未" lastIdx="0" clrIdx="436"/>
  <p:cmAuthor id="438" name="未知用户134" initials="未" lastIdx="0" clrIdx="437"/>
  <p:cmAuthor id="439" name="未知用户135" initials="未" lastIdx="0" clrIdx="438"/>
  <p:cmAuthor id="440" name="未知用户205" initials="未" lastIdx="0" clrIdx="439"/>
  <p:cmAuthor id="441" name="未知的使用者157" initials="未" lastIdx="0" clrIdx="440"/>
  <p:cmAuthor id="442" name="未知的使用者204" initials="未" lastIdx="0" clrIdx="441"/>
  <p:cmAuthor id="443" name="Yoyo Wu" initials="Y" lastIdx="0" clrIdx="442"/>
  <p:cmAuthor id="444" name="zhangbin" initials="z" lastIdx="0" clrIdx="443"/>
  <p:cmAuthor id="445" name="Arno.Du(杜明星)" initials="A" lastIdx="0" clrIdx="444"/>
  <p:cmAuthor id="446" name="Fanny" initials="F" lastIdx="0" clrIdx="445"/>
  <p:cmAuthor id="447" name="未知用户174" initials="未知用户174" lastIdx="0" clrIdx="446"/>
  <p:cmAuthor id="448" name="FAN" initials="F" lastIdx="0" clrIdx="447"/>
  <p:cmAuthor id="449" name="未知用户175" initials="未知用户175" lastIdx="0" clrIdx="448"/>
  <p:cmAuthor id="450" name="sunaoran" initials="s" lastIdx="0" clrIdx="449"/>
  <p:cmAuthor id="451" name="Unknown User27" initials="U" lastIdx="0" clrIdx="450"/>
  <p:cmAuthor id="452" name="Unknown User11" initials="U" lastIdx="0" clrIdx="451"/>
  <p:cmAuthor id="453" name="Unknown User112" initials="U" lastIdx="0" clrIdx="452"/>
  <p:cmAuthor id="454" name="Unknown User59" initials="U" lastIdx="0" clrIdx="453"/>
  <p:cmAuthor id="455" name="未知用户176" initials="未知用户176" lastIdx="0" clrIdx="454"/>
  <p:cmAuthor id="456" name="王 钰" initials="王" lastIdx="0" clrIdx="455"/>
  <p:cmAuthor id="457" name="未知的使用者249" initials="未" lastIdx="0" clrIdx="456"/>
  <p:cmAuthor id="458" name="dengwanting" initials="d" lastIdx="0" clrIdx="457"/>
  <p:cmAuthor id="459" name="未知的使用者250" initials="未" lastIdx="0" clrIdx="458"/>
  <p:cmAuthor id="460" name="ShanQiu LH" initials="SL" lastIdx="0" clrIdx="459"/>
  <p:cmAuthor id="461" name="未知的使用者251" initials="未" lastIdx="0" clrIdx="460"/>
  <p:cmAuthor id="462" name="zheng kedan" initials="zk" lastIdx="0" clrIdx="461"/>
  <p:cmAuthor id="463" name="未知的使用者246" initials="未" lastIdx="0" clrIdx="462"/>
  <p:cmAuthor id="464" name="未知的使用者224" initials="未" lastIdx="0" clrIdx="463"/>
  <p:cmAuthor id="465" name="未知的使用者252" initials="未" lastIdx="0" clrIdx="464"/>
  <p:cmAuthor id="466" name="未知的使用者253" initials="未" lastIdx="0" clrIdx="465"/>
  <p:cmAuthor id="467" name="未知的使用者254" initials="未" lastIdx="0" clrIdx="466"/>
  <p:cmAuthor id="468" name="未知的使用者255" initials="未" lastIdx="0" clrIdx="467"/>
  <p:cmAuthor id="469" name="未知的使用者226" initials="未" lastIdx="0" clrIdx="468"/>
  <p:cmAuthor id="470" name="未知用户195" initials="未" lastIdx="0" clrIdx="469"/>
  <p:cmAuthor id="471" name="raymond luan" initials="r" lastIdx="0" clrIdx="470"/>
  <p:cmAuthor id="472" name="未知用户208" initials="未" lastIdx="0" clrIdx="471"/>
  <p:cmAuthor id="473" name="begin" initials="b" lastIdx="0" clrIdx="472"/>
  <p:cmAuthor id="474" name="未知用户198" initials="未" lastIdx="0" clrIdx="473"/>
  <p:cmAuthor id="475" name="未知用户209" initials="未" lastIdx="0" clrIdx="474"/>
  <p:cmAuthor id="476" name="未知用户36" initials="未" lastIdx="0" clrIdx="475"/>
  <p:cmAuthor id="477" name="Evonlin" initials="E" lastIdx="0" clrIdx="476"/>
  <p:cmAuthor id="478" name="WANGZF" initials="W" lastIdx="0" clrIdx="477"/>
  <p:cmAuthor id="479" name="未知用户94" initials="未" lastIdx="0" clrIdx="478"/>
  <p:cmAuthor id="480" name="未知的使用者188" initials="未" lastIdx="0" clrIdx="479"/>
  <p:cmAuthor id="481" name="LBB" initials="L" lastIdx="0" clrIdx="480"/>
  <p:cmAuthor id="482" name="未知用户118" initials="未" lastIdx="0" clrIdx="481"/>
  <p:cmAuthor id="483" name="未知用户119" initials="未" lastIdx="0" clrIdx="482"/>
  <p:cmAuthor id="484" name="未知用户120" initials="未" lastIdx="0" clrIdx="483"/>
  <p:cmAuthor id="485" name="未知用户121" initials="未" lastIdx="0" clrIdx="484"/>
  <p:cmAuthor id="486" name="未知用户122" initials="未" lastIdx="0" clrIdx="485"/>
  <p:cmAuthor id="487" name="Unknown User68" initials="U" lastIdx="0" clrIdx="486"/>
  <p:cmAuthor id="488" name="梅芬 吳" initials="梅" lastIdx="0" clrIdx="487"/>
  <p:cmAuthor id="489" name="cyq" initials="c" lastIdx="0" clrIdx="488"/>
  <p:cmAuthor id="490" name="王嘉偉" initials="王" lastIdx="0" clrIdx="489"/>
  <p:cmAuthor id="491" name="未知用户425" initials="未" lastIdx="0" clrIdx="490"/>
  <p:cmAuthor id="492" name="未知的使用者211" initials="" lastIdx="0" clrIdx="491"/>
  <p:cmAuthor id="493" name="未知的使用者134" initials="未" lastIdx="0" clrIdx="492"/>
  <p:cmAuthor id="494" name="未知的使用者136" initials="未" lastIdx="0" clrIdx="493"/>
  <p:cmAuthor id="495" name="未知的使用者139" initials="未" lastIdx="0" clrIdx="494"/>
  <p:cmAuthor id="496" name="未知的使用者140" initials="未" lastIdx="0" clrIdx="495"/>
  <p:cmAuthor id="497" name="未知的使用者197" initials="未" lastIdx="0" clrIdx="496"/>
  <p:cmAuthor id="498" name="WPS_1669175722" initials="W" lastIdx="0" clrIdx="497"/>
  <p:cmAuthor id="499" name="王丽君" initials="王" lastIdx="0" clrIdx="498"/>
  <p:cmAuthor id="500" name="Xia Ting" initials="X" lastIdx="0" clrIdx="499"/>
  <p:cmAuthor id="501" name="未知的使用者153" initials="未" lastIdx="0" clrIdx="500"/>
  <p:cmAuthor id="502" name="半暖时光" initials="半" lastIdx="0" clrIdx="501"/>
  <p:cmAuthor id="503" name="未知的使用者154" initials="未" lastIdx="0" clrIdx="502"/>
  <p:cmAuthor id="504" name="杜立旺" initials="杜" lastIdx="0" clrIdx="503"/>
  <p:cmAuthor id="505" name="未知用户10" initials="未" lastIdx="0" clrIdx="504"/>
  <p:cmAuthor id="506" name="未知用户11" initials="未" lastIdx="0" clrIdx="505"/>
  <p:cmAuthor id="507" name="yangsong" initials="y" lastIdx="0" clrIdx="506"/>
  <p:cmAuthor id="508" name="未知的使用者151" initials="未" lastIdx="0" clrIdx="507"/>
  <p:cmAuthor id="509" name="未知的使用者89" initials="未" lastIdx="0" clrIdx="508"/>
  <p:cmAuthor id="510" name="未知的使用者88" initials="未" lastIdx="0" clrIdx="509"/>
  <p:cmAuthor id="511" name="未知用户89" initials="未" lastIdx="0" clrIdx="510"/>
  <p:cmAuthor id="512" name="庆芳 许" initials="庆" lastIdx="0" clrIdx="511"/>
  <p:cmAuthor id="513" name="jerrychou" initials="j" lastIdx="0" clrIdx="512"/>
  <p:cmAuthor id="514" name="不明使用者12" initials="不" lastIdx="0" clrIdx="513"/>
  <p:cmAuthor id="515" name="不明使用者1" initials="不" lastIdx="0" clrIdx="514"/>
  <p:cmAuthor id="516" name="不明使用者2" initials="不" lastIdx="0" clrIdx="515"/>
  <p:cmAuthor id="517" name="不明使用者3" initials="不" lastIdx="0" clrIdx="516"/>
  <p:cmAuthor id="518" name="不明使用者4" initials="不" lastIdx="0" clrIdx="517"/>
  <p:cmAuthor id="519" name="不明使用者6" initials="不" lastIdx="0" clrIdx="518"/>
  <p:cmAuthor id="520" name="不明使用者5" initials="不" lastIdx="0" clrIdx="519"/>
  <p:cmAuthor id="521" name="不明使用者7" initials="不" lastIdx="0" clrIdx="520"/>
  <p:cmAuthor id="522" name="不明使用者8" initials="不" lastIdx="0" clrIdx="521"/>
  <p:cmAuthor id="523" name="不明使用者9" initials="不" lastIdx="0" clrIdx="522"/>
  <p:cmAuthor id="524" name="PENG" initials="P" lastIdx="0" clrIdx="523"/>
  <p:cmAuthor id="525" name="不明使用者10" initials="不" lastIdx="0" clrIdx="524"/>
  <p:cmAuthor id="526" name="不明使用者11" initials="不" lastIdx="0" clrIdx="525"/>
  <p:cmAuthor id="527" name="未知的使用者227" initials="未" lastIdx="0" clrIdx="526"/>
  <p:cmAuthor id="528" name="未知的使用者270" initials="未" lastIdx="0" clrIdx="527"/>
  <p:cmAuthor id="529" name="未知的使用者228" initials="未" lastIdx="0" clrIdx="528"/>
  <p:cmAuthor id="530" name="未知的使用者229" initials="未" lastIdx="0" clrIdx="529"/>
  <p:cmAuthor id="531" name="未知的使用者230" initials="未" lastIdx="0" clrIdx="530"/>
  <p:cmAuthor id="532" name="未知的使用者231" initials="未" lastIdx="0" clrIdx="531"/>
  <p:cmAuthor id="533" name="未知的使用者256" initials="未" lastIdx="0" clrIdx="532"/>
  <p:cmAuthor id="534" name="未知的使用者233" initials="未" lastIdx="0" clrIdx="533"/>
  <p:cmAuthor id="535" name="未知的使用者234" initials="未" lastIdx="0" clrIdx="534"/>
  <p:cmAuthor id="536" name="未知的使用者235" initials="未" lastIdx="0" clrIdx="535"/>
  <p:cmAuthor id="537" name="未知的使用者236" initials="未" lastIdx="0" clrIdx="536"/>
  <p:cmAuthor id="538" name="未知的使用者257" initials="未" lastIdx="0" clrIdx="537"/>
  <p:cmAuthor id="539" name="未知的使用者237" initials="未" lastIdx="0" clrIdx="538"/>
  <p:cmAuthor id="540" name="未知的使用者238" initials="未" lastIdx="0" clrIdx="539"/>
  <p:cmAuthor id="541" name="Oscar" initials="O" lastIdx="0" clrIdx="540"/>
  <p:cmAuthor id="542" name="未知的使用者239" initials="未" lastIdx="0" clrIdx="541"/>
  <p:cmAuthor id="543" name="未知的使用者240" initials="未" lastIdx="0" clrIdx="542"/>
  <p:cmAuthor id="544" name="未知的使用者241" initials="未" lastIdx="0" clrIdx="543"/>
  <p:cmAuthor id="545" name="未知的使用者242" initials="未" lastIdx="0" clrIdx="544"/>
  <p:cmAuthor id="546" name="未知的使用者243" initials="未" lastIdx="0" clrIdx="545"/>
  <p:cmAuthor id="547" name="未知的使用者258" initials="未" lastIdx="0" clrIdx="546"/>
  <p:cmAuthor id="548" name="未知的使用者259" initials="未" lastIdx="0" clrIdx="547"/>
  <p:cmAuthor id="549" name="未知的使用者260" initials="未" lastIdx="0" clrIdx="548"/>
  <p:cmAuthor id="550" name="未知的使用者261" initials="未" lastIdx="0" clrIdx="549"/>
  <p:cmAuthor id="551" name="未知的使用者262" initials="未" lastIdx="0" clrIdx="550"/>
  <p:cmAuthor id="552" name="未知的使用者263" initials="未" lastIdx="0" clrIdx="551"/>
  <p:cmAuthor id="553" name="未知的使用者264" initials="未" lastIdx="0" clrIdx="552"/>
  <p:cmAuthor id="554" name="未知的使用者265" initials="未" lastIdx="0" clrIdx="553"/>
  <p:cmAuthor id="555" name="未知的使用者266" initials="未" lastIdx="0" clrIdx="554"/>
  <p:cmAuthor id="556" name="黄常宇" initials="黄" lastIdx="0" clrIdx="555"/>
  <p:cmAuthor id="557" name="未知的使用者267" initials="未" lastIdx="0" clrIdx="556"/>
  <p:cmAuthor id="558" name="未知的使用者268" initials="未" lastIdx="0" clrIdx="557"/>
  <p:cmAuthor id="559" name="未知的使用者269" initials="未" lastIdx="0" clrIdx="558"/>
  <p:cmAuthor id="560" name="lillian" initials="l" lastIdx="0" clrIdx="559"/>
  <p:cmAuthor id="561" name="未知用户197" initials="未" lastIdx="0" clrIdx="560"/>
  <p:cmAuthor id="562" name="未知的使用者217" initials="未" lastIdx="0" clrIdx="561"/>
  <p:cmAuthor id="563" name="未知的使用者218" initials="未" lastIdx="0" clrIdx="562"/>
  <p:cmAuthor id="564" name="未知的使用者219" initials="未" lastIdx="0" clrIdx="563"/>
  <p:cmAuthor id="565" name="未知的使用者214" initials="未" lastIdx="0" clrIdx="564"/>
  <p:cmAuthor id="566" name="未知的使用者152" initials="未" lastIdx="0" clrIdx="565"/>
  <p:cmAuthor id="567" name="依依" initials="依" lastIdx="0" clrIdx="566"/>
  <p:cmAuthor id="568" name="未知的使用者216" initials="未" lastIdx="0" clrIdx="567"/>
  <p:cmAuthor id="569" name="罗志军" initials="" lastIdx="0" clrIdx="568"/>
  <p:cmAuthor id="570" name="未知的使用者156" initials="未" lastIdx="0" clrIdx="569"/>
  <p:cmAuthor id="571" name="未知用户143" initials="未" lastIdx="0" clrIdx="570"/>
  <p:cmAuthor id="572" name="Alex" initials="A" lastIdx="0" clrIdx="571"/>
  <p:cmAuthor id="573" name="未知用户246" initials="未" lastIdx="0" clrIdx="572"/>
  <p:cmAuthor id="574" name="未知的使用者129" initials="未" lastIdx="0" clrIdx="573"/>
  <p:cmAuthor id="575" name="未知的使用者130" initials="未" lastIdx="0" clrIdx="574"/>
  <p:cmAuthor id="576" name="未知的使用者131" initials="未" lastIdx="0" clrIdx="575"/>
  <p:cmAuthor id="577" name="未知的使用者132" initials="未" lastIdx="0" clrIdx="576"/>
  <p:cmAuthor id="578" name="未知的使用者164" initials="未" lastIdx="0" clrIdx="577"/>
  <p:cmAuthor id="579" name="未知的使用者172" initials="未" lastIdx="0" clrIdx="578"/>
  <p:cmAuthor id="580" name="未知的使用者174" initials="未" lastIdx="0" clrIdx="579"/>
  <p:cmAuthor id="581" name="未知的使用者247" initials="未" lastIdx="0" clrIdx="580"/>
  <p:cmAuthor id="582" name="Ohayolanda" initials="O" lastIdx="0" clrIdx="581"/>
  <p:cmAuthor id="583" name="王 刚" initials="王" lastIdx="0" clrIdx="582"/>
  <p:cmAuthor id="584" name="谢学斌" initials="谢" lastIdx="0" clrIdx="583"/>
  <p:cmAuthor id="585" name="未知用户191" initials="未" lastIdx="0" clrIdx="584"/>
  <p:cmAuthor id="586" name="haha" initials="h" lastIdx="0" clrIdx="585"/>
  <p:cmAuthor id="587" name="41586" initials="4" lastIdx="0" clrIdx="586"/>
  <p:cmAuthor id="588" name="唐 赛" initials="唐" lastIdx="0" clrIdx="587"/>
  <p:cmAuthor id="589" name="WKL" initials="W" lastIdx="0" clrIdx="588"/>
  <p:cmAuthor id="590" name="曹劲然" initials="曹" lastIdx="0" clrIdx="589"/>
  <p:cmAuthor id="591" name="未知的使用者146" initials="" lastIdx="0" clrIdx="590"/>
  <p:cmAuthor id="592" name="alexw" initials="a" lastIdx="0" clrIdx="591"/>
  <p:cmAuthor id="593" name="未知的使用者148" initials="" lastIdx="0" clrIdx="592"/>
  <p:cmAuthor id="594" name="Well Li" initials="W" lastIdx="0" clrIdx="593"/>
  <p:cmAuthor id="595" name="SF" initials="S" lastIdx="0" clrIdx="594"/>
  <p:cmAuthor id="596" name="任俊宣" initials="任" lastIdx="0" clrIdx="595"/>
  <p:cmAuthor id="597" name="sammi" initials="s" lastIdx="0" clrIdx="596"/>
  <p:cmAuthor id="598" name="未知用户130" initials="" lastIdx="0" clrIdx="597"/>
  <p:cmAuthor id="599" name="王元" initials="R" lastIdx="0" clrIdx="598"/>
  <p:cmAuthor id="600" name="未知用户189" initials="未" lastIdx="0" clrIdx="599"/>
  <p:cmAuthor id="601" name="370369741@qq.com" initials="3" lastIdx="0" clrIdx="600"/>
  <p:cmAuthor id="602" name="未知用户132" initials="" lastIdx="0" clrIdx="601"/>
  <p:cmAuthor id="603" name="韩剑侠" initials="P" lastIdx="0" clrIdx="602"/>
  <p:cmAuthor id="604" name="未知的使用者160" initials="未" lastIdx="0" clrIdx="603"/>
  <p:cmAuthor id="605" name="孙 笑庆" initials="孙" lastIdx="0" clrIdx="604"/>
  <p:cmAuthor id="606" name="张婷婷" initials="c" lastIdx="0" clrIdx="605"/>
  <p:cmAuthor id="607" name="yang.yuan" initials="y" lastIdx="0" clrIdx="606"/>
  <p:cmAuthor id="608" name="王娟" initials="1" lastIdx="0" clrIdx="607"/>
  <p:cmAuthor id="609" name="cs" initials="x" lastIdx="0" clrIdx="608"/>
  <p:cmAuthor id="610" name="孟令坤" initials="MLK" lastIdx="0" clrIdx="609"/>
  <p:cmAuthor id="611" name="11794" initials="1" lastIdx="0" clrIdx="610"/>
  <p:cmAuthor id="612" name="myl" initials="m" lastIdx="0" clrIdx="611"/>
  <p:cmAuthor id="613" name="Unknown User24" initials="U" lastIdx="0" clrIdx="612"/>
  <p:cmAuthor id="614" name="hmwang" initials="dsc" lastIdx="0" clrIdx="613"/>
  <p:cmAuthor id="615" name="未知的使用者221" initials="" lastIdx="0" clrIdx="614"/>
  <p:cmAuthor id="616" name="未知的使用者222" initials="" lastIdx="0" clrIdx="615"/>
  <p:cmAuthor id="617" name="未知的使用者223" initials="" lastIdx="0" clrIdx="616"/>
  <p:cmAuthor id="618" name="未知的使用者225" initials="" lastIdx="0" clrIdx="617"/>
  <p:cmAuthor id="619" name="allnu" initials="a" lastIdx="0" clrIdx="618"/>
  <p:cmAuthor id="620" name="未知用户207" initials="未" lastIdx="0" clrIdx="619"/>
  <p:cmAuthor id="621" name="未知的使用者137" initials="未" lastIdx="0" clrIdx="620"/>
  <p:cmAuthor id="622" name="jialuo" initials="j" lastIdx="0" clrIdx="621"/>
  <p:cmAuthor id="623" name="heweia@digiwin.com" initials="h" lastIdx="0" clrIdx="622"/>
  <p:cmAuthor id="624" name="ZSX" initials="TP" lastIdx="0" clrIdx="623"/>
  <p:cmAuthor id="625" name="MM" initials="M" lastIdx="0" clrIdx="624"/>
  <p:cmAuthor id="626" name="Qungang Liu" initials="QL" lastIdx="0" clrIdx="625"/>
  <p:cmAuthor id="627" name="未知的使用者232" initials="未" lastIdx="0" clrIdx="626"/>
  <p:cmAuthor id="628" name="刘晓富" initials="User" lastIdx="0" clrIdx="627"/>
  <p:cmAuthor id="629" name="未知用户220" initials="未" lastIdx="0" clrIdx="628"/>
  <p:cmAuthor id="630" name="panghuihui" initials="p" lastIdx="0" clrIdx="629"/>
  <p:cmAuthor id="631" name="super" initials="s" lastIdx="0" clrIdx="630"/>
  <p:cmAuthor id="632" name="未知的使用者208" initials="未" lastIdx="0" clrIdx="631"/>
  <p:cmAuthor id="633" name="zhuzy" initials="z" lastIdx="0" clrIdx="632"/>
  <p:cmAuthor id="634" name="方婷婷" initials="方" lastIdx="0" clrIdx="633"/>
  <p:cmAuthor id="635" name="未知用户313" initials="未" lastIdx="0" clrIdx="634"/>
  <p:cmAuthor id="636" name="未知的使用者192" initials="未" lastIdx="0" clrIdx="635"/>
  <p:cmAuthor id="637" name="piccotina" initials="p" lastIdx="0" clrIdx="636"/>
  <p:cmAuthor id="638" name="HAUWEI" initials="H" lastIdx="0" clrIdx="637"/>
  <p:cmAuthor id="639" name="未知用户20" initials="未" lastIdx="0" clrIdx="638"/>
  <p:cmAuthor id="640" name="未知用户157" initials="未" lastIdx="0" clrIdx="639"/>
  <p:cmAuthor id="641" name="曾蓓/贝贝" initials="曾" lastIdx="0" clrIdx="640"/>
  <p:cmAuthor id="642" name="未知用户158" initials="未" lastIdx="0" clrIdx="641"/>
  <p:cmAuthor id="643" name="未知用户159" initials="未" lastIdx="0" clrIdx="642"/>
  <p:cmAuthor id="644" name="姚琳" initials="姚" lastIdx="0" clrIdx="643"/>
  <p:cmAuthor id="645" name="未知用户160" initials="未" lastIdx="0" clrIdx="644"/>
  <p:cmAuthor id="646" name="桑榆" initials="桑" lastIdx="0" clrIdx="645"/>
  <p:cmAuthor id="647" name="chen" initials="c" lastIdx="0" clrIdx="646"/>
  <p:cmAuthor id="648" name="王 成岩" initials="王" lastIdx="0" clrIdx="647"/>
  <p:cmAuthor id="649" name="順天" initials="順" lastIdx="0" clrIdx="648"/>
  <p:cmAuthor id="650" name="陶夏溦" initials="陶夏溦" lastIdx="0" clrIdx="649"/>
  <p:cmAuthor id="651" name=" " initials="" lastIdx="0" clrIdx="650"/>
  <p:cmAuthor id="652" name="未知用户319" initials="未" lastIdx="0" clrIdx="651"/>
  <p:cmAuthor id="653" name="未知用户222" initials="未" lastIdx="0" clrIdx="652"/>
  <p:cmAuthor id="654" name="未知用户87" initials="未" lastIdx="0" clrIdx="653"/>
  <p:cmAuthor id="655" name="Mmm" initials="M" lastIdx="0" clrIdx="654"/>
  <p:cmAuthor id="656" name="未知用户320" initials="未" lastIdx="0" clrIdx="655"/>
  <p:cmAuthor id="657" name="FanJQ" initials="F" lastIdx="0" clrIdx="656"/>
  <p:cmAuthor id="658" name="CabayJenne" initials="C" lastIdx="0" clrIdx="657"/>
  <p:cmAuthor id="659" name="未知用户211" initials="未" lastIdx="0" clrIdx="658"/>
  <p:cmAuthor id="660" name="未知用户110" initials="未" lastIdx="0" clrIdx="659"/>
  <p:cmAuthor id="661" name="未知用户293" initials="未" lastIdx="0" clrIdx="660"/>
  <p:cmAuthor id="662" name="未知用户201" initials="未" lastIdx="0" clrIdx="661"/>
  <p:cmAuthor id="663" name="未知用户161" initials="未" lastIdx="0" clrIdx="662"/>
  <p:cmAuthor id="664" name="未知用户295" initials="未" lastIdx="0" clrIdx="663"/>
  <p:cmAuthor id="665" name="未知的使用者81" initials="未" lastIdx="0" clrIdx="664"/>
  <p:cmAuthor id="666" name="未知用户327" initials="未" lastIdx="0" clrIdx="665"/>
  <p:cmAuthor id="667" name="未知用户323" initials="未" lastIdx="0" clrIdx="666"/>
  <p:cmAuthor id="668" name="未知的使用者163" initials="" lastIdx="0" clrIdx="667"/>
  <p:cmAuthor id="669" name="未知用户300" initials="未" lastIdx="0" clrIdx="668"/>
  <p:cmAuthor id="670" name="未知用户301" initials="未" lastIdx="0" clrIdx="669"/>
  <p:cmAuthor id="671" name="guanhh" initials="g" lastIdx="0" clrIdx="670"/>
  <p:cmAuthor id="672" name="未知的使用者205" initials="未" lastIdx="0" clrIdx="671"/>
  <p:cmAuthor id="673" name="未知的使用者200" initials="未" lastIdx="0" clrIdx="672"/>
  <p:cmAuthor id="674" name="未知的使用者194" initials="未" lastIdx="0" clrIdx="673"/>
  <p:cmAuthor id="675" name="未知的使用者171" initials="未" lastIdx="0" clrIdx="674"/>
  <p:cmAuthor id="676" name="未知的使用者195" initials="未" lastIdx="0" clrIdx="675"/>
  <p:cmAuthor id="677" name="未知的使用者196" initials="未" lastIdx="0" clrIdx="676"/>
  <p:cmAuthor id="678" name="未知的使用者203" initials="未" lastIdx="0" clrIdx="677"/>
  <p:cmAuthor id="679" name="Sharon" initials="S" lastIdx="0" clrIdx="678"/>
  <p:cmAuthor id="680" name="邢开" initials="邢" lastIdx="0" clrIdx="679"/>
  <p:cmAuthor id="681" name="刘晖" initials="刘" lastIdx="0" clrIdx="680"/>
  <p:cmAuthor id="682" name="未知用户181" initials="未" lastIdx="0" clrIdx="681"/>
  <p:cmAuthor id="683" name="ye gusong" initials="y" lastIdx="0" clrIdx="682"/>
  <p:cmAuthor id="684" name="未知用户277" initials="未" lastIdx="0" clrIdx="683"/>
  <p:cmAuthor id="685" name="未知用户278" initials="未" lastIdx="0" clrIdx="684"/>
  <p:cmAuthor id="686" name="未知用户279" initials="未" lastIdx="0" clrIdx="685"/>
  <p:cmAuthor id="687" name="未知用户280" initials="未" lastIdx="0" clrIdx="686"/>
  <p:cmAuthor id="688" name="未知用户256" initials="未" lastIdx="0" clrIdx="687"/>
  <p:cmAuthor id="689" name="未知用户257" initials="未" lastIdx="0" clrIdx="688"/>
  <p:cmAuthor id="690" name="未知用户258" initials="未" lastIdx="0" clrIdx="689"/>
  <p:cmAuthor id="691" name="未知用户259" initials="未" lastIdx="0" clrIdx="690"/>
  <p:cmAuthor id="692" name="未知用户260" initials="未" lastIdx="0" clrIdx="691"/>
  <p:cmAuthor id="693" name="未知用户261" initials="未" lastIdx="0" clrIdx="692"/>
  <p:cmAuthor id="694" name="未知用户262" initials="未" lastIdx="0" clrIdx="693"/>
  <p:cmAuthor id="695" name="未知用户263" initials="未" lastIdx="0" clrIdx="694"/>
  <p:cmAuthor id="696" name="yudi lin" initials="y" lastIdx="0" clrIdx="695"/>
  <p:cmAuthor id="697" name="未知用户249" initials="未" lastIdx="0" clrIdx="696"/>
  <p:cmAuthor id="698" name="sunqi" initials="s" lastIdx="0" clrIdx="697"/>
  <p:cmAuthor id="699" name="liuzga" initials="l" lastIdx="0" clrIdx="698"/>
  <p:cmAuthor id="700" name="永月墨夜" initials="永" lastIdx="0" clrIdx="699"/>
  <p:cmAuthor id="701" name="49554261@qq.com" initials="4" lastIdx="0" clrIdx="700"/>
  <p:cmAuthor id="702" name="未知用户230" initials="未" lastIdx="0" clrIdx="701"/>
  <p:cmAuthor id="703" name="未知用户231" initials="未" lastIdx="0" clrIdx="702"/>
  <p:cmAuthor id="704" name="未知用户265" initials="未" lastIdx="0" clrIdx="703"/>
  <p:cmAuthor id="705" name="未知用户266" initials="未" lastIdx="0" clrIdx="704"/>
  <p:cmAuthor id="706" name="未知用户267" initials="未" lastIdx="0" clrIdx="705"/>
  <p:cmAuthor id="707" name="未知用户268" initials="未" lastIdx="0" clrIdx="706"/>
  <p:cmAuthor id="708" name="未知用户269" initials="未" lastIdx="0" clrIdx="707"/>
  <p:cmAuthor id="709" name="未知用户237" initials="未" lastIdx="0" clrIdx="708"/>
  <p:cmAuthor id="710" name="未知用户270" initials="未" lastIdx="0" clrIdx="709"/>
  <p:cmAuthor id="711" name="未知用户271" initials="未" lastIdx="0" clrIdx="710"/>
  <p:cmAuthor id="712" name="未知用户284" initials="未" lastIdx="0" clrIdx="711"/>
  <p:cmAuthor id="713" name="未知用户250" initials="未" lastIdx="0" clrIdx="712"/>
  <p:cmAuthor id="714" name="未知用户281" initials="未" lastIdx="0" clrIdx="713"/>
  <p:cmAuthor id="715" name="未知用户272" initials="未" lastIdx="0" clrIdx="714"/>
  <p:cmAuthor id="716" name="糕酥...●—●" initials="糕" lastIdx="0" clrIdx="715"/>
  <p:cmAuthor id="717" name="未知用户241" initials="未" lastIdx="0" clrIdx="716"/>
  <p:cmAuthor id="718" name="未知用户242" initials="未" lastIdx="0" clrIdx="717"/>
  <p:cmAuthor id="719" name="未知用户282" initials="未" lastIdx="0" clrIdx="718"/>
  <p:cmAuthor id="720" name="未知用户244" initials="未" lastIdx="0" clrIdx="719"/>
  <p:cmAuthor id="721" name="未知用户245" initials="未" lastIdx="0" clrIdx="720"/>
  <p:cmAuthor id="722" name="未知用户283" initials="未" lastIdx="0" clrIdx="721"/>
  <p:cmAuthor id="723" name="莊安君" initials="莊" lastIdx="0" clrIdx="722"/>
  <p:cmAuthor id="724" name="v15194" initials="v" lastIdx="0" clrIdx="723"/>
  <p:cmAuthor id="725" name="未知用户276" initials="未" lastIdx="0" clrIdx="724"/>
  <p:cmAuthor id="726" name="gj" initials="g" lastIdx="0" clrIdx="725"/>
  <p:cmAuthor id="727" name="Carol Kelly" initials="C" lastIdx="0" clrIdx="726"/>
  <p:cmAuthor id="728" name="未知的使用者155" initials="未" lastIdx="0" clrIdx="727"/>
  <p:cmAuthor id="729" name="姚丽娟" initials="姚" lastIdx="0" clrIdx="728"/>
  <p:cmAuthor id="730" name="Unknown User58" initials="U" lastIdx="0" clrIdx="729"/>
  <p:cmAuthor id="731" name="Unknown User55" initials="U" lastIdx="0" clrIdx="730"/>
  <p:cmAuthor id="732" name="未知用户343" initials="未" lastIdx="0" clrIdx="731"/>
  <p:cmAuthor id="733" name="Huipeng Cao" initials="H" lastIdx="0" clrIdx="732"/>
  <p:cmAuthor id="734" name="李 雷雨" initials="李" lastIdx="0" clrIdx="733"/>
  <p:cmAuthor id="735" name="91257" initials="9" lastIdx="0" clrIdx="734"/>
  <p:cmAuthor id="736" name="vicky" initials="v" lastIdx="0" clrIdx="735"/>
  <p:cmAuthor id="737" name="未知用户358" initials="未" lastIdx="0" clrIdx="736"/>
  <p:cmAuthor id="738" name="未知用户359" initials="未" lastIdx="0" clrIdx="737"/>
  <p:cmAuthor id="739" name="未知用户360" initials="未" lastIdx="0" clrIdx="738"/>
  <p:cmAuthor id="740" name="李阳" initials="liyang37@ha.cmcc" lastIdx="0" clrIdx="739"/>
  <p:cmAuthor id="741" name="未知用户364" initials="未" lastIdx="0" clrIdx="740"/>
  <p:cmAuthor id="742" name="Heyhx" initials="H" lastIdx="0" clrIdx="741"/>
  <p:cmAuthor id="743" name="未知用户297" initials="未" lastIdx="0" clrIdx="742"/>
  <p:cmAuthor id="744" name="未知用户298" initials="未" lastIdx="0" clrIdx="743"/>
  <p:cmAuthor id="745" name="未知用户307" initials="未" lastIdx="0" clrIdx="744"/>
  <p:cmAuthor id="746" name="王启良" initials="王" lastIdx="0" clrIdx="745"/>
  <p:cmAuthor id="747" name="华" initials="华" lastIdx="0" clrIdx="746"/>
  <p:cmAuthor id="748" name="未知用户315" initials="未" lastIdx="0" clrIdx="747"/>
  <p:cmAuthor id="749" name="未知用户317" initials="未" lastIdx="0" clrIdx="748"/>
  <p:cmAuthor id="750" name="未知用户329" initials="未" lastIdx="0" clrIdx="749"/>
  <p:cmAuthor id="751" name="赵永成" initials="赵" lastIdx="0" clrIdx="750"/>
  <p:cmAuthor id="752" name="未知用户333" initials="未" lastIdx="0" clrIdx="751"/>
  <p:cmAuthor id="753" name="16640" initials="1" lastIdx="0" clrIdx="752"/>
  <p:cmAuthor id="754" name="Carol Wu" initials="C" lastIdx="0" clrIdx="753"/>
  <p:cmAuthor id="755" name="袖盈嘉茉" initials="袖" lastIdx="0" clrIdx="754"/>
  <p:cmAuthor id="756" name="Think" initials="T" lastIdx="0" clrIdx="755"/>
  <p:cmAuthor id="757" name="未知用户341" initials="未" lastIdx="0" clrIdx="756"/>
  <p:cmAuthor id="758" name="未知用户304" initials="未" lastIdx="0" clrIdx="757"/>
  <p:cmAuthor id="759" name="未知用户305" initials="未" lastIdx="0" clrIdx="758"/>
  <p:cmAuthor id="760" name="敢 王" initials="敢" lastIdx="0" clrIdx="759"/>
  <p:cmAuthor id="761" name="邓 勇" initials="邓" lastIdx="0" clrIdx="760"/>
  <p:cmAuthor id="762" name="陈城" initials="陈" lastIdx="0" clrIdx="761"/>
  <p:cmAuthor id="763" name="未知用户309" initials="未" lastIdx="0" clrIdx="762"/>
  <p:cmAuthor id="764" name="yangxy" initials="y" lastIdx="0" clrIdx="763"/>
  <p:cmAuthor id="765" name="未知用户311" initials="未" lastIdx="0" clrIdx="764"/>
  <p:cmAuthor id="766" name="未知用户312" initials="未" lastIdx="0" clrIdx="765"/>
  <p:cmAuthor id="767" name="未知用户402" initials="未" lastIdx="0" clrIdx="766"/>
  <p:cmAuthor id="768" name="未知用户314" initials="未" lastIdx="0" clrIdx="767"/>
  <p:cmAuthor id="769" name="晓  曲" initials="晓" lastIdx="0" clrIdx="768"/>
  <p:cmAuthor id="770" name="未知用户405" initials="未" lastIdx="0" clrIdx="769"/>
  <p:cmAuthor id="771" name="未知用户216" initials="未" lastIdx="0" clrIdx="770"/>
  <p:cmAuthor id="772" name="孟连磊" initials="孟" lastIdx="0" clrIdx="771"/>
  <p:cmAuthor id="773" name="未知用户384" initials="未" lastIdx="0" clrIdx="772"/>
  <p:cmAuthor id="774" name="未知的使用者177" initials="未" lastIdx="0" clrIdx="773"/>
  <p:cmAuthor id="775" name="未知用户386" initials="未" lastIdx="0" clrIdx="774"/>
  <p:cmAuthor id="776" name="未知用户387" initials="未" lastIdx="0" clrIdx="775"/>
  <p:cmAuthor id="777" name="未知用户388" initials="未" lastIdx="0" clrIdx="776"/>
  <p:cmAuthor id="778" name="未知用户411" initials="未" lastIdx="0" clrIdx="777"/>
  <p:cmAuthor id="779" name="未知用户389" initials="未" lastIdx="0" clrIdx="778"/>
  <p:cmAuthor id="780" name="西赆南琛" initials="西" lastIdx="0" clrIdx="779"/>
  <p:cmAuthor id="781" name="未知用户390" initials="未" lastIdx="0" clrIdx="780"/>
  <p:cmAuthor id="782" name="未知用户391" initials="未" lastIdx="0" clrIdx="781"/>
  <p:cmAuthor id="783" name="未知用户392" initials="未" lastIdx="0" clrIdx="782"/>
  <p:cmAuthor id="784" name="未知用户393" initials="未" lastIdx="0" clrIdx="783"/>
  <p:cmAuthor id="785" name="武戎" initials="武" lastIdx="0" clrIdx="784"/>
  <p:cmAuthor id="786" name="未知用户394" initials="未" lastIdx="0" clrIdx="785"/>
  <p:cmAuthor id="787" name="未知用户395" initials="未" lastIdx="0" clrIdx="786"/>
  <p:cmAuthor id="788" name="未知用户396" initials="未" lastIdx="0" clrIdx="787"/>
  <p:cmAuthor id="789" name="未知用户406" initials="未" lastIdx="0" clrIdx="788"/>
  <p:cmAuthor id="790" name="未知用户397" initials="未" lastIdx="0" clrIdx="789"/>
  <p:cmAuthor id="791" name="未知用户407" initials="未" lastIdx="0" clrIdx="790"/>
  <p:cmAuthor id="792" name="未知用户398" initials="未" lastIdx="0" clrIdx="791"/>
  <p:cmAuthor id="793" name="未知用户399" initials="未" lastIdx="0" clrIdx="792"/>
  <p:cmAuthor id="794" name="未知用户400" initials="未" lastIdx="0" clrIdx="793"/>
  <p:cmAuthor id="795" name="未知用户401" initials="未" lastIdx="0" clrIdx="794"/>
  <p:cmAuthor id="796" name="未知用户420" initials="未" lastIdx="0" clrIdx="795"/>
  <p:cmAuthor id="797" name="未知用户421" initials="未" lastIdx="0" clrIdx="796"/>
  <p:cmAuthor id="798" name="未知用户422" initials="未" lastIdx="0" clrIdx="797"/>
  <p:cmAuthor id="799" name="未知用户423" initials="未" lastIdx="0" clrIdx="798"/>
  <p:cmAuthor id="800" name="奇点" initials="奇" lastIdx="0" clrIdx="799"/>
  <p:cmAuthor id="801" name="未知用户424" initials="未" lastIdx="0" clrIdx="800"/>
  <p:cmAuthor id="802" name="未知用户419" initials="未" lastIdx="0" clrIdx="801"/>
  <p:cmAuthor id="803" name="Tome" initials="T" lastIdx="0" clrIdx="802"/>
  <p:cmAuthor id="804" name="未知用户426" initials="未" lastIdx="0" clrIdx="803"/>
  <p:cmAuthor id="805" name="未知用户427" initials="未" lastIdx="0" clrIdx="804"/>
  <p:cmAuthor id="806" name="未知用户428" initials="未" lastIdx="0" clrIdx="805"/>
  <p:cmAuthor id="807" name="未知用户429" initials="未" lastIdx="0" clrIdx="806"/>
  <p:cmAuthor id="808" name="未知用户430" initials="未" lastIdx="0" clrIdx="807"/>
  <p:cmAuthor id="809" name="刘付平" initials="刘" lastIdx="0" clrIdx="808"/>
  <p:cmAuthor id="810" name="未知用户431" initials="未" lastIdx="0" clrIdx="809"/>
  <p:cmAuthor id="811" name="未知用户432" initials="未" lastIdx="0" clrIdx="810"/>
  <p:cmAuthor id="812" name="晚·峰" initials="晚" lastIdx="0" clrIdx="811"/>
  <p:cmAuthor id="813" name="未知用户433" initials="未" lastIdx="0" clrIdx="812"/>
  <p:cmAuthor id="814" name="未知用户434" initials="未" lastIdx="0" clrIdx="813"/>
  <p:cmAuthor id="815" name="未知用户435" initials="未" lastIdx="0" clrIdx="814"/>
  <p:cmAuthor id="816" name="未知用户436" initials="未" lastIdx="0" clrIdx="815"/>
  <p:cmAuthor id="817" name="未知用户437" initials="未" lastIdx="0" clrIdx="816"/>
  <p:cmAuthor id="818" name="未知用户438" initials="未" lastIdx="0" clrIdx="817"/>
  <p:cmAuthor id="819" name="未知用户417" initials="未" lastIdx="0" clrIdx="818"/>
  <p:cmAuthor id="820" name="未知用户439" initials="未" lastIdx="0" clrIdx="819"/>
  <p:cmAuthor id="821" name="未知用户440" initials="未" lastIdx="0" clrIdx="820"/>
  <p:cmAuthor id="822" name="未知用户441" initials="未" lastIdx="0" clrIdx="821"/>
  <p:cmAuthor id="823" name="ccc" initials="c" lastIdx="0" clrIdx="822"/>
  <p:cmAuthor id="824" name="未知用户442" initials="未" lastIdx="0" clrIdx="823"/>
  <p:cmAuthor id="825" name="未知用户443" initials="未" lastIdx="0" clrIdx="824"/>
  <p:cmAuthor id="826" name="未知用户444" initials="未" lastIdx="0" clrIdx="825"/>
  <p:cmAuthor id="827" name="未知用户445" initials="未" lastIdx="0" clrIdx="826"/>
  <p:cmAuthor id="828" name="未知用户446" initials="未" lastIdx="0" clrIdx="827"/>
  <p:cmAuthor id="829" name="未知用户447" initials="未" lastIdx="0" clrIdx="828"/>
  <p:cmAuthor id="830" name="未知用户448" initials="未" lastIdx="0" clrIdx="829"/>
  <p:cmAuthor id="831" name="未知用户326" initials="未" lastIdx="0" clrIdx="830"/>
  <p:cmAuthor id="832" name="未知用户365" initials="未" lastIdx="0" clrIdx="831"/>
  <p:cmAuthor id="833" name="zcy" initials="z" lastIdx="0" clrIdx="832"/>
  <p:cmAuthor id="834" name="未知用户366" initials="未" lastIdx="0" clrIdx="833"/>
  <p:cmAuthor id="835" name="崔艳鹏" initials="崔" lastIdx="0" clrIdx="834"/>
  <p:cmAuthor id="836" name="未知用户367" initials="未" lastIdx="0" clrIdx="835"/>
  <p:cmAuthor id="837" name="DELL" initials="D" lastIdx="0" clrIdx="836"/>
  <p:cmAuthor id="838" name="未知用户368" initials="未" lastIdx="0" clrIdx="837"/>
  <p:cmAuthor id="839" name="HZS00" initials="H" lastIdx="0" clrIdx="838"/>
  <p:cmAuthor id="840" name="8613250766486" initials="8" lastIdx="0" clrIdx="839"/>
  <p:cmAuthor id="841" name="丁喆彤" initials="丁" lastIdx="0" clrIdx="840"/>
  <p:cmAuthor id="842" name="yeqq06" initials="y" lastIdx="0" clrIdx="841"/>
  <p:cmAuthor id="843" name="张辉" initials="张" lastIdx="0" clrIdx="842"/>
  <p:cmAuthor id="844" name="hainan zheng" initials="h" lastIdx="0" clrIdx="843"/>
  <p:cmAuthor id="845" name="杨强" initials="杨" lastIdx="0" clrIdx="844"/>
  <p:cmAuthor id="846" name="gayxb" initials="g" lastIdx="0" clrIdx="845"/>
  <p:cmAuthor id="847" name="檀晟 陈" initials="檀晟" lastIdx="0" clrIdx="846"/>
  <p:cmAuthor id="848" name="lish54" initials="l" lastIdx="0" clrIdx="847"/>
  <p:cmAuthor id="849" name="百里 长青" initials="百" lastIdx="0" clrIdx="848"/>
  <p:cmAuthor id="850" name="wenle369@sina.com" initials="w" lastIdx="0" clrIdx="849"/>
  <p:cmAuthor id="851" name="殷 积波" initials="殷" lastIdx="0" clrIdx="850"/>
  <p:cmAuthor id="852" name="启浩" initials="启" lastIdx="0" clrIdx="851"/>
  <p:cmAuthor id="853" name="袨?嗴?傤?" initials="袨" lastIdx="0" clrIdx="852"/>
  <p:cmAuthor id="854" name="林玲 郑" initials="林" lastIdx="0" clrIdx="853"/>
  <p:cmAuthor id="855" name="554154816@qq.com" initials="5" lastIdx="0" clrIdx="854"/>
  <p:cmAuthor id="856" name="未知用户192" initials="未" lastIdx="0" clrIdx="855"/>
  <p:cmAuthor id="857" name="未知用户379" initials="未" lastIdx="0" clrIdx="856"/>
  <p:cmAuthor id="858" name="未知用户418" initials="未" lastIdx="0" clrIdx="857"/>
  <p:cmAuthor id="859" name="未知用户380" initials="未" lastIdx="0" clrIdx="858"/>
  <p:cmAuthor id="860" name="未知用户381" initials="未" lastIdx="0" clrIdx="859"/>
  <p:cmAuthor id="861" name="未知用户382" initials="未" lastIdx="0" clrIdx="860"/>
  <p:cmAuthor id="862" name="未知用户383" initials="未" lastIdx="0" clrIdx="861"/>
  <p:cmAuthor id="863" name="sizx" initials="s" lastIdx="0" clrIdx="862"/>
  <p:cmAuthor id="864" name="未知用户294" initials="未" lastIdx="0" clrIdx="863"/>
  <p:cmAuthor id="865" name="未知用户385" initials="未" lastIdx="0" clrIdx="864"/>
  <p:cmAuthor id="866" name="池依曼" initials="池" lastIdx="0" clrIdx="865"/>
  <p:cmAuthor id="867" name="未知用户219" initials="未" lastIdx="0" clrIdx="866"/>
  <p:cmAuthor id="868" name="未知用户348" initials="未" lastIdx="0" clrIdx="867"/>
  <p:cmAuthor id="869" name="未知用户232" initials="未" lastIdx="0" clrIdx="868"/>
  <p:cmAuthor id="870" name="未知用户226" initials="未" lastIdx="0" clrIdx="869"/>
  <p:cmAuthor id="871" name="亚运 曹" initials="亚" lastIdx="0" clrIdx="870"/>
  <p:cmAuthor id="872" name="张鑫" initials="张" lastIdx="0" clrIdx="871"/>
  <p:cmAuthor id="873" name="车旭" initials="车" lastIdx="0" clrIdx="872"/>
  <p:cmAuthor id="874" name="lp" initials="l" lastIdx="0" clrIdx="873"/>
  <p:cmAuthor id="875" name="张正明" initials="张" lastIdx="0" clrIdx="874"/>
  <p:cmAuthor id="876" name="FANG SUN" initials="F" lastIdx="0" clrIdx="875"/>
  <p:cmAuthor id="877" name="富德生命人寿" initials="富" lastIdx="0" clrIdx="876"/>
  <p:cmAuthor id="878" name="袁缘" initials="袁" lastIdx="0" clrIdx="877"/>
  <p:cmAuthor id="879" name="未知用户416" initials="未" lastIdx="0" clrIdx="878"/>
  <p:cmAuthor id="880" name="tonghailan" initials="t" lastIdx="0" clrIdx="879"/>
  <p:cmAuthor id="881" name="未知用户404" initials="未" lastIdx="0" clrIdx="880"/>
  <p:cmAuthor id="882" name="Pearson.Zhao" initials="P" lastIdx="0" clrIdx="881"/>
  <p:cmAuthor id="883" name="未知用户408" initials="未" lastIdx="0" clrIdx="882"/>
  <p:cmAuthor id="884" name="未知用户409" initials="未" lastIdx="0" clrIdx="883"/>
  <p:cmAuthor id="885" name="未知用户412" initials="未" lastIdx="0" clrIdx="884"/>
  <p:cmAuthor id="886" name="未知用户413" initials="未" lastIdx="0" clrIdx="885"/>
  <p:cmAuthor id="887" name="未知用户414" initials="未" lastIdx="0" clrIdx="886"/>
  <p:cmAuthor id="888" name="未知用户415" initials="未" lastIdx="0" clrIdx="887"/>
  <p:cmAuthor id="889" name="未知用户215" initials="未" lastIdx="0" clrIdx="888"/>
  <p:cmAuthor id="890" name="未知用户217" initials="未" lastIdx="0" clrIdx="889"/>
  <p:cmAuthor id="891" name="未知用户371" initials="未" lastIdx="0" clrIdx="890"/>
  <p:cmAuthor id="892" name="未知用户370" initials="未" lastIdx="0" clrIdx="891"/>
  <p:cmAuthor id="893" name="DldUlcks" initials="D" lastIdx="0" clrIdx="892"/>
  <p:cmAuthor id="894" name="未知用户347" initials="未" lastIdx="0" clrIdx="893"/>
  <p:cmAuthor id="895" name="未知用户286" initials="未" lastIdx="0" clrIdx="894"/>
  <p:cmAuthor id="896" name="未知用户373" initials="未" lastIdx="0" clrIdx="895"/>
  <p:cmAuthor id="897" name="未知用户350" initials="未" lastIdx="0" clrIdx="896"/>
  <p:cmAuthor id="898" name="未知用户218" initials="未" lastIdx="0" clrIdx="897"/>
  <p:cmAuthor id="899" name="WPS_1716908770" initials="W" lastIdx="0" clrIdx="898"/>
  <p:cmAuthor id="900" name="未知用户351" initials="未" lastIdx="0" clrIdx="899"/>
  <p:cmAuthor id="901" name="未知用户352" initials="未" lastIdx="0" clrIdx="900"/>
  <p:cmAuthor id="902" name="未知用户353" initials="未" lastIdx="0" clrIdx="901"/>
  <p:cmAuthor id="903" name="未知用户354" initials="未" lastIdx="0" clrIdx="902"/>
  <p:cmAuthor id="904" name="未知用户355" initials="未" lastIdx="0" clrIdx="903"/>
  <p:cmAuthor id="905" name="未知用户356" initials="未" lastIdx="0" clrIdx="904"/>
  <p:cmAuthor id="906" name="未知用户378" initials="未" lastIdx="0" clrIdx="905"/>
  <p:cmAuthor id="907" name="未知用户357" initials="未" lastIdx="0" clrIdx="906"/>
  <p:cmAuthor id="908" name="未知用户362" initials="未" lastIdx="0" clrIdx="907"/>
  <p:cmAuthor id="909" name="未知用户363" initials="未" lastIdx="0" clrIdx="908"/>
  <p:cmAuthor id="910" name="未知用户374" initials="未" lastIdx="0" clrIdx="909"/>
  <p:cmAuthor id="911" name="未知用户375" initials="未" lastIdx="0" clrIdx="910"/>
  <p:cmAuthor id="912" name="未知用户369" initials="未" lastIdx="0" clrIdx="911"/>
  <p:cmAuthor id="913" name="未知用户376" initials="未" lastIdx="0" clrIdx="912"/>
  <p:cmAuthor id="914" name="吴开云" initials="吴" lastIdx="0" clrIdx="913"/>
  <p:cmAuthor id="915" name="未知用户377" initials="未" lastIdx="0" clrIdx="914"/>
  <p:cmAuthor id="916" name="未知用户372" initials="未" lastIdx="0" clrIdx="915"/>
  <p:cmAuthor id="917" name="Xzjd" initials="X" lastIdx="0" clrIdx="916"/>
  <p:cmAuthor id="918" name="于浣" initials="于" lastIdx="0" clrIdx="917"/>
  <p:cmAuthor id="919" name="未知用户451" initials="未" lastIdx="0" clrIdx="918"/>
  <p:cmAuthor id="920" name="未知用户466" initials="未" lastIdx="0" clrIdx="919"/>
  <p:cmAuthor id="921" name="李进进" initials="李" lastIdx="0" clrIdx="920"/>
  <p:cmAuthor id="922" name="未知用户460" initials="未" lastIdx="0" clrIdx="921"/>
  <p:cmAuthor id="923" name="小粟勺" initials="小" lastIdx="0" clrIdx="922"/>
  <p:cmAuthor id="924" name="未知用户454" initials="未" lastIdx="0" clrIdx="923"/>
  <p:cmAuthor id="925" name="未知用户461" initials="未" lastIdx="0" clrIdx="924"/>
  <p:cmAuthor id="926" name="未知用户455" initials="未" lastIdx="0" clrIdx="925"/>
  <p:cmAuthor id="927" name="未知用户462" initials="未" lastIdx="0" clrIdx="926"/>
  <p:cmAuthor id="928" name="未知用户465" initials="未" lastIdx="0" clrIdx="927"/>
  <p:cmAuthor id="929" name="未知用户457" initials="未" lastIdx="0" clrIdx="928"/>
  <p:cmAuthor id="930" name="未知用户450" initials="未" lastIdx="0" clrIdx="929"/>
  <p:cmAuthor id="931" name="时光" initials="时" lastIdx="0" clrIdx="930"/>
  <p:cmAuthor id="932" name="黄炜" initials="黄" lastIdx="0" clrIdx="931"/>
  <p:cmAuthor id="933" name="未知用户463" initials="未" lastIdx="0" clrIdx="932"/>
  <p:cmAuthor id="934" name="徐 正国" initials="徐" lastIdx="0" clrIdx="933"/>
  <p:cmAuthor id="935" name="未知用户467" initials="未" lastIdx="0" clrIdx="934"/>
  <p:cmAuthor id="936" name="NTKO" initials="H" lastIdx="0" clrIdx="935"/>
  <p:cmAuthor id="937" name="未知用户468" initials="未" lastIdx="0" clrIdx="936"/>
  <p:cmAuthor id="938" name="Tianchi Yao" initials="TY" lastIdx="0" clrIdx="937"/>
  <p:cmAuthor id="939" name="未知用户469" initials="未" lastIdx="0" clrIdx="938"/>
  <p:cmAuthor id="940" name="秀雪 贾" initials="秀贾" lastIdx="0" clrIdx="939"/>
  <p:cmAuthor id="941" name="未知用户458" initials="未" lastIdx="0" clrIdx="940"/>
  <p:cmAuthor id="942" name="xiaoming chang" initials="xc" lastIdx="0" clrIdx="941"/>
  <p:cmAuthor id="943" name="未知用户470" initials="未" lastIdx="0" clrIdx="942"/>
  <p:cmAuthor id="944" name="周豪特_N7nyVj2I" initials="authorId_419394838" lastIdx="0" clrIdx="943"/>
  <p:cmAuthor id="945" name="未知用户471" initials="未" lastIdx="0" clrIdx="944"/>
  <p:cmAuthor id="946" name="丁华乐_qaMraEby" initials="authorId_616659736" lastIdx="0" clrIdx="945"/>
  <p:cmAuthor id="947" name="WPS_1686010660" initials="W" lastIdx="0" clrIdx="946"/>
  <p:cmAuthor id="948" name="未知用户472" initials="未" lastIdx="0" clrIdx="947"/>
  <p:cmAuthor id="949" name="罗平_QfY3MnyU" initials="authorId_1512265542" lastIdx="0" clrIdx="948"/>
  <p:cmAuthor id="950" name="未知用户473" initials="未" lastIdx="0" clrIdx="949"/>
  <p:cmAuthor id="951" name="虞新颖_36fmV3QV" initials="authorId_321496044" lastIdx="0" clrIdx="950"/>
  <p:cmAuthor id="952" name="未知用户235" initials="未" lastIdx="0" clrIdx="951"/>
  <p:cmAuthor id="953" name="鲁琪_ayIzYrYZ" initials="authorId_602698507" lastIdx="0" clrIdx="952"/>
  <p:cmAuthor id="954" name="未知用户453" initials="未" lastIdx="0" clrIdx="953"/>
  <p:cmAuthor id="955" name="黄百成_m6Jjq6bQ" initials="authorId_901868002" lastIdx="0" clrIdx="954"/>
  <p:cmAuthor id="956" name="未知用户474" initials="未" lastIdx="0" clrIdx="955"/>
  <p:cmAuthor id="957" name="刘浩" initials="刘" lastIdx="0" clrIdx="956"/>
  <p:cmAuthor id="958" name="未知用户475" initials="未" lastIdx="0" clrIdx="957"/>
  <p:cmAuthor id="959" name="Vivian Liu" initials="VL" lastIdx="0" clrIdx="958"/>
  <p:cmAuthor id="960" name="未知用户476" initials="未" lastIdx="0" clrIdx="959"/>
  <p:cmAuthor id="961" name="李 富岩" initials="李" lastIdx="0" clrIdx="960"/>
  <p:cmAuthor id="962" name="未知用户459" initials="未" lastIdx="0" clrIdx="961"/>
  <p:cmAuthor id="963" name="a1270005862@outlook.com" initials="a" lastIdx="0" clrIdx="962"/>
  <p:cmAuthor id="964" name="未知用户489" initials="未" lastIdx="0" clrIdx="963"/>
  <p:cmAuthor id="965" name="YY" initials="Y" lastIdx="0" clrIdx="964"/>
  <p:cmAuthor id="966" name="lihui" initials="l" lastIdx="0" clrIdx="965"/>
  <p:cmAuthor id="967" name="未知用户488" initials="未" lastIdx="0" clrIdx="966"/>
  <p:cmAuthor id="968" name="jiapeng wong" initials="jw" lastIdx="0" clrIdx="967"/>
  <p:cmAuthor id="969" name="木漏れ日" initials="木" lastIdx="0" clrIdx="968"/>
  <p:cmAuthor id="970" name="未知用户490" initials="未" lastIdx="0" clrIdx="969"/>
  <p:cmAuthor id="971" name="sk" initials="s" lastIdx="0" clrIdx="970"/>
  <p:cmAuthor id="972" name="未知用户477" initials="未" lastIdx="0" clrIdx="971"/>
  <p:cmAuthor id="973" name="未知用户478" initials="未" lastIdx="0" clrIdx="972"/>
  <p:cmAuthor id="974" name="张磊" initials="张" lastIdx="0" clrIdx="973"/>
  <p:cmAuthor id="975" name="未知用户479" initials="未" lastIdx="0" clrIdx="974"/>
  <p:cmAuthor id="976" name="未知用户480" initials="未" lastIdx="0" clrIdx="975"/>
  <p:cmAuthor id="977" name="未知用户481" initials="未" lastIdx="0" clrIdx="976"/>
  <p:cmAuthor id="978" name="未知用户482" initials="未" lastIdx="0" clrIdx="977"/>
  <p:cmAuthor id="979" name="未知用户483" initials="未" lastIdx="0" clrIdx="978"/>
  <p:cmAuthor id="980" name="未知用户484" initials="未" lastIdx="0" clrIdx="979"/>
  <p:cmAuthor id="981" name="未知用户485" initials="未" lastIdx="0" clrIdx="980"/>
  <p:cmAuthor id="982" name="未知用户486" initials="未" lastIdx="0" clrIdx="981"/>
  <p:cmAuthor id="983" name="未知用户452" initials="未" lastIdx="0" clrIdx="982"/>
  <p:cmAuthor id="984" name="未知用户456" initials="未" lastIdx="0" clrIdx="983"/>
  <p:cmAuthor id="985" name="未知用户464" initials="未" lastIdx="0" clrIdx="984"/>
  <p:cmAuthor id="986" name="未知用户487" initials="未" lastIdx="0" clrIdx="985"/>
  <p:cmAuthor id="987" name="部室管理员/软件开发中心/总行机关/ABC" initials="部" lastIdx="0" clrIdx="986"/>
  <p:cmAuthor id="988" name="zilong.li" initials="z" lastIdx="0" clrIdx="987"/>
  <p:cmAuthor id="989" name="weilizz" initials="weilizz" lastIdx="0" clrIdx="988"/>
  <p:cmAuthor id="990" name="Wang lei" initials="W" lastIdx="0" clrIdx="989"/>
  <p:cmAuthor id="991" name="shanshuyao@sd.cmcc" initials="shanshuyao@sd.cmcc" lastIdx="0" clrIdx="990"/>
  <p:cmAuthor id="992" name="huangweijing" initials="h" lastIdx="0" clrIdx="991"/>
  <p:cmAuthor id="993" name="seki" initials="s" lastIdx="0" clrIdx="992"/>
  <p:cmAuthor id="994" name="guoshasha@hq.cmcc" initials="guoshasha" lastIdx="0" clrIdx="993"/>
  <p:cmAuthor id="995" name="刘佳颖" initials="刘" lastIdx="0" clrIdx="994"/>
  <p:cmAuthor id="996" name="USER631805" initials="U" lastIdx="0" clrIdx="995"/>
  <p:cmAuthor id="997" name="zhangbai" initials="z" lastIdx="0" clrIdx="996"/>
  <p:cmAuthor id="998" name="Daigy" initials="D" lastIdx="0" clrIdx="997"/>
  <p:cmAuthor id="999" name="俊呈 賴" initials="俊" lastIdx="0" clrIdx="998"/>
  <p:cmAuthor id="1000" name="姜香利" initials="姜" lastIdx="0" clrIdx="999"/>
  <p:cmAuthor id="1001" name="wink" initials="w" lastIdx="0" clrIdx="1000"/>
  <p:cmAuthor id="1002" name="Nero" initials="N" lastIdx="0" clrIdx="1001"/>
  <p:cmAuthor id="1003" name="yifan song" initials="y" lastIdx="0" clrIdx="1002"/>
  <p:cmAuthor id="1004" name="00332340" initials="0" lastIdx="0" clrIdx="1003"/>
  <p:cmAuthor id="1005" name="00260515" initials="HRP" lastIdx="0" clrIdx="1004"/>
  <p:cmAuthor id="1006" name="陳建璋" initials="陳" lastIdx="0" clrIdx="1005"/>
  <p:cmAuthor id="1007" name="建璋" initials="建" lastIdx="0" clrIdx="1006"/>
  <p:cmAuthor id="1008" name="潘继儒" initials="潘" lastIdx="0" clrIdx="1007"/>
  <p:cmAuthor id="1009" name="77482" initials="7" lastIdx="0" clrIdx="1008"/>
  <p:cmAuthor id="1010" name="WPS_1592556096" initials="W" lastIdx="0" clrIdx="1009"/>
  <p:cmAuthor id="1011" name="未知用户410" initials="未" lastIdx="0" clrIdx="1010"/>
  <p:cmAuthor id="1012" name="liuxie" initials="l" lastIdx="0" clrIdx="1011"/>
  <p:cmAuthor id="1013" name="姜文静" initials="姜" lastIdx="0" clrIdx="1012"/>
  <p:cmAuthor id="1014" name="陈依依" initials="陈" lastIdx="0" clrIdx="1013"/>
  <p:cmAuthor id="1015" name="ae2000" initials="a" lastIdx="0" clrIdx="1014"/>
  <p:cmAuthor id="1016" name="10024885" initials="1" lastIdx="0" clrIdx="1015"/>
  <p:cmAuthor id="1017" name="未知用户227" initials="未" lastIdx="0" clrIdx="1016"/>
  <p:cmAuthor id="1018" name="未知用户299" initials="未" lastIdx="0" clrIdx="1017"/>
  <p:cmAuthor id="1019" name="xq" initials="x" lastIdx="0" clrIdx="1018"/>
  <p:cmAuthor id="1020" name="未知用户302" initials="未" lastIdx="0" clrIdx="1019"/>
  <p:cmAuthor id="1021" name="10009993" initials="1" lastIdx="0" clrIdx="1020"/>
  <p:cmAuthor id="1022" name="吴体华" initials="吴" lastIdx="0" clrIdx="1021"/>
  <p:cmAuthor id="1023" name="10161768" initials="1" lastIdx="0" clrIdx="1022"/>
  <p:cmAuthor id="1024" name="10023731" initials="1" lastIdx="0" clrIdx="1023"/>
  <p:cmAuthor id="1025" name="lin" initials="l" lastIdx="0" clrIdx="1024"/>
  <p:cmAuthor id="1026" name="許詩婕" initials="許" lastIdx="0" clrIdx="1025"/>
  <p:cmAuthor id="1027" name="高飞" initials="高" lastIdx="0" clrIdx="1026"/>
  <p:cmAuthor id="1028" name="jinpengcheng" initials="j" lastIdx="0" clrIdx="1027"/>
  <p:cmAuthor id="1029" name="minil" initials="m" lastIdx="0" clrIdx="1028"/>
  <p:cmAuthor id="1030" name="xzb1" initials="x" lastIdx="0" clrIdx="1029"/>
  <p:cmAuthor id="1031" name="15106" initials="1" lastIdx="0" clrIdx="1030"/>
  <p:cmAuthor id="1032" name="赵 璐" initials="赵" lastIdx="0" clrIdx="1031"/>
  <p:cmAuthor id="1033" name="Zhu, Hawk" initials="Z" lastIdx="0" clrIdx="1032"/>
  <p:cmAuthor id="1034" name="郏 鹏" initials="郏" lastIdx="0" clrIdx="1033"/>
  <p:cmAuthor id="1035" name="tanjp" initials="t" lastIdx="0" clrIdx="1034"/>
  <p:cmAuthor id="1036" name="郏鹏" initials="M" lastIdx="0" clrIdx="1035"/>
  <p:cmAuthor id="1037" name="YS" initials="Y" lastIdx="0" clrIdx="1036"/>
  <p:cmAuthor id="1038" name="晓琳 李" initials="晓琳" lastIdx="0" clrIdx="1037"/>
  <p:cmAuthor id="1039" name="刘海娜|liuhaina" initials="W用" lastIdx="0" clrIdx="1038"/>
  <p:cmAuthor id="1040" name="q1521" initials="q" lastIdx="0" clrIdx="1039"/>
  <p:cmAuthor id="1041" name="goforever814" initials="g" lastIdx="0" clrIdx="1040"/>
  <p:cmAuthor id="1042" name="10285279" initials="1" lastIdx="0" clrIdx="1041"/>
  <p:cmAuthor id="1043" name="10036782" initials="1" lastIdx="0" clrIdx="1042"/>
  <p:cmAuthor id="1044" name="Jdi" initials="J" lastIdx="0" clrIdx="1043"/>
  <p:cmAuthor id="1045" name="番茄^_^" initials="番" lastIdx="0" clrIdx="1044"/>
  <p:cmAuthor id="1046" name="未知用户337" initials="未" lastIdx="0" clrIdx="1045"/>
  <p:cmAuthor id="1047" name="未知用户239" initials="未" lastIdx="0" clrIdx="1046"/>
  <p:cmAuthor id="1048" name="chenmh" initials="c" lastIdx="0" clrIdx="1047"/>
  <p:cmAuthor id="1049" name="CVTEr" initials="C" lastIdx="0" clrIdx="1048"/>
  <p:cmAuthor id="1050" name="许愿池的~" initials="许" lastIdx="0" clrIdx="1049"/>
  <p:cmAuthor id="1051" name="June C" initials="J" lastIdx="0" clrIdx="1050"/>
  <p:cmAuthor id="1052" name="00270" initials="0" lastIdx="0" clrIdx="1051"/>
  <p:cmAuthor id="1053" name="IBM_USER" initials="I" lastIdx="0" clrIdx="1052"/>
  <p:cmAuthor id="1054" name="aa" initials="a" lastIdx="0" clrIdx="1053"/>
  <p:cmAuthor id="1055" name="shinevin liu" initials="s" lastIdx="0" clrIdx="1054"/>
  <p:cmAuthor id="1056" name="Davidpeng" initials="D" lastIdx="0" clrIdx="1055"/>
  <p:cmAuthor id="1057" name="dbc" initials="d" lastIdx="0" clrIdx="1056"/>
  <p:cmAuthor id="1058" name="吴军影" initials="吴" lastIdx="0" clrIdx="1057"/>
  <p:cmAuthor id="1059" name="冯学沛" initials="冯" lastIdx="0" clrIdx="1058"/>
  <p:cmAuthor id="1060" name="杨 超" initials="杨" lastIdx="0" clrIdx="1059"/>
  <p:cmAuthor id="1061" name="董艺萱00344473" initials="董艺萱003444" lastIdx="0" clrIdx="1060"/>
  <p:cmAuthor id="1062" name="Rex" initials="R" lastIdx="0" clrIdx="1061"/>
  <p:cmAuthor id="1063" name="张晓燕(内蒙古巴彦淖尔)" initials="张" lastIdx="0" clrIdx="1062"/>
  <p:cmAuthor id="1064" name="王凯" initials="王" lastIdx="0" clrIdx="1063"/>
  <p:cmAuthor id="1065" name="10145512" initials="1" lastIdx="0" clrIdx="1064"/>
  <p:cmAuthor id="1066" name="liyanit02" initials="l" lastIdx="0" clrIdx="1065"/>
  <p:cmAuthor id="1067" name="00025099" initials="0" lastIdx="0" clrIdx="1066"/>
  <p:cmAuthor id="1068" name="LUO CHENG" initials="L" lastIdx="0" clrIdx="1067"/>
  <p:cmAuthor id="1069" name="shenyanning-001" initials="s" lastIdx="0" clrIdx="1068"/>
  <p:cmAuthor id="1070" name="Evander Wan" initials="E" lastIdx="0" clrIdx="1069"/>
  <p:cmAuthor id="1071" name="10129659" initials="1" lastIdx="0" clrIdx="1070"/>
  <p:cmAuthor id="1072" name="10033218" initials="1" lastIdx="0" clrIdx="1071"/>
  <p:cmAuthor id="1073" name="-facile" initials="-" lastIdx="0" clrIdx="1072"/>
  <p:cmAuthor id="1074" name="10096786" initials="1" lastIdx="0" clrIdx="1073"/>
  <p:cmAuthor id="1075" name="bing" initials="b" lastIdx="0" clrIdx="1074"/>
  <p:cmAuthor id="1076" name="hh" initials="h" lastIdx="0" clrIdx="1075"/>
  <p:cmAuthor id="1077" name="jinfanbo" initials="j" lastIdx="0" clrIdx="1076"/>
  <p:cmAuthor id="1078" name="Hope0187" initials="H" lastIdx="0" clrIdx="1077"/>
  <p:cmAuthor id="1079" name="daiyi06" initials="d" lastIdx="0" clrIdx="1078"/>
  <p:cmAuthor id="1080" name="James Conard" initials="J" lastIdx="0" clrIdx="1079"/>
  <p:cmAuthor id="1081" name="10078316" initials="1" lastIdx="0" clrIdx="1080"/>
  <p:cmAuthor id="1082" name="Cpic" initials="C" lastIdx="0" clrIdx="1081"/>
  <p:cmAuthor id="1083" name="Tea" initials="T" lastIdx="0" clrIdx="1082"/>
  <p:cmAuthor id="1084" name="wangleiit2" initials="w" lastIdx="0" clrIdx="1083"/>
  <p:cmAuthor id="1085" name="刘 念" initials="刘" lastIdx="0" clrIdx="1084"/>
  <p:cmAuthor id="1086" name="guron" initials="g" lastIdx="0" clrIdx="1085"/>
  <p:cmAuthor id="1087" name="Wangzhi gang" initials="W" lastIdx="0" clrIdx="1086"/>
  <p:cmAuthor id="1088" name="微笑" initials="微" lastIdx="0" clrIdx="1087"/>
  <p:cmAuthor id="1089" name="李柯然" initials="李" lastIdx="0" clrIdx="1088"/>
  <p:cmAuthor id="1090" name="LENOVO" initials="L" lastIdx="0" clrIdx="1089"/>
  <p:cmAuthor id="1091" name="鱼爱吃猫8" initials="鱼" lastIdx="0" clrIdx="1090"/>
  <p:cmAuthor id="1092" name="王玉" initials="王" lastIdx="0" clrIdx="1091"/>
  <p:cmAuthor id="1093" name="Ming Zuo" initials="M" lastIdx="0" clrIdx="1092"/>
  <p:cmAuthor id="1094" name="小迷糊" initials="小" lastIdx="0" clrIdx="1093"/>
  <p:cmAuthor id="1095" name="dreamsummit" initials="d" lastIdx="0" clrIdx="1094"/>
  <p:cmAuthor id="1096" name="张 博" initials="张" lastIdx="0" clrIdx="1095"/>
  <p:cmAuthor id="1097" name="LS" initials="L" lastIdx="0" clrIdx="1096"/>
  <p:cmAuthor id="1098" name="McGlasson, Louise" initials="M" lastIdx="0" clrIdx="1097"/>
  <p:cmAuthor id="1099" name="Morgan, Aaron" initials="M" lastIdx="0" clrIdx="1098"/>
  <p:cmAuthor id="1100" name="weige" initials="w" lastIdx="0" clrIdx="1099"/>
  <p:cmAuthor id="1101" name="李 俊琦" initials="李" lastIdx="0" clrIdx="1100"/>
  <p:cmAuthor id="1102" name="shye_EbMrZnMJ" initials="authorId_858303361" lastIdx="0" clrIdx="1101"/>
  <p:cmAuthor id="1103" name="沈 鹤" initials="沈" lastIdx="0" clrIdx="1102"/>
  <p:cmAuthor id="1104" name="王伟栋_ymIjy2uI" initials="authorId_1008746-10055544" lastIdx="0" clrIdx="1103"/>
  <p:cmAuthor id="1105" name="jilin" initials="j" lastIdx="0" clrIdx="1104"/>
  <p:cmAuthor id="1106" name="金宇峰_BfyebuM3" initials="authorId_1008746-10054633" lastIdx="0" clrIdx="1105"/>
  <p:cmAuthor id="1107" name="王保青-pah" initials="王" lastIdx="0" clrIdx="1106"/>
  <p:cmAuthor id="1108" name="administrator" initials="ad" lastIdx="0" clrIdx="1107"/>
  <p:cmAuthor id="1109" name="范 斌" initials="范" lastIdx="0" clrIdx="1108"/>
  <p:cmAuthor id="1110" name="Jason Li" initials="J" lastIdx="0" clrIdx="1109"/>
  <p:cmAuthor id="1111" name="毕邺" initials="党委办公室" lastIdx="0" clrIdx="1110"/>
  <p:cmAuthor id="1112" name="duxingge" initials="d" lastIdx="0" clrIdx="1111"/>
  <p:cmAuthor id="1113" name="jiaru tiger" initials="jt" lastIdx="0" clrIdx="1112"/>
  <p:cmAuthor id="1114" name="yingchao xi" initials="y" lastIdx="0" clrIdx="1113"/>
  <p:cmAuthor id="1115" name="depeng diao" initials="d" lastIdx="0" clrIdx="1114"/>
  <p:cmAuthor id="1116" name="amyzhang" initials="a" lastIdx="0" clrIdx="1115"/>
  <p:cmAuthor id="1117" name="JerryW" initials="J" lastIdx="0" clrIdx="1116"/>
  <p:cmAuthor id="1118" name="施普希（菜菜）" initials="施" lastIdx="0" clrIdx="1117"/>
  <p:cmAuthor id="1119" name="shenyy" initials="s" lastIdx="0" clrIdx="1118"/>
  <p:cmAuthor id="1120" name="曹 朝辉" initials="曹" lastIdx="0" clrIdx="1119"/>
  <p:cmAuthor id="1121" name="Jason Cheung" initials="J" lastIdx="0" clrIdx="1120"/>
  <p:cmAuthor id="1122" name="李 嘉" initials="李" lastIdx="0" clrIdx="1121"/>
  <p:cmAuthor id="1123" name="刘笑" initials="刘" lastIdx="0" clrIdx="1122"/>
  <p:cmAuthor id="1124" name="gus9@chinaunicom.cn" initials="g" lastIdx="0" clrIdx="1123"/>
  <p:cmAuthor id="1125" name="月亮是我啃弯的" initials="月" lastIdx="0" clrIdx="1124"/>
  <p:cmAuthor id="1126" name="Maggie" initials="M" lastIdx="0" clrIdx="1125"/>
  <p:cmAuthor id="1127" name="UOS" initials="U" lastIdx="0" clrIdx="1126"/>
  <p:cmAuthor id="1128" name="citc" initials="c" lastIdx="0" clrIdx="1127"/>
  <p:cmAuthor id="1129" name="Nada" initials="N" lastIdx="0" clrIdx="1128"/>
  <p:cmAuthor id="1130" name="程 瑜檬" initials="程" lastIdx="0" clrIdx="1129"/>
  <p:cmAuthor id="1131" name="liudehou" initials="l" lastIdx="0" clrIdx="1130"/>
  <p:cmAuthor id="1132" name="wangwei" initials="vv" lastIdx="0" clrIdx="1131"/>
  <p:cmAuthor id="1133" name="zhangxin" initials="z" lastIdx="0" clrIdx="1132"/>
  <p:cmAuthor id="1134" name="User" initials="U" lastIdx="0" clrIdx="1133"/>
  <p:cmAuthor id="1135" name="Steve Thorne" initials="S" lastIdx="0" clrIdx="1134"/>
  <p:cmAuthor id="1136" name="olathe7451" initials="o" lastIdx="0" clrIdx="1135"/>
  <p:cmAuthor id="1137" name="leiming" initials="l" lastIdx="0" clrIdx="1136"/>
  <p:cmAuthor id="1138" name="Microsoft Office User" initials="MOU" lastIdx="0" clrIdx="1137"/>
  <p:cmAuthor id="1139" name="马雷明" initials="mlm" lastIdx="0" clrIdx="1138"/>
  <p:cmAuthor id="1140" name="马云飞10014438" initials="马" lastIdx="0" clrIdx="1139"/>
  <p:cmAuthor id="1141" name="Administator" initials="A" lastIdx="0" clrIdx="1140"/>
  <p:cmAuthor id="1142" name="00035181" initials="0" lastIdx="0" clrIdx="1141"/>
  <p:cmAuthor id="1143" name="张燕" initials="MSOffice" lastIdx="0" clrIdx="1142"/>
  <p:cmAuthor id="1144" name="蔡建楠" initials="caijianna" lastIdx="0" clrIdx="1143"/>
  <p:cmAuthor id="287643683" name="郑曼茜" initials="郑曼茜" lastIdx="1" clrIdx="13"/>
  <p:cmAuthor id="1145" name="10009110" initials="1" lastIdx="0" clrIdx="1144"/>
  <p:cmAuthor id="287643684" name="屠 翊" initials="屠" lastIdx="1" clrIdx="42"/>
  <p:cmAuthor id="1146" name="李蕾00009994" initials="李" lastIdx="0" clrIdx="1145"/>
  <p:cmAuthor id="287643685" name="亮" initials="亮" lastIdx="1" clrIdx="44"/>
  <p:cmAuthor id="1147" name="wyz" initials="w" lastIdx="0" clrIdx="1146"/>
  <p:cmAuthor id="1148" name="10270945" initials="1" lastIdx="0" clrIdx="1147"/>
  <p:cmAuthor id="1149" name="zrf" initials="zrf" lastIdx="0" clrIdx="1148"/>
  <p:cmAuthor id="1150" name="赵诚荣10027092" initials="赵" lastIdx="0" clrIdx="1149"/>
  <p:cmAuthor id="1151" name="景璐" initials="j" lastIdx="0" clrIdx="1150"/>
  <p:cmAuthor id="1152" name="李楠10047711" initials="李楠10047711" lastIdx="0" clrIdx="1151"/>
  <p:cmAuthor id="1153" name="10045953" initials="1" lastIdx="0" clrIdx="1152"/>
  <p:cmAuthor id="1154" name="徐朋浩" initials="徐" lastIdx="0" clrIdx="1153"/>
  <p:cmAuthor id="1155" name="未知用户1" initials="未知用户1" lastIdx="0" clrIdx="1154"/>
  <p:cmAuthor id="1156" name="未知用户2" initials="未" lastIdx="0" clrIdx="1155"/>
  <p:cmAuthor id="1157" name="Ra7ER" initials="R" lastIdx="0" clrIdx="1156"/>
  <p:cmAuthor id="1158" name="赵欣" initials="赵" lastIdx="0" clrIdx="1157"/>
  <p:cmAuthor id="1159" name="usher" initials="u" lastIdx="0" clrIdx="1158"/>
  <p:cmAuthor id="1160" name="10072453" initials="1" lastIdx="0" clrIdx="1159"/>
  <p:cmAuthor id="1161" name="hys2" initials="h" lastIdx="0" clrIdx="1160"/>
  <p:cmAuthor id="1162" name="cmri" initials="c" lastIdx="0" clrIdx="1161"/>
  <p:cmAuthor id="1163" name="番茄花园" initials="番" lastIdx="0" clrIdx="1162"/>
  <p:cmAuthor id="1164" name="朱悦龙" initials="朱" lastIdx="0" clrIdx="1163"/>
  <p:cmAuthor id="1165" name="未知用户7" initials="未" lastIdx="0" clrIdx="1164"/>
  <p:cmAuthor id="1166" name="LF T" initials="LT" lastIdx="0" clrIdx="1165"/>
  <p:cmAuthor id="1167" name="未知用户9" initials="未" lastIdx="0" clrIdx="1166"/>
  <p:cmAuthor id="1168" name="George Clooney" initials="GC" lastIdx="0" clrIdx="1167"/>
  <p:cmAuthor id="1169" name="273679546@qq.com" initials="2" lastIdx="0" clrIdx="1168"/>
  <p:cmAuthor id="1170" name="未知用户18" initials="未" lastIdx="0" clrIdx="1169"/>
  <p:cmAuthor id="1171" name="未知用户19" initials="未" lastIdx="0" clrIdx="1170"/>
  <p:cmAuthor id="1172" name="未知用户16" initials="未" lastIdx="0" clrIdx="1171"/>
  <p:cmAuthor id="1173" name="未定义" initials="未" lastIdx="0" clrIdx="1172"/>
  <p:cmAuthor id="1174" name="dingbo" initials="d" lastIdx="0" clrIdx="1173"/>
  <p:cmAuthor id="1175" name="李永欣" initials="李" lastIdx="0" clrIdx="1174"/>
  <p:cmAuthor id="1176" name="未知用户24" initials="未" lastIdx="0" clrIdx="1175"/>
  <p:cmAuthor id="1177" name="未知用户25" initials="未" lastIdx="0" clrIdx="1176"/>
  <p:cmAuthor id="1178" name="张宏伟" initials="张" lastIdx="0" clrIdx="1177"/>
  <p:cmAuthor id="1179" name="hk z" initials="hz" lastIdx="0" clrIdx="1178"/>
  <p:cmAuthor id="1180" name="未知用户103" initials="" lastIdx="0" clrIdx="1179"/>
  <p:cmAuthor id="1181" name="未知的使用者42" initials="" lastIdx="0" clrIdx="1180"/>
  <p:cmAuthor id="1182" name="wang hongli" initials="wh" lastIdx="0" clrIdx="1181"/>
  <p:cmAuthor id="1183" name="fengjianyou" initials="f" lastIdx="0" clrIdx="1182"/>
  <p:cmAuthor id="1184" name="lirui" initials="l" lastIdx="0" clrIdx="1183"/>
  <p:cmAuthor id="1185" name="巴 乔" initials="巴乔" lastIdx="0" clrIdx="1184"/>
  <p:cmAuthor id="1186" name="未知用户35" initials="未" lastIdx="0" clrIdx="1185"/>
  <p:cmAuthor id="1187" name="山西公司集团客户部DICT及云能力中心高新宇" initials="山" lastIdx="0" clrIdx="1186"/>
  <p:cmAuthor id="1188" name="郭婧" initials="郭" lastIdx="0" clrIdx="1187"/>
  <p:cmAuthor id="1189" name="唐芸" initials="唐" lastIdx="0" clrIdx="1188"/>
  <p:cmAuthor id="1190" name="范汗杰10197873" initials="范" lastIdx="0" clrIdx="1189"/>
  <p:cmAuthor id="1191" name="倪燕子00036324" initials="倪" lastIdx="0" clrIdx="1190"/>
  <p:cmAuthor id="1192" name="chenpuqiang" initials="c" lastIdx="0" clrIdx="1191"/>
  <p:cmAuthor id="1193" name="guanxiaoyu" initials="g" lastIdx="0" clrIdx="1192"/>
  <p:cmAuthor id="1194" name="zhangting" initials="z" lastIdx="0" clrIdx="1193"/>
  <p:cmAuthor id="1195" name="linyd" initials="" lastIdx="0" clrIdx="1194"/>
  <p:cmAuthor id="1196" name="未知的使用者31" initials="" lastIdx="0" clrIdx="1195"/>
  <p:cmAuthor id="1197" name="DaiZhengYuan" initials="D" lastIdx="0" clrIdx="1196"/>
  <p:cmAuthor id="1198" name="韩 俊" initials="韩" lastIdx="0" clrIdx="1197"/>
  <p:cmAuthor id="1199" name="安 启飞" initials="安" lastIdx="0" clrIdx="1198"/>
  <p:cmAuthor id="1200" name="AI" initials="A" lastIdx="0" clrIdx="1199"/>
  <p:cmAuthor id="1201" name="10090896" initials="1" lastIdx="0" clrIdx="1200"/>
  <p:cmAuthor id="1202" name="彭楷博" initials="彭" lastIdx="0" clrIdx="1201"/>
  <p:cmAuthor id="1203" name="lidi" initials="l" lastIdx="0" clrIdx="1202"/>
  <p:cmAuthor id="1204" name="张 曦" initials="张" lastIdx="0" clrIdx="1203"/>
  <p:cmAuthor id="1205" name="shan" initials="s" lastIdx="0" clrIdx="1204"/>
  <p:cmAuthor id="1206" name="liliang" initials="l" lastIdx="0" clrIdx="1205"/>
  <p:cmAuthor id="1207" name="long wei" initials="lw" lastIdx="0" clrIdx="1206"/>
  <p:cmAuthor id="1208" name="shawn dong" initials="sd" lastIdx="0" clrIdx="1207"/>
  <p:cmAuthor id="1209" name="Gu, Yi (ES-CMS-BJ)" initials="GY(" lastIdx="0" clrIdx="1208"/>
  <p:cmAuthor id="1210" name="洪文静" initials="洪" lastIdx="0" clrIdx="1209"/>
  <p:cmAuthor id="1211" name="guoxx" initials="g" lastIdx="0" clrIdx="1210"/>
  <p:cmAuthor id="1212" name="PJ Landwehrle" initials="P" lastIdx="0" clrIdx="1211"/>
  <p:cmAuthor id="1213" name="smkhan" initials="s" lastIdx="0" clrIdx="1212"/>
  <p:cmAuthor id="1214" name="李超（IT）" initials="L" lastIdx="0" clrIdx="1213"/>
  <p:cmAuthor id="1215" name="朱磊" initials="朱" lastIdx="0" clrIdx="1214"/>
  <p:cmAuthor id="1216" name="李岩（IT）" initials="李" lastIdx="0" clrIdx="1215"/>
  <p:cmAuthor id="1217" name="13686" initials="1" lastIdx="0" clrIdx="1216"/>
  <p:cmAuthor id="1218" name="gavin" initials="g" lastIdx="0" clrIdx="1217"/>
  <p:cmAuthor id="1219" name="徐琳00159163" initials="徐琳00159163" lastIdx="0" clrIdx="1218"/>
  <p:cmAuthor id="1220" name="渠沛" initials="渠" lastIdx="0" clrIdx="1219"/>
  <p:cmAuthor id="1221" name="wang" initials="wang" lastIdx="0" clrIdx="1220"/>
  <p:cmAuthor id="1222" name="Y Y" initials="YY" lastIdx="0" clrIdx="1221"/>
  <p:cmAuthor id="1223" name="黄珂10009187" initials="黄珂10009187" lastIdx="0" clrIdx="1222"/>
  <p:cmAuthor id="1224" name="张 庆飞" initials="张" lastIdx="0" clrIdx="1223"/>
  <p:cmAuthor id="1225" name="未知的使用者77" initials="" lastIdx="0" clrIdx="1224"/>
  <p:cmAuthor id="1226" name="未知的使用者92" initials="" lastIdx="0" clrIdx="1225"/>
  <p:cmAuthor id="1227" name="未知的使用者78" initials="" lastIdx="0" clrIdx="1226"/>
  <p:cmAuthor id="1228" name="10319231" initials="1" lastIdx="0" clrIdx="1227"/>
  <p:cmAuthor id="1229" name="未知的使用者79" initials="" lastIdx="0" clrIdx="1228"/>
  <p:cmAuthor id="1230" name="未知用户107" initials="" lastIdx="0" clrIdx="1229"/>
  <p:cmAuthor id="1231" name="未知的使用者82" initials="" lastIdx="0" clrIdx="1230"/>
  <p:cmAuthor id="1232" name="未知的使用者83" initials="" lastIdx="0" clrIdx="1231"/>
  <p:cmAuthor id="1233" name="未知的使用者118" initials="" lastIdx="0" clrIdx="1232"/>
  <p:cmAuthor id="1234" name="未知的使用者84" initials="" lastIdx="0" clrIdx="1233"/>
  <p:cmAuthor id="1235" name="未知的使用者70" initials="" lastIdx="0" clrIdx="1234"/>
  <p:cmAuthor id="1236" name="未知的使用者85" initials="" lastIdx="0" clrIdx="1235"/>
  <p:cmAuthor id="1237" name="未知的使用者40" initials="" lastIdx="0" clrIdx="1236"/>
  <p:cmAuthor id="1238" name="未知的使用者87" initials="" lastIdx="0" clrIdx="1237"/>
  <p:cmAuthor id="1239" name="曾红" initials="" lastIdx="0" clrIdx="1238"/>
  <p:cmAuthor id="1240" name="未知的使用者90" initials="" lastIdx="0" clrIdx="1239"/>
  <p:cmAuthor id="1241" name="未知的使用者29" initials="" lastIdx="0" clrIdx="1240"/>
  <p:cmAuthor id="1242" name="未知的使用者91" initials="" lastIdx="0" clrIdx="1241"/>
  <p:cmAuthor id="1243" name="未知的使用者98" initials="" lastIdx="0" clrIdx="1242"/>
  <p:cmAuthor id="1244" name="CHRISYU" initials="" lastIdx="0" clrIdx="1243"/>
  <p:cmAuthor id="1245" name="未知的使用者113" initials="" lastIdx="0" clrIdx="1244"/>
  <p:cmAuthor id="1246" name="liucunri" initials="" lastIdx="0" clrIdx="1245"/>
  <p:cmAuthor id="1247" name="Unknown User48" initials="" lastIdx="0" clrIdx="1246"/>
  <p:cmAuthor id="1248" name="Unknown User52" initials="" lastIdx="0" clrIdx="1247"/>
  <p:cmAuthor id="1249" name="Unknown User50" initials="" lastIdx="0" clrIdx="1248"/>
  <p:cmAuthor id="1250" name="未知的使用者120" initials="" lastIdx="0" clrIdx="1249"/>
  <p:cmAuthor id="1251" name="px" initials="" lastIdx="0" clrIdx="1250"/>
  <p:cmAuthor id="1252" name="Sky123.Org" initials="" lastIdx="0" clrIdx="1251"/>
  <p:cmAuthor id="1253" name="elfinhsu" initials="" lastIdx="0" clrIdx="1252"/>
  <p:cmAuthor id="1254" name="徐 超" initials="徐" lastIdx="0" clrIdx="1253"/>
  <p:cmAuthor id="1255" name="微软用户" initials="" lastIdx="0" clrIdx="1254"/>
  <p:cmAuthor id="1256" name="未知的使用者24" initials="" lastIdx="0" clrIdx="1255"/>
  <p:cmAuthor id="1257" name="Mary Feil-Jacobs" initials="" lastIdx="0" clrIdx="1256"/>
  <p:cmAuthor id="1258" name="LiuHui" initials="" lastIdx="0" clrIdx="1257"/>
  <p:cmAuthor id="1259" name="未知的使用者45" initials="" lastIdx="0" clrIdx="1258"/>
  <p:cmAuthor id="1260" name="王鹏凯" initials="" lastIdx="0" clrIdx="1259"/>
  <p:cmAuthor id="1261" name="未知用户104" initials="" lastIdx="0" clrIdx="1260"/>
  <p:cmAuthor id="1262" name="未知的使用者10" initials="" lastIdx="0" clrIdx="1261"/>
  <p:cmAuthor id="1263" name="未知的使用者93" initials="" lastIdx="0" clrIdx="1262"/>
  <p:cmAuthor id="1264" name="LeeElva" initials="" lastIdx="0" clrIdx="1263"/>
  <p:cmAuthor id="1265" name="未知用户99" initials="" lastIdx="0" clrIdx="1264"/>
  <p:cmAuthor id="1266" name="未知的使用者34" initials="" lastIdx="0" clrIdx="1265"/>
  <p:cmAuthor id="1267" name="lianghb" initials="" lastIdx="0" clrIdx="1266"/>
  <p:cmAuthor id="1268" name="未知用户102" initials="" lastIdx="0" clrIdx="1267"/>
  <p:cmAuthor id="1269" name="未知的使用者121" initials="" lastIdx="0" clrIdx="1268"/>
  <p:cmAuthor id="1270" name="未知的使用者12" initials="" lastIdx="0" clrIdx="1269"/>
  <p:cmAuthor id="1271" name="未知的使用者27" initials="" lastIdx="0" clrIdx="1270"/>
  <p:cmAuthor id="1272" name="未知的使用者30" initials="" lastIdx="0" clrIdx="1271"/>
  <p:cmAuthor id="1273" name="未知的使用者53" initials="" lastIdx="0" clrIdx="1272"/>
  <p:cmAuthor id="1274" name="未知的使用者25" initials="" lastIdx="0" clrIdx="1273"/>
  <p:cmAuthor id="1275" name="AbuSina" initials="" lastIdx="0" clrIdx="1274"/>
  <p:cmAuthor id="1276" name="hl sun" initials="" lastIdx="0" clrIdx="1275"/>
  <p:cmAuthor id="1277" name="未知的使用者119" initials="" lastIdx="0" clrIdx="1276"/>
  <p:cmAuthor id="1278" name="未知的使用者22" initials="" lastIdx="0" clrIdx="1277"/>
  <p:cmAuthor id="1279" name="未知的使用者103" initials="" lastIdx="0" clrIdx="1278"/>
  <p:cmAuthor id="1280" name="Wenwen" initials="" lastIdx="0" clrIdx="1279"/>
  <p:cmAuthor id="1281" name="未知的使用者117" initials="" lastIdx="0" clrIdx="1280"/>
  <p:cmAuthor id="1282" name="未知的使用者33" initials="" lastIdx="0" clrIdx="1281"/>
  <p:cmAuthor id="1283" name="未知的使用者28" initials="" lastIdx="0" clrIdx="1282"/>
  <p:cmAuthor id="1284" name="未知用户67" initials="" lastIdx="0" clrIdx="1283"/>
  <p:cmAuthor id="1285" name="未知用户114" initials="" lastIdx="0" clrIdx="1284"/>
  <p:cmAuthor id="1286" name="未知的使用者67" initials="" lastIdx="0" clrIdx="1285"/>
  <p:cmAuthor id="1287" name="孙遒_UnMrQ36N" initials="孙" lastIdx="0" clrIdx="1286"/>
  <p:cmAuthor id="1288" name="shinin" initials="s" lastIdx="0" clrIdx="1287"/>
  <p:cmAuthor id="1289" name="Unknown User67" initials="U" lastIdx="0" clrIdx="1288"/>
  <p:cmAuthor id="1290" name="未知用户38" initials="未" lastIdx="0" clrIdx="1289"/>
  <p:cmAuthor id="1291" name="xuzhudan" initials="x" lastIdx="0" clrIdx="1290"/>
  <p:cmAuthor id="1292" name="Aimee-Zhang" initials="A" lastIdx="0" clrIdx="1291"/>
  <p:cmAuthor id="1293" name="闫硕" initials="闫" lastIdx="0" clrIdx="1292"/>
  <p:cmAuthor id="1294" name="liuyy" initials="l" lastIdx="0" clrIdx="1293"/>
  <p:cmAuthor id="1295" name="梁叶欢" initials="梁" lastIdx="0" clrIdx="1294"/>
  <p:cmAuthor id="1296" name="yumengfei@bj.cmcc" initials="yumengfei@bj.cmcc" lastIdx="0" clrIdx="1295"/>
  <p:cmAuthor id="1297" name="CMCC" initials="C" lastIdx="0" clrIdx="1296"/>
  <p:cmAuthor id="1298" name="wrr" initials="w" lastIdx="0" clrIdx="1297"/>
  <p:cmAuthor id="1299" name="王薇（政企）" initials="王" lastIdx="0" clrIdx="1298"/>
  <p:cmAuthor id="1300" name="孙忆雯|sunyiwen" initials="孙" lastIdx="0" clrIdx="1299"/>
  <p:cmAuthor id="1301" name="lc xue" initials="lx" lastIdx="0" clrIdx="1300"/>
  <p:cmAuthor id="1302" name="asdf" initials="a" lastIdx="0" clrIdx="1301"/>
  <p:cmAuthor id="1303" name="孟芳芳（借调）" initials="V" lastIdx="0" clrIdx="1302"/>
  <p:cmAuthor id="1304" name="张波" initials="张" lastIdx="0" clrIdx="1303"/>
  <p:cmAuthor id="1305" name="wangziran" initials="w" lastIdx="0" clrIdx="1304"/>
  <p:cmAuthor id="1306" name="baimingxuan" initials="b" lastIdx="0" clrIdx="1305"/>
  <p:cmAuthor id="1307" name="ceci" initials="c" lastIdx="0" clrIdx="1306"/>
  <p:cmAuthor id="1308" name="未知用户63" initials="未知用户63" lastIdx="0" clrIdx="1307"/>
  <p:cmAuthor id="1309" name="阮 德平" initials="阮" lastIdx="0" clrIdx="1308"/>
  <p:cmAuthor id="1310" name="何 伟" initials="何" lastIdx="0" clrIdx="1309"/>
  <p:cmAuthor id="1311" name="未知用户178" initials="未" lastIdx="0" clrIdx="1310"/>
  <p:cmAuthor id="1312" name="S 风" initials="S风" lastIdx="0" clrIdx="1311"/>
  <p:cmAuthor id="1313" name="未知用户112" initials="未知用户112" lastIdx="0" clrIdx="1312"/>
  <p:cmAuthor id="1314" name="张青昌1" initials="张青昌1" lastIdx="0" clrIdx="1313"/>
  <p:cmAuthor id="1315" name="jk_xufei" initials="j" lastIdx="0" clrIdx="1314"/>
  <p:cmAuthor id="1316" name="未知的使用者182" initials="未" lastIdx="0" clrIdx="1315"/>
  <p:cmAuthor id="1317" name="未知的使用者173" initials="未" lastIdx="0" clrIdx="1316"/>
  <p:cmAuthor id="1318" name="未知的使用者161" initials="未" lastIdx="0" clrIdx="1317"/>
  <p:cmAuthor id="1319" name="未知的使用者114" initials="未" lastIdx="0" clrIdx="1318"/>
  <p:cmAuthor id="1320" name="59314" initials="5" lastIdx="0" clrIdx="1319"/>
  <p:cmAuthor id="1321" name="未知用户138" initials="未" lastIdx="0" clrIdx="1320"/>
  <p:cmAuthor id="1322" name="未知用户131" initials="未" lastIdx="0" clrIdx="1321"/>
  <p:cmAuthor id="1323" name="未知用户137" initials="未" lastIdx="0" clrIdx="1322"/>
  <p:cmAuthor id="1324" name="Y L" initials="YL" lastIdx="0" clrIdx="1323"/>
  <p:cmAuthor id="1325" name="未知的使用者206" initials="" lastIdx="0" clrIdx="1324"/>
  <p:cmAuthor id="1326" name="Kent" initials="K" lastIdx="0" clrIdx="1325"/>
  <p:cmAuthor id="1327" name="未知的使用者210" initials="" lastIdx="0" clrIdx="1326"/>
  <p:cmAuthor id="1328" name="未知的使用者212" initials="" lastIdx="0" clrIdx="1327"/>
  <p:cmAuthor id="1329" name="未知的使用者213" initials="" lastIdx="0" clrIdx="1328"/>
  <p:cmAuthor id="1330" name="未知的使用者215" initials="" lastIdx="0" clrIdx="1329"/>
  <p:cmAuthor id="1331" name="未知的使用者165" initials="未" lastIdx="0" clrIdx="1330"/>
  <p:cmAuthor id="1332" name="未知的使用者158" initials="未" lastIdx="0" clrIdx="1331"/>
  <p:cmAuthor id="1333" name="未知的使用者166" initials="未" lastIdx="0" clrIdx="1332"/>
  <p:cmAuthor id="1334" name="未知的使用者167" initials="未" lastIdx="0" clrIdx="1333"/>
  <p:cmAuthor id="1335" name="未知的使用者159" initials="未" lastIdx="0" clrIdx="1334"/>
  <p:cmAuthor id="1336" name="未知用户139" initials="未" lastIdx="0" clrIdx="1335"/>
  <p:cmAuthor id="1337" name="未知用户141" initials="未" lastIdx="0" clrIdx="1336"/>
  <p:cmAuthor id="1338" name="未知用户145" initials="未" lastIdx="0" clrIdx="1337"/>
  <p:cmAuthor id="1339" name="未知用户140" initials="未" lastIdx="0" clrIdx="1338"/>
  <p:cmAuthor id="1340" name="未知用户148" initials="未" lastIdx="0" clrIdx="1339"/>
  <p:cmAuthor id="1341" name="未知用户289" initials="未" lastIdx="0" clrIdx="1340"/>
  <p:cmAuthor id="1342" name="未知用户206" initials="未" lastIdx="0" clrIdx="1341"/>
  <p:cmAuthor id="1343" name="Unknown User22" initials="" lastIdx="0" clrIdx="1342"/>
  <p:cmAuthor id="1344" name="未知的使用者207" initials="未" lastIdx="0" clrIdx="1343"/>
  <p:cmAuthor id="1345" name="未知的使用者189" initials="未" lastIdx="0" clrIdx="1344"/>
  <p:cmAuthor id="1346" name="未知的使用者193" initials="未" lastIdx="0" clrIdx="1345"/>
  <p:cmAuthor id="1347" name="未知的使用者209" initials="未" lastIdx="0" clrIdx="1346"/>
  <p:cmAuthor id="1348" name="未知用户146" initials="未" lastIdx="0" clrIdx="1347"/>
  <p:cmAuthor id="1349" name="未知用户186" initials="" lastIdx="0" clrIdx="1348"/>
  <p:cmAuthor id="1350" name="xuting@sn.cmcc" initials="A" lastIdx="0" clrIdx="1349"/>
  <p:cmAuthor id="1351" name="未知用户147" initials="未" lastIdx="0" clrIdx="1350"/>
  <p:cmAuthor id="1352" name="未知的使用者96" initials="未" lastIdx="0" clrIdx="1351"/>
  <p:cmAuthor id="1353" name="18603367231@wo.cn" initials="1" lastIdx="0" clrIdx="1352"/>
  <p:cmAuthor id="1354" name="未知的使用者162" initials="未" lastIdx="0" clrIdx="1353"/>
  <p:cmAuthor id="1355" name="未知用户255" initials="未" lastIdx="0" clrIdx="1354"/>
  <p:cmAuthor id="1356" name="manman" initials="m" lastIdx="0" clrIdx="1355"/>
  <p:cmAuthor id="1357" name="未知用户88" initials="未" lastIdx="0" clrIdx="1356"/>
  <p:cmAuthor id="1358" name="未知用户203" initials="未" lastIdx="0" clrIdx="1357"/>
  <p:cmAuthor id="1359" name="未知用户290" initials="未" lastIdx="0" clrIdx="1358"/>
  <p:cmAuthor id="1360" name="未知用户291" initials="未" lastIdx="0" clrIdx="1359"/>
  <p:cmAuthor id="1361" name="未知用户292" initials="未" lastIdx="0" clrIdx="1360"/>
  <p:cmAuthor id="1362" name="未知用户184" initials="未" lastIdx="0" clrIdx="1361"/>
  <p:cmAuthor id="1363" name="yu 1" initials="y1" lastIdx="0" clrIdx="1362"/>
  <p:cmAuthor id="1364" name="wei muzi" initials="w" lastIdx="0" clrIdx="1363"/>
  <p:cmAuthor id="1365" name="孙" initials="孙" lastIdx="0" clrIdx="1364"/>
  <p:cmAuthor id="1366" name="未知用户187" initials="未" lastIdx="0" clrIdx="1365"/>
  <p:cmAuthor id="1367" name="catherine" initials="c" lastIdx="0" clrIdx="1366"/>
  <p:cmAuthor id="1368" name="dd" initials="d" lastIdx="0" clrIdx="1367"/>
  <p:cmAuthor id="1369" name="未知用户287" initials="未" lastIdx="0" clrIdx="1368"/>
  <p:cmAuthor id="1370" name="未知用户288" initials="未" lastIdx="0" clrIdx="1369"/>
  <p:cmAuthor id="1371" name="�Ÿ�" initials="�" lastIdx="0" clrIdx="1370"/>
  <p:cmAuthor id="1372" name="李哲(ZheLi)-顺丰科技" initials="李" lastIdx="0" clrIdx="1371"/>
  <p:cmAuthor id="1373" name="未知用户243" initials="未" lastIdx="0" clrIdx="1372"/>
  <p:cmAuthor id="1374" name="未知用户196" initials="未" lastIdx="0" clrIdx="1373"/>
  <p:cmAuthor id="1375" name="夜尽迟渊_UrQfrmQZ" initials="夜" lastIdx="0" clrIdx="1374"/>
  <p:cmAuthor id="1376" name="未知用户200" initials="未" lastIdx="0" clrIdx="1375"/>
  <p:cmAuthor id="1377" name="未知用户213" initials="未" lastIdx="0" clrIdx="1376"/>
  <p:cmAuthor id="1378" name="未知用户214" initials="未" lastIdx="0" clrIdx="1377"/>
  <p:cmAuthor id="1379" name="未知用户233" initials="未" lastIdx="0" clrIdx="1378"/>
  <p:cmAuthor id="1380" name="未知用户234" initials="未" lastIdx="0" clrIdx="1379"/>
  <p:cmAuthor id="1381" name="未知用户236" initials="未" lastIdx="0" clrIdx="1380"/>
  <p:cmAuthor id="1382" name="未知用户240" initials="未" lastIdx="0" clrIdx="1381"/>
  <p:cmAuthor id="1383" name="未知用户221" initials="未" lastIdx="0" clrIdx="1382"/>
  <p:cmAuthor id="1384" name="lianzi (A)" initials="l(" lastIdx="0" clrIdx="1383"/>
  <p:cmAuthor id="1385" name="未知用户296" initials="未" lastIdx="0" clrIdx="1384"/>
  <p:cmAuthor id="1386" name="caorui" initials="c" lastIdx="0" clrIdx="1385"/>
  <p:cmAuthor id="1387" name="lvjun" initials="l" lastIdx="0" clrIdx="1386"/>
  <p:cmAuthor id="1388" name="dht96" initials="d" lastIdx="0" clrIdx="1387"/>
  <p:cmAuthor id="1389" name="wei long" initials="wl" lastIdx="0" clrIdx="1388"/>
  <p:cmAuthor id="1390" name="xiaqianqian@hq.cmcc" initials="xiaqianqian@hq.cmcc" lastIdx="0" clrIdx="1389"/>
  <p:cmAuthor id="1391" name="罗位国/应用平台研发部/软件开发中心/总行机关/ABC" initials="罗" lastIdx="0" clrIdx="1390"/>
  <p:cmAuthor id="1392" name="周辉" initials="周" lastIdx="0" clrIdx="1391"/>
  <p:cmAuthor id="1393" name="Xinyue Li" initials="X" lastIdx="0" clrIdx="1392"/>
  <p:cmAuthor id="1394" name="郭雨婷" initials="郭" lastIdx="0" clrIdx="1393"/>
  <p:cmAuthor id="1395" name="yanhexin" initials="y" lastIdx="0" clrIdx="1394"/>
  <p:cmAuthor id="1396" name="Liu Jialin" initials="LJ" lastIdx="0" clrIdx="1395"/>
  <p:cmAuthor id="1397" name="张 强" initials="张" lastIdx="0" clrIdx="1396"/>
  <p:cmAuthor id="1398" name="Lee" initials="L" lastIdx="0" clrIdx="1397"/>
  <p:cmAuthor id="1399" name="王丽（IT）" initials="王" lastIdx="0" clrIdx="1398"/>
  <p:cmAuthor id="1400" name="zzy" initials="zzy" lastIdx="0" clrIdx="1399"/>
  <p:cmAuthor id="1401" name="张馨玲" initials="张" lastIdx="0" clrIdx="1400"/>
  <p:cmAuthor id="1402" name="HP" initials="H" lastIdx="0" clrIdx="1401"/>
  <p:cmAuthor id="1403" name="X13" initials="X" lastIdx="0" clrIdx="1402"/>
  <p:cmAuthor id="1404" name="10206899" initials="1" lastIdx="0" clrIdx="1403"/>
  <p:cmAuthor id="1405" name="10133177" initials="1" lastIdx="0" clrIdx="1404"/>
  <p:cmAuthor id="1406" name="yaohuijuan " initials="c" lastIdx="0" clrIdx="1405"/>
  <p:cmAuthor id="1407" name="zhifubao" initials="z" lastIdx="0" clrIdx="1406"/>
  <p:cmAuthor id="1408" name="Microsoft Office 用户" initials="MO用 [8] [6]" lastIdx="0" clrIdx="1407"/>
  <p:cmAuthor id="1409" name="茹志强" initials="U" lastIdx="0" clrIdx="1408"/>
  <p:cmAuthor id="1410" name="clj" initials="c" lastIdx="0" clrIdx="1409"/>
  <p:cmAuthor id="1411" name="尹瑶瑶" initials="尹" lastIdx="0" clrIdx="1410"/>
  <p:cmAuthor id="1412" name="user" initials="u" lastIdx="0" clrIdx="1411"/>
  <p:cmAuthor id="1413" name="张卓豫" initials="zzy" lastIdx="0" clrIdx="1412"/>
  <p:cmAuthor id="1414" name="admin7" initials="l" lastIdx="0" clrIdx="1413"/>
  <p:cmAuthor id="1415" name="cmsz" initials="c" lastIdx="0" clrIdx="1414"/>
  <p:cmAuthor id="1416" name="施旻" initials="施" lastIdx="0" clrIdx="1415"/>
  <p:cmAuthor id="1417" name="zhangyuexin@hq.cmcc" initials="zhangyuexin@hq.cmcc" lastIdx="0" clrIdx="1416"/>
  <p:cmAuthor id="1418" name="黎丹" initials="黎" lastIdx="0" clrIdx="1417"/>
  <p:cmAuthor id="1419" name="Cmit" initials="C" lastIdx="0" clrIdx="1418"/>
  <p:cmAuthor id="1420" name="X1" initials="X" lastIdx="0" clrIdx="1419"/>
  <p:cmAuthor id="1421" name="LZ" initials="Y" lastIdx="0" clrIdx="1420"/>
  <p:cmAuthor id="1422" name="lunan" initials="l" lastIdx="0" clrIdx="1421"/>
  <p:cmAuthor id="1423" name="liyuting" initials="l" lastIdx="0" clrIdx="1422"/>
  <p:cmAuthor id="1424" name="gengxuan" initials="g" lastIdx="0" clrIdx="1423"/>
  <p:cmAuthor id="1425" name="匿名用户" initials="匿" lastIdx="0" clrIdx="1424"/>
  <p:cmAuthor id="1426" name="陈驹洲" initials="A" lastIdx="0" clrIdx="1425"/>
  <p:cmAuthor id="1427" name="何 静" initials="何" lastIdx="0" clrIdx="1426"/>
  <p:cmAuthor id="1428" name="Cool" initials="C" lastIdx="0" clrIdx="1427"/>
  <p:cmAuthor id="1429" name="." initials="." lastIdx="0" clrIdx="1428"/>
  <p:cmAuthor id="1430" name="WPS_1602979380" initials="W" lastIdx="0" clrIdx="1429"/>
  <p:cmAuthor id="1431" name="kk" initials="k" lastIdx="0" clrIdx="1430"/>
  <p:cmAuthor id="1432" name="182----2928" initials="1" lastIdx="0" clrIdx="1431"/>
  <p:cmAuthor id="1433" name="johnさん雲起" initials="j" lastIdx="0" clrIdx="1432"/>
  <p:cmAuthor id="1434" name="微信用户" initials="微" lastIdx="0" clrIdx="1433"/>
  <p:cmAuthor id="1435" name="勿忘初心" initials="勿" lastIdx="0" clrIdx="1434"/>
  <p:cmAuthor id="1436" name="Guojianhong (Alexander)" initials="G(" lastIdx="0" clrIdx="1435"/>
  <p:cmAuthor id="1437" name="Miao" initials="M" lastIdx="0" clrIdx="1436"/>
  <p:cmAuthor id="1438" name="任静" initials="任" lastIdx="0" clrIdx="1437"/>
  <p:cmAuthor id="1439" name="戴停" initials="戴" lastIdx="0" clrIdx="1438"/>
  <p:cmAuthor id="1440" name="`Mark." initials="`" lastIdx="0" clrIdx="1439"/>
  <p:cmAuthor id="1441" name="jh d" initials="jd" lastIdx="0" clrIdx="1440"/>
  <p:cmAuthor id="1442" name="Baymax" initials="B" lastIdx="0" clrIdx="1441"/>
  <p:cmAuthor id="1443" name="袁昭成" initials="袁" lastIdx="0" clrIdx="1442"/>
  <p:cmAuthor id="1444" name="骑蜗牛私奔" initials="骑" lastIdx="0" clrIdx="1443"/>
  <p:cmAuthor id="1445" name="Mr Keating" initials="M" lastIdx="0" clrIdx="1444"/>
  <p:cmAuthor id="1446" name="张裴" initials="张" lastIdx="0" clrIdx="1445"/>
  <p:cmAuthor id="1447" name="梅杰" initials="梅" lastIdx="0" clrIdx="1446"/>
  <p:cmAuthor id="1448" name="亭子" initials="亭" lastIdx="0" clrIdx="1447"/>
  <p:cmAuthor id="1449" name="ocean" initials="o" lastIdx="0" clrIdx="1448"/>
  <p:cmAuthor id="1450" name="Chen Qiyang" initials="C" lastIdx="0" clrIdx="1449"/>
  <p:cmAuthor id="1451" name="Halfmoon" initials="H" lastIdx="0" clrIdx="1450"/>
  <p:cmAuthor id="1452" name="xxx" initials="x" lastIdx="0" clrIdx="1451"/>
  <p:cmAuthor id="1453" name="00158845" initials="0" lastIdx="0" clrIdx="1452"/>
  <p:cmAuthor id="1454" name="10201331" initials="1" lastIdx="0" clrIdx="1453"/>
  <p:cmAuthor id="1455" name="施静伟" initials="施" lastIdx="0" clrIdx="1454"/>
  <p:cmAuthor id="1456" name="李强" initials="A" lastIdx="0" clrIdx="1455"/>
  <p:cmAuthor id="1457" name="文森特" initials="文" lastIdx="0" clrIdx="1456"/>
  <p:cmAuthor id="1458" name="W_L" initials="W" lastIdx="0" clrIdx="1457"/>
  <p:cmAuthor id="1459" name="兴" initials="兴" lastIdx="0" clrIdx="1458"/>
  <p:cmAuthor id="1460" name="10177653" initials="1" lastIdx="0" clrIdx="1459"/>
  <p:cmAuthor id="1461" name="一个不愿意透露姓名" initials="lasdf" lastIdx="0" clrIdx="1460"/>
  <p:cmAuthor id="1462" name="86188" initials="8" lastIdx="0" clrIdx="1461"/>
  <p:cmAuthor id="1463" name="朱雪萍" initials="朱" lastIdx="0" clrIdx="1462"/>
  <p:cmAuthor id="1464" name="10205805" initials="1" lastIdx="0" clrIdx="1463"/>
  <p:cmAuthor id="1465" name="WHF" initials="W" lastIdx="0" clrIdx="1464"/>
  <p:cmAuthor id="1466" name="huxiaolu" initials="h" lastIdx="0" clrIdx="1465"/>
  <p:cmAuthor id="1467" name="zhoux" initials="z" lastIdx="0" clrIdx="1466"/>
  <p:cmAuthor id="1468" name="flower" initials="f" lastIdx="0" clrIdx="1467"/>
  <p:cmAuthor id="1469" name="hwjjjjjjjj" initials="h" lastIdx="0" clrIdx="1468"/>
  <p:cmAuthor id="1470" name="thinkin" initials="t" lastIdx="0" clrIdx="1469"/>
  <p:cmAuthor id="1471" name="zhoupeng" initials="z" lastIdx="0" clrIdx="1470"/>
  <p:cmAuthor id="1472" name="wangchangkun@cmhi.cmcc" initials="wangchangkun@cmhi.cmcc" lastIdx="0" clrIdx="1471"/>
  <p:cmAuthor id="1473" name="tong" initials="t" lastIdx="0" clrIdx="1472"/>
  <p:cmAuthor id="1474" name="cpic" initials="c" lastIdx="0" clrIdx="1473"/>
  <p:cmAuthor id="1475" name="PC" initials="P" lastIdx="0" clrIdx="1474"/>
  <p:cmAuthor id="1476" name="zhangxinyao" initials="z" lastIdx="0" clrIdx="1475"/>
  <p:cmAuthor id="1477" name="Dizzy" initials="D" lastIdx="0" clrIdx="1476"/>
  <p:cmAuthor id="1478" name="huawei" initials="h" lastIdx="0" clrIdx="1477"/>
  <p:cmAuthor id="1479" name="yezengwei" initials="y" lastIdx="0" clrIdx="1478"/>
  <p:cmAuthor id="1480" name="孙璐璐" initials="孙" lastIdx="0" clrIdx="1479"/>
  <p:cmAuthor id="1481" name="1003776019@qq.com" initials="1" lastIdx="0" clrIdx="1480"/>
  <p:cmAuthor id="1482" name="cici" initials="c" lastIdx="0" clrIdx="1481"/>
  <p:cmAuthor id="1483" name="86134" initials="8" lastIdx="0" clrIdx="1482"/>
  <p:cmAuthor id="1484" name="方绍波|fangshaobo" initials="方" lastIdx="0" clrIdx="1483"/>
  <p:cmAuthor id="1485" name="王 金谦" initials="王" lastIdx="0" clrIdx="1484"/>
  <p:cmAuthor id="1486" name="Mary Beattie" initials="M" lastIdx="0" clrIdx="1485"/>
  <p:cmAuthor id="1487" name="15090" initials="1" lastIdx="0" clrIdx="1486"/>
  <p:cmAuthor id="1488" name="Andrea Michels" initials="A" lastIdx="0" clrIdx="1487"/>
  <p:cmAuthor id="1489" name="anni" initials="a" lastIdx="0" clrIdx="1488"/>
  <p:cmAuthor id="1490" name="liuyanxue" initials="l" lastIdx="0" clrIdx="1489"/>
  <p:cmAuthor id="1491" name="Mark McGregor (HI)" initials="M" lastIdx="0" clrIdx="1490"/>
  <p:cmAuthor id="1492" name="zhouyangcheng" initials="z" lastIdx="0" clrIdx="1491"/>
  <p:cmAuthor id="1493" name="wangdaiyuan" initials="w" lastIdx="0" clrIdx="1492"/>
  <p:cmAuthor id="1494" name="YUN Jiayue" initials="Y" lastIdx="0" clrIdx="1493"/>
  <p:cmAuthor id="1495" name="Louise Adamson (HI)" initials="L" lastIdx="0" clrIdx="1494"/>
  <p:cmAuthor id="1496" name="Yoda KK" initials="Y" lastIdx="0" clrIdx="1495"/>
  <p:cmAuthor id="1497" name="ZYM" initials="Z" lastIdx="0" clrIdx="1496"/>
  <p:cmAuthor id="1498" name="zhouyangfan" initials="z" lastIdx="0" clrIdx="1497"/>
  <p:cmAuthor id="1499" name="HNN" initials="H" lastIdx="0" clrIdx="1498"/>
  <p:cmAuthor id="1500" name="fengyuan03" initials="f" lastIdx="0" clrIdx="1499"/>
  <p:cmAuthor id="1501" name="刘国强" initials="刘" lastIdx="0" clrIdx="1500"/>
  <p:cmAuthor id="1502" name="Melanie Smitt" initials="M" lastIdx="0" clrIdx="1501"/>
  <p:cmAuthor id="1503" name="miaott" initials="m" lastIdx="0" clrIdx="1502"/>
  <p:cmAuthor id="1504" name="xusha" initials="x" lastIdx="0" clrIdx="1503"/>
  <p:cmAuthor id="1505" name="王源" initials="王" lastIdx="0" clrIdx="1504"/>
  <p:cmAuthor id="1506" name="李 东科" initials="李" lastIdx="0" clrIdx="1505"/>
  <p:cmAuthor id="1507" name="未知用户199" initials="未" lastIdx="0" clrIdx="1506"/>
  <p:cmAuthor id="1508" name="未知用户204" initials="未" lastIdx="0" clrIdx="1507"/>
  <p:cmAuthor id="1509" name="罗 罗" initials="罗" lastIdx="0" clrIdx="1508"/>
  <p:cmAuthor id="1510" name="未知用户84" initials="未" lastIdx="0" clrIdx="1509"/>
  <p:cmAuthor id="1511" name="goulei" initials="g" lastIdx="0" clrIdx="1510"/>
  <p:cmAuthor id="1512" name="未知用户210" initials="未" lastIdx="0" clrIdx="1511"/>
  <p:cmAuthor id="1513" name="?定义" initials="?" lastIdx="0" clrIdx="1512"/>
  <p:cmAuthor id="1514" name="sxp" initials="s" lastIdx="0" clrIdx="1513"/>
  <p:cmAuthor id="1515" name="allan" initials="a" lastIdx="0" clrIdx="1514"/>
  <p:cmAuthor id="1516" name="alpha" initials="a" lastIdx="0" clrIdx="1515"/>
  <p:cmAuthor id="1517" name="胡益铭" initials="胡" lastIdx="0" clrIdx="1516"/>
  <p:cmAuthor id="1518" name="Unknown User23" initials="U" lastIdx="0" clrIdx="1517"/>
  <p:cmAuthor id="1519" name="未知的使用者75" initials="未" lastIdx="0" clrIdx="1518"/>
  <p:cmAuthor id="1520" name="朱朱朱_EfIvmAF7" initials="朱" lastIdx="0" clrIdx="1519"/>
  <p:cmAuthor id="1521" name="仝德志" initials="仝" lastIdx="0" clrIdx="1520"/>
  <p:cmAuthor id="1522" name="张静_Anua7Nne" initials="authorId_935319063" lastIdx="0" clrIdx="1521"/>
  <p:cmAuthor id="1523" name="席琛" initials="" lastIdx="0" clrIdx="1522"/>
  <p:cmAuthor id="1524" name="sjzx" initials="s" lastIdx="0" clrIdx="1523"/>
  <p:cmAuthor id="1525" name="盖珂" initials="GK" lastIdx="0" clrIdx="1524"/>
  <p:cmAuthor id="1526" name="曼 王" initials="曼王" lastIdx="0" clrIdx="1525"/>
  <p:cmAuthor id="1527" name="未知用户325" initials="未" lastIdx="0" clrIdx="1526"/>
  <p:cmAuthor id="1528" name="未知用户303" initials="未" lastIdx="0" clrIdx="1527"/>
  <p:cmAuthor id="1529" name="78234500@qq.com" initials="7" lastIdx="0" clrIdx="1528"/>
  <p:cmAuthor id="1530" name="panjm" initials="p" lastIdx="0" clrIdx="1529"/>
  <p:cmAuthor id="1531" name="liuchunhua199110" initials="l" lastIdx="0" clrIdx="1530"/>
  <p:cmAuthor id="1532" name="未知用户229" initials="未" lastIdx="0" clrIdx="1531"/>
  <p:cmAuthor id="1533" name="未知用户274" initials="未" lastIdx="0" clrIdx="1532"/>
  <p:cmAuthor id="1534" name="胡岱雯" initials="胡" lastIdx="0" clrIdx="1533"/>
  <p:cmAuthor id="1535" name="张 成亚" initials="张" lastIdx="0" clrIdx="1534"/>
  <p:cmAuthor id="1536" name="未知用户344" initials="未" lastIdx="0" clrIdx="1535"/>
  <p:cmAuthor id="1537" name="未知用户345" initials="未" lastIdx="0" clrIdx="1536"/>
  <p:cmAuthor id="1538" name="jian Ray" initials="j" lastIdx="0" clrIdx="1537"/>
  <p:cmAuthor id="1539" name="jesschin" initials="j" lastIdx="0" clrIdx="1538"/>
  <p:cmAuthor id="1540" name="未知用户361" initials="未" lastIdx="0" clrIdx="1539"/>
  <p:cmAuthor id="1541" name="雨林木风" initials="雨" lastIdx="0" clrIdx="1540"/>
  <p:cmAuthor id="1542" name="震" initials="震" lastIdx="0" clrIdx="1541"/>
  <p:cmAuthor id="1543" name="梁光灯_iI7bJ7vm" initials="authorId_510858482" lastIdx="0" clrIdx="1542"/>
  <p:cmAuthor id="1544" name="zhaojunjie" initials="z" lastIdx="0" clrIdx="1543"/>
  <p:cmAuthor id="1545" name="伟哥" initials="伟哥" lastIdx="0" clrIdx="1544"/>
  <p:cmAuthor id="1546" name="朗 月" initials="朗" lastIdx="0" clrIdx="1545"/>
  <p:cmAuthor id="1547" name="XIAN" initials="X" lastIdx="0" clrIdx="1546"/>
  <p:cmAuthor id="1548" name="张因然10112423" initials="1" lastIdx="0" clrIdx="1547"/>
  <p:cmAuthor id="1549" name="10181267" initials="1" lastIdx="0" clrIdx="1548"/>
  <p:cmAuthor id="1550" name="10270505" initials="1" lastIdx="0" clrIdx="1549"/>
  <p:cmAuthor id="1551" name="10225041" initials="1" lastIdx="0" clrIdx="1550"/>
  <p:cmAuthor id="1552" name="00242950" initials="0" lastIdx="0" clrIdx="1551"/>
  <p:cmAuthor id="1553" name="储贤民" initials="储" lastIdx="0" clrIdx="1552"/>
  <p:cmAuthor id="1554" name="马蔚然" initials="a" lastIdx="0" clrIdx="1553"/>
  <p:cmAuthor id="1555" name="叶 锋" initials="叶" lastIdx="0" clrIdx="1554"/>
  <p:cmAuthor id="1556" name="xujian1" initials="x" lastIdx="0" clrIdx="1555"/>
  <p:cmAuthor id="1557" name="Wangyan (wangyan, BSS Business Solution)" initials="W(BBS" lastIdx="0" clrIdx="1556"/>
  <p:cmAuthor id="1558" name="Office 365" initials="O3" lastIdx="0" clrIdx="1557"/>
  <p:cmAuthor id="1559" name="jiang" initials="j" lastIdx="0" clrIdx="1558"/>
  <p:cmAuthor id="1560" name="zhaoc" initials="z" lastIdx="0" clrIdx="1559"/>
  <p:cmAuthor id="1561" name="a" initials="a" lastIdx="0" clrIdx="1560"/>
  <p:cmAuthor id="1562" name="15520" initials="1" lastIdx="0" clrIdx="1561"/>
  <p:cmAuthor id="1563" name="山西公司集团客户部季文海" initials="山" lastIdx="0" clrIdx="1562"/>
  <p:cmAuthor id="1564" name="杨国" initials="杨" lastIdx="0" clrIdx="1563"/>
  <p:cmAuthor id="1565" name="HiWin10" initials="H" lastIdx="0" clrIdx="1564"/>
  <p:cmAuthor id="1566" name="liuweiwan@hq.cmcc" initials="l" lastIdx="0" clrIdx="1565"/>
  <p:cmAuthor id="1567" name="小 红马" initials="小" lastIdx="0" clrIdx="1566"/>
  <p:cmAuthor id="1568" name="liuwe" initials="l" lastIdx="0" clrIdx="1567"/>
  <p:cmAuthor id="1569" name="刘铎" initials="刘" lastIdx="0" clrIdx="1568"/>
  <p:cmAuthor id="1570" name="law yung" initials="ly" lastIdx="0" clrIdx="1569"/>
  <p:cmAuthor id="1571" name="heyanfeng8293@163.com" initials="" lastIdx="0" clrIdx="1570"/>
  <p:cmAuthor id="1572" name="haomingLiu" initials="h" lastIdx="0" clrIdx="1571"/>
  <p:cmAuthor id="1573" name="wl_cm" initials="w" lastIdx="0" clrIdx="1572"/>
  <p:cmAuthor id="1574" name="Lenovo" initials="L" lastIdx="0" clrIdx="1573"/>
  <p:cmAuthor id="1575" name="丁博文" initials="丁" lastIdx="0" clrIdx="1574"/>
  <p:cmAuthor id="1576" name="朱江" initials="朱" lastIdx="0" clrIdx="1575"/>
  <p:cmAuthor id="1577" name="xx_liuyun" initials="x" lastIdx="0" clrIdx="1576"/>
  <p:cmAuthor id="1578" name="zhuyx" initials="M" lastIdx="0" clrIdx="1577"/>
  <p:cmAuthor id="1579" name="牛哥" initials="牛" lastIdx="0" clrIdx="1578"/>
  <p:cmAuthor id="1580" name="nalpha" initials="n" lastIdx="0" clrIdx="1579"/>
  <p:cmAuthor id="1581" name="13999" initials="1" lastIdx="0" clrIdx="1580"/>
  <p:cmAuthor id="1582" name="ranxinze" initials="r" lastIdx="0" clrIdx="1581"/>
  <p:cmAuthor id="1583" name="gaols" initials="g" lastIdx="0" clrIdx="1582"/>
  <p:cmAuthor id="1584" name="luoli" initials="L" lastIdx="0" clrIdx="1583"/>
  <p:cmAuthor id="191251537" name="Echo" initials="E" lastIdx="1" clrIdx="191251536"/>
  <p:cmAuthor id="1585" name="kevin.huang" initials="k" lastIdx="0" clrIdx="1584"/>
  <p:cmAuthor id="1586" name="sizhao@cmsr.cmcc" initials="S" lastIdx="0" clrIdx="1585"/>
  <p:cmAuthor id="1587" name="cmdi" initials="c" lastIdx="0" clrIdx="1586"/>
  <p:cmAuthor id="1588" name="Calvin G" initials="C" lastIdx="0" clrIdx="1587"/>
  <p:cmAuthor id="1589" name="yanchenrui@hq.cmcc" initials="yanchenrui@hq.cmcc" lastIdx="0" clrIdx="1588"/>
  <p:cmAuthor id="1590" name="1" initials="1" lastIdx="0" clrIdx="1589"/>
  <p:cmAuthor id="1591" name="王海静" initials="whj" lastIdx="0" clrIdx="1590"/>
  <p:cmAuthor id="1592" name="dingyuyuan" initials="d" lastIdx="0" clrIdx="1591"/>
  <p:cmAuthor id="1593" name="宁海蓉" initials="海蓉" lastIdx="0" clrIdx="1592"/>
  <p:cmAuthor id="1594" name="653496265@qq.com" initials="6" lastIdx="0" clrIdx="1593"/>
  <p:cmAuthor id="1595" name="li yx" initials="ly" lastIdx="0" clrIdx="1594"/>
  <p:cmAuthor id="1596" name="乐" initials="乐" lastIdx="0" clrIdx="1595"/>
  <p:cmAuthor id="1597" name="王华" initials="王" lastIdx="0" clrIdx="1596"/>
  <p:cmAuthor id="1598" name="dw" initials="d" lastIdx="0" clrIdx="1597"/>
  <p:cmAuthor id="1599" name="WPS_1689822718" initials="W" lastIdx="0" clrIdx="1598"/>
  <p:cmAuthor id="1600" name="wangzhuodong" initials="w" lastIdx="0" clrIdx="1599"/>
  <p:cmAuthor id="1601" name="燕" initials="燕" lastIdx="0" clrIdx="1600"/>
  <p:cmAuthor id="1602" name="Andy.Tiller" initials="A" lastIdx="0" clrIdx="1601"/>
  <p:cmAuthor id="1603" name="印兴阳|yinxingyang" initials="Z" lastIdx="0" clrIdx="1602"/>
  <p:cmAuthor id="1604" name="屈 卫东" initials="屈" lastIdx="0" clrIdx="1603"/>
  <p:cmAuthor id="1605" name="苗 骏杰" initials="苗" lastIdx="0" clrIdx="1604"/>
  <p:cmAuthor id="1606" name="MI" initials="M" lastIdx="0" clrIdx="1605"/>
  <p:cmAuthor id="1607" name="ZZ" initials="zhedlzhao" lastIdx="0" clrIdx="1606"/>
  <p:cmAuthor id="1608" name="10040068" initials="hpy" lastIdx="0" clrIdx="1607"/>
  <p:cmAuthor id="1609" name="20-Jieyh-Pad" initials="2" lastIdx="0" clrIdx="1608"/>
  <p:cmAuthor id="1610" name="刘瑞00088457" initials="刘瑞00088457" lastIdx="0" clrIdx="1609"/>
  <p:cmAuthor id="1611" name="GYD" initials="G" lastIdx="0" clrIdx="1610"/>
  <p:cmAuthor id="1612" name="田莎" initials="田" lastIdx="0" clrIdx="1611"/>
  <p:cmAuthor id="1613" name="David" initials="D" lastIdx="0" clrIdx="1612"/>
  <p:cmAuthor id="1614" name="WPS_1603678612" initials="W" lastIdx="0" clrIdx="1613"/>
  <p:cmAuthor id="1615" name="10295142" initials="1" lastIdx="0" clrIdx="1614"/>
  <p:cmAuthor id="1616" name="K_Jank" initials="K" lastIdx="0" clrIdx="1615"/>
  <p:cmAuthor id="1617" name="liuti" initials="l" lastIdx="0" clrIdx="1616"/>
  <p:cmAuthor id="1618" name="zsc" initials="z" lastIdx="0" clrIdx="1617"/>
  <p:cmAuthor id="1619" name="hauwei" initials="h" lastIdx="0" clrIdx="1618"/>
  <p:cmAuthor id="1620" name="陈伟" initials="陈" lastIdx="0" clrIdx="1619"/>
  <p:cmAuthor id="1621" name="tianatan" initials="t" lastIdx="0" clrIdx="1620"/>
  <p:cmAuthor id="1622" name="Juliet猪立业" initials="J" lastIdx="0" clrIdx="1621"/>
  <p:cmAuthor id="1623" name="关全全10258021" initials="关全全10258021" lastIdx="0" clrIdx="1622"/>
  <p:cmAuthor id="1624" name="wmcmdi" initials="w" lastIdx="0" clrIdx="1623"/>
  <p:cmAuthor id="1625" name="Hey！Judy" initials="H" lastIdx="0" clrIdx="1624"/>
  <p:cmAuthor id="1626" name="孙傲" initials="孙" lastIdx="0" clrIdx="1625"/>
  <p:cmAuthor id="1627" name="段瑞祥" initials="段" lastIdx="0" clrIdx="1626"/>
  <p:cmAuthor id="1628" name="雨®" initials="雨" lastIdx="0" clrIdx="1627"/>
  <p:cmAuthor id="1629" name="locus_水" initials="l" lastIdx="0" clrIdx="1628"/>
  <p:cmAuthor id="1630" name="zhaolongfei" initials="z" lastIdx="0" clrIdx="1629"/>
  <p:cmAuthor id="1631" name="波 陈" initials="波陈" lastIdx="0" clrIdx="1630"/>
  <p:cmAuthor id="1632" name="RYJ" initials="R" lastIdx="0" clrIdx="1631"/>
  <p:cmAuthor id="1633" name="温蒂" initials="温" lastIdx="0" clrIdx="1632"/>
  <p:cmAuthor id="1634" name="zhenwenzhuang" initials="z" lastIdx="0" clrIdx="1633"/>
  <p:cmAuthor id="1635" name="小翊" initials="小" lastIdx="0" clrIdx="1634"/>
  <p:cmAuthor id="1636" name="莫失" initials="莫" lastIdx="0" clrIdx="1635"/>
  <p:cmAuthor id="1637" name="曾阿婷" initials="曾" lastIdx="0" clrIdx="1636"/>
  <p:cmAuthor id="1638" name="郑敏" initials="郑" lastIdx="0" clrIdx="1637"/>
  <p:cmAuthor id="1639" name="Mia Vida Villanueva" initials="M" lastIdx="0" clrIdx="1638"/>
  <p:cmAuthor id="1640" name="李飞" initials="李飞" lastIdx="0" clrIdx="1639"/>
  <p:cmAuthor id="1641" name="倪赓/SGS/FMCC" initials="倪赓/SGS/FMCC" lastIdx="0" clrIdx="1640"/>
  <p:cmAuthor id="1642" name="ting yue" initials="t" lastIdx="0" clrIdx="1641"/>
  <p:cmAuthor id="1643" name="咩咩so" initials="咩" lastIdx="0" clrIdx="1642"/>
  <p:cmAuthor id="1644" name="王晓龙" initials="王" lastIdx="0" clrIdx="1643"/>
  <p:cmAuthor id="1645" name="爱小骆驼小乖" initials="爱" lastIdx="0" clrIdx="1644"/>
  <p:cmAuthor id="1646" name="ccm" initials="c" lastIdx="0" clrIdx="1645"/>
  <p:cmAuthor id="1647" name="未知用户22" initials="未" lastIdx="0" clrIdx="1646"/>
  <p:cmAuthor id="1648" name="david bin" initials="d" lastIdx="0" clrIdx="1647"/>
  <p:cmAuthor id="1649" name="想" initials="想" lastIdx="0" clrIdx="1648"/>
  <p:cmAuthor id="1650" name="SJY" initials="S" lastIdx="0" clrIdx="1649"/>
  <p:cmAuthor id="1651" name="许诺" initials="许" lastIdx="0" clrIdx="1650"/>
  <p:cmAuthor id="1652" name="杜彦洁" initials="杜" lastIdx="0" clrIdx="1651"/>
  <p:cmAuthor id="1653" name="未知用户4" initials="未" lastIdx="0" clrIdx="1652"/>
  <p:cmAuthor id="1654" name="殷一非" initials="殷" lastIdx="0" clrIdx="1653"/>
  <p:cmAuthor id="1655" name="蓝精灵" initials="蓝" lastIdx="0" clrIdx="1654"/>
  <p:cmAuthor id="1656" name="absurdus" initials="a" lastIdx="0" clrIdx="1655"/>
  <p:cmAuthor id="1657" name="11839" initials="1" lastIdx="0" clrIdx="1656"/>
  <p:cmAuthor id="1658" name="吴伟/SGS/FMCC" initials="吴伟/SGS/FM" lastIdx="0" clrIdx="1657"/>
  <p:cmAuthor id="1659" name="xiaoyouliang" initials="x" lastIdx="0" clrIdx="1658"/>
  <p:cmAuthor id="1660" name="林 卓" initials="" lastIdx="0" clrIdx="1659"/>
  <p:cmAuthor id="1661" name="烬飞默途" initials="烬" lastIdx="0" clrIdx="1660"/>
  <p:cmAuthor id="1662" name="陈静" initials="陈" lastIdx="0" clrIdx="1661"/>
  <p:cmAuthor id="1663" name="Norton" initials="" lastIdx="0" clrIdx="1662"/>
  <p:cmAuthor id="1664" name="苗茜" initials="" lastIdx="0" clrIdx="1663"/>
  <p:cmAuthor id="1665" name="Liu Dong" initials="L" lastIdx="0" clrIdx="1664"/>
  <p:cmAuthor id="1666" name="王林10186938" initials="王林10186938" lastIdx="0" clrIdx="1665"/>
  <p:cmAuthor id="1667" name="Zhao Jing" initials="Z" lastIdx="0" clrIdx="1666"/>
  <p:cmAuthor id="1668" name="liuqi" initials="l" lastIdx="0" clrIdx="1667"/>
  <p:cmAuthor id="1669" name="Xin Wang (IB)" initials="X" lastIdx="0" clrIdx="1668"/>
  <p:cmAuthor id="1670" name="YANQING BAO" initials="Y" lastIdx="0" clrIdx="1669"/>
  <p:cmAuthor id="1671" name="Haiyang Wang" initials="H" lastIdx="0" clrIdx="1670"/>
  <p:cmAuthor id="1672" name="Roet-Reinking, Nathalie" initials="R" lastIdx="0" clrIdx="1671"/>
  <p:cmAuthor id="1673" name="黄崑" initials="HK" lastIdx="0" clrIdx="1672"/>
  <p:cmAuthor id="1674" name="张金龙" initials="张" lastIdx="0" clrIdx="1673"/>
  <p:cmAuthor id="1675" name="祝惠蓉" initials="祝" lastIdx="0" clrIdx="1674"/>
  <p:cmAuthor id="1676" name="陈俊奕" initials="陈俊奕" lastIdx="0" clrIdx="1675"/>
  <p:cmAuthor id="1677" name="宋海锐" initials="宋" lastIdx="0" clrIdx="1676"/>
  <p:cmAuthor id="1678" name="张 明晖" initials="张" lastIdx="0" clrIdx="1677"/>
  <p:cmAuthor id="1679" name="xiaver xiaver" initials="xx" lastIdx="0" clrIdx="1678"/>
  <p:cmAuthor id="1680" name="韩军伟" initials="韩" lastIdx="0" clrIdx="1679"/>
  <p:cmAuthor id="1681" name="刘 阳春" initials="刘" lastIdx="0" clrIdx="1680"/>
  <p:cmAuthor id="1682" name="三农金融事业部综合员" initials="三" lastIdx="0" clrIdx="1681"/>
  <p:cmAuthor id="1683" name="zhanglipingsj@hq.cmcc" initials="zhanglipi" lastIdx="0" clrIdx="1682"/>
  <p:cmAuthor id="1684" name="2435549810@qq.com" initials="2" lastIdx="0" clrIdx="1683"/>
  <p:cmAuthor id="1685" name="唐思源" initials="唐" lastIdx="0" clrIdx="1684"/>
  <p:cmAuthor id="1686" name="孟萦" initials="孟" lastIdx="0" clrIdx="1685"/>
  <p:cmAuthor id="1687" name="彬 罗" initials="彬" lastIdx="0" clrIdx="1686"/>
  <p:cmAuthor id="1688" name="罗彬" initials="罗" lastIdx="0" clrIdx="1687"/>
  <p:cmAuthor id="1689" name="ts" initials="t" lastIdx="0" clrIdx="1688"/>
  <p:cmAuthor id="1690" name="1 mac" initials="1" lastIdx="0" clrIdx="1689"/>
  <p:cmAuthor id="1691" name="83402" initials="8" lastIdx="0" clrIdx="1690"/>
  <p:cmAuthor id="1692" name="Jinyi" initials="J" lastIdx="0" clrIdx="1691"/>
  <p:cmAuthor id="1693" name="zhaowenzhao" initials="zhaowenzhao" lastIdx="0" clrIdx="1692"/>
  <p:cmAuthor id="1694" name="江涛 李" initials="江" lastIdx="0" clrIdx="1693"/>
  <p:cmAuthor id="1695" name="林雪" initials="林" lastIdx="0" clrIdx="1694"/>
  <p:cmAuthor id="1696" name="Zhanwei Xiao(CUC SRD2-HZ-FZ)" initials="Z" lastIdx="0" clrIdx="1695"/>
  <p:cmAuthor id="1697" name="李佳" initials="李" lastIdx="0" clrIdx="1696"/>
  <p:cmAuthor id="1698" name="diana.cheng" initials="d" lastIdx="0" clrIdx="1697"/>
  <p:cmAuthor id="1699" name="黄欣悦" initials="黄" lastIdx="0" clrIdx="1698"/>
  <p:cmAuthor id="1700" name="Zhou, Jane Ye" initials="Z" lastIdx="0" clrIdx="1699"/>
  <p:cmAuthor id="1701" name="Ma, Jun A." initials="M" lastIdx="0" clrIdx="1700"/>
  <p:cmAuthor id="1702" name="Doris Tan" initials="D" lastIdx="0" clrIdx="1701"/>
  <p:cmAuthor id="1703" name="56292" initials="5" lastIdx="0" clrIdx="1702"/>
  <p:cmAuthor id="1704" name="Joy HL Sang" initials="J" lastIdx="0" clrIdx="1703"/>
  <p:cmAuthor id="1705" name="冯智强" initials="冯" lastIdx="0" clrIdx="1704"/>
  <p:cmAuthor id="1706" name="Zhou, Joey (IBD)" initials="Z" lastIdx="0" clrIdx="1705"/>
  <p:cmAuthor id="1707" name="qijf" initials="q" lastIdx="0" clrIdx="1706"/>
  <p:cmAuthor id="1708" name="孙运海" initials="孙" lastIdx="0" clrIdx="1707"/>
  <p:cmAuthor id="1709" name="浩 陈" initials="浩" lastIdx="0" clrIdx="1708"/>
  <p:cmAuthor id="1710" name="S" initials="S" lastIdx="0" clrIdx="1709"/>
  <p:cmAuthor id="1711" name="wumin" initials="w" lastIdx="0" clrIdx="1710"/>
  <p:cmAuthor id="1712" name="岳文甲" initials="岳" lastIdx="0" clrIdx="1711"/>
  <p:cmAuthor id="1713" name="浮浮浮云" initials="浮" lastIdx="0" clrIdx="1712"/>
  <p:cmAuthor id="1714" name="91huhang" initials="9" lastIdx="0" clrIdx="1713"/>
  <p:cmAuthor id="1715" name="朱玉龙" initials="朱" lastIdx="0" clrIdx="1714"/>
  <p:cmAuthor id="1716" name="Ms" initials="M" lastIdx="0" clrIdx="1715"/>
  <p:cmAuthor id="1717" name="    " initials=" " lastIdx="0" clrIdx="1716"/>
  <p:cmAuthor id="1718" name="Franca, Ryan {MDAO~Basel}" initials="F" lastIdx="0" clrIdx="1717"/>
  <p:cmAuthor id="1719" name="Eva" initials="E" lastIdx="0" clrIdx="1718"/>
  <p:cmAuthor id="1720" name="李传波" initials="李" lastIdx="0" clrIdx="1719"/>
  <p:cmAuthor id="1721" name="su pei" initials="s" lastIdx="0" clrIdx="1720"/>
  <p:cmAuthor id="1722" name="45383746@qq.com" initials="4" lastIdx="0" clrIdx="1721"/>
  <p:cmAuthor id="1723" name="邢皓" initials="邢" lastIdx="0" clrIdx="1722"/>
  <p:cmAuthor id="1724" name="hauk guan" initials="h" lastIdx="0" clrIdx="1723"/>
  <p:cmAuthor id="1725" name="sierra" initials="s" lastIdx="0" clrIdx="1724"/>
  <p:cmAuthor id="1726" name="陈艳" initials="陈" lastIdx="0" clrIdx="1725"/>
  <p:cmAuthor id="1727" name="王 公然" initials="王" lastIdx="0" clrIdx="1726"/>
  <p:cmAuthor id="1728" name="阿柴" initials="阿" lastIdx="0" clrIdx="1727"/>
  <p:cmAuthor id="1729" name="MC SYSTEM" initials="M" lastIdx="0" clrIdx="1728"/>
  <p:cmAuthor id="1730" name="zhouqiongling" initials="z" lastIdx="0" clrIdx="1729"/>
  <p:cmAuthor id="1731" name="spring_ren" initials="s" lastIdx="0" clrIdx="1730"/>
  <p:cmAuthor id="1732" name="su" initials="s" lastIdx="0" clrIdx="1731"/>
  <p:cmAuthor id="1733" name="李璐---寿险总公司营销管理部" initials="李" lastIdx="0" clrIdx="1732"/>
  <p:cmAuthor id="1734" name="宋桂祥" initials="h" lastIdx="0" clrIdx="1733"/>
  <p:cmAuthor id="1735" name="xuqing" initials="x" lastIdx="0" clrIdx="1734"/>
  <p:cmAuthor id="1736" name="陈泳璇1" initials="a" lastIdx="0" clrIdx="1735"/>
  <p:cmAuthor id="1737" name="王顶" initials="王" lastIdx="0" clrIdx="1736"/>
  <p:cmAuthor id="1738" name="傅秀芳" initials="f" lastIdx="0" clrIdx="1737"/>
  <p:cmAuthor id="1739" name="裴 尧" initials="裴" lastIdx="0" clrIdx="1738"/>
  <p:cmAuthor id="1740" name="杜 红利" initials="杜" lastIdx="0" clrIdx="1739"/>
  <p:cmAuthor id="1741" name="李奇" initials="奇奇" lastIdx="0" clrIdx="1740"/>
  <p:cmAuthor id="1742" name="张薇" initials="张" lastIdx="0" clrIdx="1741"/>
  <p:cmAuthor id="1743" name="钱笑晓" initials="钱" lastIdx="0" clrIdx="1742"/>
  <p:cmAuthor id="1744" name="luyiyuan" initials="l" lastIdx="0" clrIdx="1743"/>
  <p:cmAuthor id="1745" name="wum20" initials="w" lastIdx="0" clrIdx="1744"/>
  <p:cmAuthor id="1746" name="武敏" initials="武" lastIdx="0" clrIdx="1745"/>
  <p:cmAuthor id="1747" name="ZYSR-XY" initials="Z" lastIdx="0" clrIdx="1746"/>
  <p:cmAuthor id="1748" name="song song" initials="s" lastIdx="0" clrIdx="1747"/>
  <p:cmAuthor id="1749" name="MLOONG" initials="M" lastIdx="0" clrIdx="1748"/>
  <p:cmAuthor id="1750" name="zhoulifang" initials="z" lastIdx="0" clrIdx="1749"/>
  <p:cmAuthor id="1751" name="赵华" initials="赵" lastIdx="0" clrIdx="1750"/>
  <p:cmAuthor id="1752" name="Xia Meng 00049798" initials="Mandy" lastIdx="0" clrIdx="1751"/>
  <p:cmAuthor id="1753" name="c46742" initials="" lastIdx="0" clrIdx="1752"/>
  <p:cmAuthor id="1754" name="Xukejia" initials="X" lastIdx="0" clrIdx="1753"/>
  <p:cmAuthor id="1755" name="M 2" initials="M" lastIdx="0" clrIdx="1754"/>
  <p:cmAuthor id="1756" name="wangxiaoxuan@ha.cmcc" initials="w" lastIdx="0" clrIdx="1755"/>
  <p:cmAuthor id="1757" name="Li Pengling" initials="L" lastIdx="0" clrIdx="1756"/>
  <p:cmAuthor id="1758" name="黄媛媛" initials="黄" lastIdx="0" clrIdx="1757"/>
  <p:cmAuthor id="1759" name="64808" initials="6" lastIdx="0" clrIdx="1758"/>
  <p:cmAuthor id="1760" name="wujiwen@sn.cmcc" initials="w" lastIdx="0" clrIdx="1759"/>
  <p:cmAuthor id="1761" name="wulinghui" initials="w" lastIdx="0" clrIdx="1760"/>
  <p:cmAuthor id="1762" name="15719214165@163.com" initials="1" lastIdx="0" clrIdx="1761"/>
  <p:cmAuthor id="1763" name="13977" initials="1" lastIdx="0" clrIdx="1762"/>
  <p:cmAuthor id="1764" name="陈丹" initials="陈" lastIdx="0" clrIdx="1763"/>
  <p:cmAuthor id="1765" name="宗劲冲" initials="宗" lastIdx="0" clrIdx="1764"/>
  <p:cmAuthor id="1766" name="柳蕊" initials="liurui@ha.cmcc" lastIdx="0" clrIdx="1765"/>
  <p:cmAuthor id="1767" name="张璐" initials="张" lastIdx="0" clrIdx="1766"/>
  <p:cmAuthor id="1768" name="林箐璘" initials="林" lastIdx="0" clrIdx="1767"/>
  <p:cmAuthor id="1769" name="laoxiangkun" initials="l" lastIdx="0" clrIdx="1768"/>
  <p:cmAuthor id="1770" name="韩晓宇00207529" initials="韩晓宇00207529" lastIdx="0" clrIdx="1769"/>
  <p:cmAuthor id="1771" name="任涛10036216" initials="任涛10036216" lastIdx="0" clrIdx="1770"/>
  <p:cmAuthor id="1772" name="Helms, Hans-Joachim {MDBA~Basel}" initials="H" lastIdx="0" clrIdx="1771"/>
  <p:cmAuthor id="1773" name="Kate Rijnen" initials="K" lastIdx="0" clrIdx="1772"/>
  <p:cmAuthor id="1774" name="甘源" initials="甘" lastIdx="0" clrIdx="1773"/>
  <p:cmAuthor id="1775" name="闫秀丽" initials="闫" lastIdx="0" clrIdx="1774"/>
  <p:cmAuthor id="1776" name="古二蛋" initials="古" lastIdx="0" clrIdx="1775"/>
  <p:cmAuthor id="1777" name="qatr130" initials="q" lastIdx="0" clrIdx="1776"/>
  <p:cmAuthor id="1778" name="phoenixdhz" initials="p" lastIdx="0" clrIdx="1777"/>
  <p:cmAuthor id="1779" name="CAO XIN" initials="CX" lastIdx="0" clrIdx="1778"/>
  <p:cmAuthor id="1780" name="wangbo (A)" initials="w(" lastIdx="0" clrIdx="1779"/>
  <p:cmAuthor id="1781" name="wade" initials="w" lastIdx="0" clrIdx="1780"/>
  <p:cmAuthor id="1782" name="俊 刘" initials="俊刘" lastIdx="0" clrIdx="1781"/>
  <p:cmAuthor id="1783" name="zhangxiaoyan" initials="z" lastIdx="0" clrIdx="1782"/>
  <p:cmAuthor id="1784" name="86135" initials="8" lastIdx="0" clrIdx="1783"/>
  <p:cmAuthor id="1785" name="杜群|lhdq" initials="杜" lastIdx="0" clrIdx="1784"/>
  <p:cmAuthor id="1786" name="25399" initials="2" lastIdx="0" clrIdx="1785"/>
  <p:cmAuthor id="1787" name="未知的使用者76" initials="未" lastIdx="0" clrIdx="1786"/>
  <p:cmAuthor id="1788" name="姚 舜阳" initials="姚" lastIdx="0" clrIdx="1787"/>
  <p:cmAuthor id="1789" name="10356" initials="1" lastIdx="0" clrIdx="1788"/>
  <p:cmAuthor id="1790" name="Wenjing zhou" initials="Wz" lastIdx="0" clrIdx="1789"/>
  <p:cmAuthor id="1791" name="tianxiaoli@gz.cmcc" initials="tianxiaoli@gz.cmcc" lastIdx="0" clrIdx="1790"/>
  <p:cmAuthor id="1792" name="XJL" initials="X" lastIdx="0" clrIdx="1791"/>
  <p:cmAuthor id="1793" name="QiZhaojian" initials="Q" lastIdx="0" clrIdx="1792"/>
  <p:cmAuthor id="1794" name="Rita" initials="R" lastIdx="0" clrIdx="1793"/>
  <p:cmAuthor id="1795" name="zhaoqi" initials="z" lastIdx="0" clrIdx="1794"/>
  <p:cmAuthor id="1796" name="liuyuhong" initials="l" lastIdx="0" clrIdx="1795"/>
  <p:cmAuthor id="1797" name="tonyliu" initials="t" lastIdx="0" clrIdx="1796"/>
  <p:cmAuthor id="1798" name="macos" initials="m" lastIdx="0" clrIdx="1797"/>
  <p:cmAuthor id="1799" name="sysadmin" initials="张克寒/SGS/FMCC" lastIdx="0" clrIdx="1798"/>
  <p:cmAuthor id="1800" name="qizj" initials="q" lastIdx="0" clrIdx="1799"/>
  <p:cmAuthor id="1801" name="likeyu" initials="kk" lastIdx="0" clrIdx="1800"/>
  <p:cmAuthor id="1802" name="jason" initials="j" lastIdx="0" clrIdx="1801"/>
  <p:cmAuthor id="1803" name="陆 先生" initials="陆" lastIdx="0" clrIdx="1802"/>
  <p:cmAuthor id="1804" name="WJF WANGJIAFENG (王家峰)" initials="WW(" lastIdx="0" clrIdx="1803"/>
  <p:cmAuthor id="1805" name="I_u6feq6Zr" initials="authorId_300885863" lastIdx="0" clrIdx="1804"/>
  <p:cmAuthor id="1806" name="董慧" initials="f" lastIdx="0" clrIdx="1805"/>
  <p:cmAuthor id="1807" name="1397592363@qq.com" initials="1" lastIdx="0" clrIdx="1806"/>
  <p:cmAuthor id="1808" name="office" initials="o" lastIdx="0" clrIdx="1807"/>
  <p:cmAuthor id="1809" name="guoshoupeng" initials="g" lastIdx="0" clrIdx="1808"/>
  <p:cmAuthor id="1810" name="13980910619@139.com" initials="1" lastIdx="0" clrIdx="1809"/>
  <p:cmAuthor id="1811" name="hurcking" initials="h" lastIdx="0" clrIdx="1810"/>
  <p:cmAuthor id="1812" name="Reemo" initials="R" lastIdx="0" clrIdx="1811"/>
  <p:cmAuthor id="1813" name="小北北" initials="小" lastIdx="0" clrIdx="1812"/>
  <p:cmAuthor id="1814" name="贡鑫" initials="贡" lastIdx="0" clrIdx="1813"/>
  <p:cmAuthor id="1815" name="administrator1" initials="a" lastIdx="0" clrIdx="1814"/>
  <p:cmAuthor id="1816" name="李正" initials="李" lastIdx="0" clrIdx="1815"/>
  <p:cmAuthor id="1817" name="杜雪梅" initials="杜" lastIdx="0" clrIdx="1816"/>
  <p:cmAuthor id="1818" name="吴军" initials="吴" lastIdx="0" clrIdx="1817"/>
  <p:cmAuthor id="1819" name="lijin" initials="l" lastIdx="0" clrIdx="1818"/>
  <p:cmAuthor id="1820" name="吴铭锐" initials="吴" lastIdx="0" clrIdx="1819"/>
  <p:cmAuthor id="1821" name="andres.x.gomez" initials="a" lastIdx="0" clrIdx="1820"/>
  <p:cmAuthor id="1822" name="孟祥超" initials="孟" lastIdx="0" clrIdx="1821"/>
  <p:cmAuthor id="1823" name="USER" initials="U" lastIdx="0" clrIdx="1822"/>
  <p:cmAuthor id="1824" name="张雁" initials="张" lastIdx="0" clrIdx="1823"/>
  <p:cmAuthor id="1825" name="陶川" initials="陶" lastIdx="0" clrIdx="1824"/>
  <p:cmAuthor id="1826" name="贾清山" initials="贾" lastIdx="0" clrIdx="1825"/>
  <p:cmAuthor id="1827" name="Qingyunli" initials="Q" lastIdx="0" clrIdx="1826"/>
  <p:cmAuthor id="1828" name="陈桂枝" initials="陈" lastIdx="0" clrIdx="1827"/>
  <p:cmAuthor id="1829" name="周开雷" initials="周" lastIdx="0" clrIdx="1828"/>
  <p:cmAuthor id="1830" name="未知用户3" initials="未" lastIdx="0" clrIdx="1829"/>
  <p:cmAuthor id="1831" name="lx" initials="l" lastIdx="0" clrIdx="1830"/>
  <p:cmAuthor id="1832" name="jl liu" initials="j" lastIdx="0" clrIdx="1831"/>
  <p:cmAuthor id="1833" name="赵兰玉" initials="赵" lastIdx="0" clrIdx="1832"/>
  <p:cmAuthor id="1834" name="李振宇" initials="李" lastIdx="0" clrIdx="1833"/>
  <p:cmAuthor id="1835" name="邹洋" initials="邹" lastIdx="0" clrIdx="1834"/>
  <p:cmAuthor id="1836" name="yangkun" initials="y" lastIdx="0" clrIdx="1835"/>
  <p:cmAuthor id="1837" name="王明明" initials="王" lastIdx="0" clrIdx="1836"/>
  <p:cmAuthor id="1838" name="Lenovo User" initials="L" lastIdx="0" clrIdx="1837"/>
  <p:cmAuthor id="1839" name="赵琦" initials="赵" lastIdx="0" clrIdx="1838"/>
  <p:cmAuthor id="1840" name="陈 家锐" initials="陈" lastIdx="0" clrIdx="1839"/>
  <p:cmAuthor id="1841" name="leibing@cmhi.cmcc" initials="l" lastIdx="0" clrIdx="1840"/>
  <p:cmAuthor id="1842" name="yin gang" initials="yg" lastIdx="0" clrIdx="184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F2FF"/>
    <a:srgbClr val="F2F2F2"/>
    <a:srgbClr val="BFE5FF"/>
    <a:srgbClr val="0171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065" y="768"/>
      </p:cViewPr>
      <p:guideLst>
        <p:guide orient="horz" pos="1302"/>
        <p:guide pos="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34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55734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4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3"/>
            <a:ext cx="10515600" cy="877887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90"/>
            <a:ext cx="10515600" cy="39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None/>
              <a:defRPr sz="3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  <p:sp>
        <p:nvSpPr>
          <p:cNvPr id="23" name="文本框 2"/>
          <p:cNvSpPr txBox="1">
            <a:spLocks noChangeArrowheads="1"/>
          </p:cNvSpPr>
          <p:nvPr userDrawn="1"/>
        </p:nvSpPr>
        <p:spPr bwMode="auto">
          <a:xfrm>
            <a:off x="319295" y="255734"/>
            <a:ext cx="1857396" cy="523220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800" b="0" i="0" kern="1200" dirty="0">
                <a:ln>
                  <a:noFill/>
                </a:ln>
                <a:solidFill>
                  <a:schemeClr val="accent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内部信息</a:t>
            </a:r>
            <a:endParaRPr lang="zh-CN" altLang="en-US" sz="1800" b="0" i="0" dirty="0">
              <a:ln>
                <a:noFill/>
              </a:ln>
              <a:solidFill>
                <a:schemeClr val="accent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79719"/>
            <a:ext cx="1852076" cy="13890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solidFill>
          <a:srgbClr val="000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8280bc251559c7855cd677323c38da4"/>
          <p:cNvPicPr>
            <a:picLocks noChangeAspect="1"/>
          </p:cNvPicPr>
          <p:nvPr userDrawn="1"/>
        </p:nvPicPr>
        <p:blipFill rotWithShape="1">
          <a:blip r:embed="rId2"/>
          <a:srcRect l="14877" t="-144" r="54729" b="144"/>
          <a:stretch>
            <a:fillRect/>
          </a:stretch>
        </p:blipFill>
        <p:spPr>
          <a:xfrm>
            <a:off x="1" y="-18673"/>
            <a:ext cx="4857128" cy="4488822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578" y="2420890"/>
            <a:ext cx="4858111" cy="4486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736389" y="6611780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A8CB47-5F18-3A4B-AD3A-422A03DFB5D1}" type="slidenum">
              <a: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CC12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</a:fld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8CC12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15939" y="6576618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文档中的全部内容属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中国移动</a:t>
            </a: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C6C7C6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26768" y="229448"/>
            <a:ext cx="1852076" cy="540912"/>
          </a:xfrm>
          <a:prstGeom prst="rect">
            <a:avLst/>
          </a:prstGeom>
        </p:spPr>
      </p:pic>
      <p:sp>
        <p:nvSpPr>
          <p:cNvPr id="12" name="标题占位符 10"/>
          <p:cNvSpPr>
            <a:spLocks noGrp="1"/>
          </p:cNvSpPr>
          <p:nvPr>
            <p:ph type="title"/>
          </p:nvPr>
        </p:nvSpPr>
        <p:spPr>
          <a:xfrm>
            <a:off x="150829" y="274371"/>
            <a:ext cx="9577633" cy="50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-1" y="802083"/>
            <a:ext cx="11052000" cy="72000"/>
          </a:xfrm>
          <a:prstGeom prst="rect">
            <a:avLst/>
          </a:prstGeom>
          <a:gradFill>
            <a:gsLst>
              <a:gs pos="100000">
                <a:schemeClr val="bg1"/>
              </a:gs>
              <a:gs pos="30000">
                <a:schemeClr val="accent1">
                  <a:lumMod val="45000"/>
                  <a:lumOff val="55000"/>
                </a:schemeClr>
              </a:gs>
              <a:gs pos="0">
                <a:srgbClr val="1184C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0" y="864000"/>
            <a:ext cx="12193200" cy="720000"/>
          </a:xfrm>
          <a:prstGeom prst="rect">
            <a:avLst/>
          </a:prstGeom>
        </p:spPr>
        <p:txBody>
          <a:bodyPr lIns="540000" rIns="540000" anchor="ctr" anchorCtr="0"/>
          <a:lstStyle>
            <a:lvl1pPr marL="28575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buClr>
                <a:srgbClr val="00B0F0"/>
              </a:buClr>
              <a:buFont typeface="Wingdings" panose="05000000000000000000" charset="0"/>
              <a:buChar char=""/>
              <a:defRPr kumimoji="0" lang="zh-CN" alt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>
              <a:buNone/>
              <a:defRPr kumimoji="0" lang="zh-CN" alt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</a:lstStyle>
          <a:p>
            <a:pPr marL="208915" marR="0" lvl="0" indent="-20891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CE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208915" marR="0" lvl="0" indent="-20891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9CE2"/>
              </a:buClr>
              <a:buSzTx/>
              <a:buFont typeface="Wingdings" panose="05000000000000000000" pitchFamily="2" charset="2"/>
              <a:buChar char="n"/>
              <a:defRPr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统一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1600000">
            <a:off x="10491497" y="267869"/>
            <a:ext cx="1433134" cy="440364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21600000">
            <a:off x="0" y="801370"/>
            <a:ext cx="12191365" cy="8064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07080" y="1766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2400" b="1">
                <a:solidFill>
                  <a:srgbClr val="1980C9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 flipH="1">
            <a:off x="11388090" y="6563360"/>
            <a:ext cx="1056005" cy="372745"/>
          </a:xfrm>
        </p:spPr>
        <p:txBody>
          <a:bodyPr/>
          <a:lstStyle>
            <a:lvl1pPr algn="ctr">
              <a:defRPr sz="1200">
                <a:solidFill>
                  <a:srgbClr val="1980C9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1600000">
            <a:off x="10491497" y="267869"/>
            <a:ext cx="1433134" cy="440364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21600000">
            <a:off x="0" y="801370"/>
            <a:ext cx="12191365" cy="8064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07080" y="1766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2400" b="1">
                <a:solidFill>
                  <a:srgbClr val="1980C9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 flipH="1">
            <a:off x="11388090" y="6563360"/>
            <a:ext cx="1056005" cy="372745"/>
          </a:xfrm>
        </p:spPr>
        <p:txBody>
          <a:bodyPr/>
          <a:lstStyle>
            <a:lvl1pPr algn="ctr">
              <a:defRPr sz="1200">
                <a:solidFill>
                  <a:srgbClr val="1980C9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64316" y="6608446"/>
            <a:ext cx="527686" cy="2755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b="1" dirty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075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0160000" cy="6607788"/>
          </a:xfrm>
        </p:grpSpPr>
        <p:pic>
          <p:nvPicPr>
            <p:cNvPr id="3079" name="图片 3"/>
            <p:cNvPicPr>
              <a:picLocks noChangeAspect="1"/>
            </p:cNvPicPr>
            <p:nvPr userDrawn="1"/>
          </p:nvPicPr>
          <p:blipFill>
            <a:blip r:embed="rId2"/>
            <a:srcRect r="23586"/>
            <a:stretch>
              <a:fillRect/>
            </a:stretch>
          </p:blipFill>
          <p:spPr>
            <a:xfrm>
              <a:off x="0" y="0"/>
              <a:ext cx="6688672" cy="65648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80" name="图片 4"/>
            <p:cNvPicPr>
              <a:picLocks noChangeAspect="1"/>
            </p:cNvPicPr>
            <p:nvPr userDrawn="1"/>
          </p:nvPicPr>
          <p:blipFill>
            <a:blip r:embed="rId2"/>
            <a:srcRect l="17752" r="2147"/>
            <a:stretch>
              <a:fillRect/>
            </a:stretch>
          </p:blipFill>
          <p:spPr>
            <a:xfrm>
              <a:off x="3102881" y="0"/>
              <a:ext cx="7057119" cy="6607788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307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8866" y="-285750"/>
            <a:ext cx="2223134" cy="166687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174106"/>
            <a:ext cx="910590" cy="68389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11664316" y="6608446"/>
            <a:ext cx="527686" cy="2755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b="1" dirty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93620" y="309253"/>
            <a:ext cx="9703754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073221" y="-79719"/>
            <a:ext cx="1852076" cy="138905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744324" y="6481877"/>
            <a:ext cx="447675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100" b="0" smtClean="0">
                <a:solidFill>
                  <a:srgbClr val="8FC3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fld>
            <a:endParaRPr kumimoji="1" lang="zh-CN" altLang="en-US" sz="1100" b="0" dirty="0">
              <a:solidFill>
                <a:srgbClr val="8FC31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920401"/>
            <a:ext cx="121919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>
            <a:picLocks noChangeAspect="1"/>
          </p:cNvPicPr>
          <p:nvPr userDrawn="1"/>
        </p:nvPicPr>
        <p:blipFill>
          <a:blip r:embed="rId2"/>
          <a:srcRect r="65463"/>
          <a:stretch>
            <a:fillRect/>
          </a:stretch>
        </p:blipFill>
        <p:spPr>
          <a:xfrm>
            <a:off x="0" y="0"/>
            <a:ext cx="315849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图片 2"/>
          <p:cNvPicPr>
            <a:picLocks noChangeAspect="1"/>
          </p:cNvPicPr>
          <p:nvPr userDrawn="1"/>
        </p:nvPicPr>
        <p:blipFill>
          <a:blip r:embed="rId2"/>
          <a:srcRect l="65237"/>
          <a:stretch>
            <a:fillRect/>
          </a:stretch>
        </p:blipFill>
        <p:spPr>
          <a:xfrm>
            <a:off x="8995410" y="0"/>
            <a:ext cx="3179446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1343472" y="2046446"/>
            <a:ext cx="9464040" cy="10077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800" b="1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754488" y="4802977"/>
            <a:ext cx="4642008" cy="56007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160" b="0">
                <a:latin typeface="微软雅黑" panose="020B0503020204020204" charset="-122"/>
                <a:ea typeface="微软雅黑" panose="020B0503020204020204" charset="-122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203454" y="318516"/>
            <a:ext cx="2324862" cy="768096"/>
            <a:chOff x="322377" y="128913"/>
            <a:chExt cx="3227035" cy="10679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-封面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588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23" name="组合 12"/>
          <p:cNvGrpSpPr/>
          <p:nvPr userDrawn="1"/>
        </p:nvGrpSpPr>
        <p:grpSpPr>
          <a:xfrm>
            <a:off x="8675688" y="-7937"/>
            <a:ext cx="3235325" cy="1068387"/>
            <a:chOff x="322377" y="128913"/>
            <a:chExt cx="3227035" cy="1067978"/>
          </a:xfrm>
        </p:grpSpPr>
        <p:pic>
          <p:nvPicPr>
            <p:cNvPr id="5124" name="图片 1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25" name="图片 14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2336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895600"/>
            <a:ext cx="5334000" cy="2540000"/>
          </a:xfrm>
          <a:custGeom>
            <a:avLst/>
            <a:gdLst>
              <a:gd name="connisteX0" fmla="*/ 0 w 5334000"/>
              <a:gd name="connsiteY0" fmla="*/ 203200 h 2540000"/>
              <a:gd name="connisteX1" fmla="*/ 203200 w 5334000"/>
              <a:gd name="connsiteY1" fmla="*/ 0 h 2540000"/>
              <a:gd name="connisteX2" fmla="*/ 5130800 w 5334000"/>
              <a:gd name="connsiteY2" fmla="*/ 0 h 2540000"/>
              <a:gd name="connisteX3" fmla="*/ 5334000 w 5334000"/>
              <a:gd name="connsiteY3" fmla="*/ 203200 h 2540000"/>
              <a:gd name="connisteX4" fmla="*/ 5334000 w 5334000"/>
              <a:gd name="connsiteY4" fmla="*/ 2336800 h 2540000"/>
              <a:gd name="connisteX5" fmla="*/ 5130800 w 5334000"/>
              <a:gd name="connsiteY5" fmla="*/ 2540000 h 2540000"/>
              <a:gd name="connisteX6" fmla="*/ 203200 w 5334000"/>
              <a:gd name="connsiteY6" fmla="*/ 2540000 h 2540000"/>
              <a:gd name="connisteX7" fmla="*/ 0 w 5334000"/>
              <a:gd name="connsiteY7" fmla="*/ 2336800 h 2540000"/>
              <a:gd name="connisteX8" fmla="*/ 0 w 53340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cubicBezTo>
                  <a:pt x="5334000" y="2449024"/>
                  <a:pt x="5243024" y="2540000"/>
                  <a:pt x="51308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52800" y="1587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3352800" y="21463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5" hasCustomPrompt="1"/>
            <p:custDataLst>
              <p:tags r:id="rId6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991600" y="1587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991600" y="21463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6" hasCustomPrompt="1"/>
            <p:custDataLst>
              <p:tags r:id="rId9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3352800" y="41021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352800" y="46609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内容占位符 15"/>
          <p:cNvSpPr>
            <a:spLocks noGrp="1"/>
          </p:cNvSpPr>
          <p:nvPr>
            <p:ph idx="16397" hasCustomPrompt="1"/>
            <p:custDataLst>
              <p:tags r:id="rId12"/>
            </p:custDataLst>
          </p:nvPr>
        </p:nvSpPr>
        <p:spPr>
          <a:xfrm>
            <a:off x="62484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991600" y="41021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991600" y="46609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DF5F-5157-C749-B1AB-634F50D6F94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853813-F262-48EA-8A7B-76A4CE5C4E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vmlDrawing" Target="../drawings/vmlDrawing1.vml"/><Relationship Id="rId23" Type="http://schemas.openxmlformats.org/officeDocument/2006/relationships/image" Target="../media/image19.emf"/><Relationship Id="rId22" Type="http://schemas.openxmlformats.org/officeDocument/2006/relationships/oleObject" Target="../embeddings/oleObject1.bin"/><Relationship Id="rId21" Type="http://schemas.openxmlformats.org/officeDocument/2006/relationships/tags" Target="../tags/tag25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 hidden="1"/>
          <p:cNvGraphicFramePr>
            <a:graphicFrameLocks noChangeAspect="1"/>
          </p:cNvGraphicFramePr>
          <p:nvPr userDrawn="1">
            <p:custDataLst>
              <p:tags r:id="rId21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22" imgW="6350" imgH="6350" progId="TCLayout.ActiveDocument.1">
                  <p:embed/>
                </p:oleObj>
              </mc:Choice>
              <mc:Fallback>
                <p:oleObj name="think-cell 幻灯片" r:id="rId22" imgW="6350" imgH="6350" progId="TCLayout.ActiveDocument.1">
                  <p:embed/>
                  <p:pic>
                    <p:nvPicPr>
                      <p:cNvPr id="0" name="对象 7" hidden="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3"/>
          <p:cNvSpPr txBox="1"/>
          <p:nvPr/>
        </p:nvSpPr>
        <p:spPr>
          <a:xfrm>
            <a:off x="0" y="2178050"/>
            <a:ext cx="12192000" cy="13671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lvl="0" algn="ctr">
              <a:lnSpc>
                <a:spcPct val="90000"/>
              </a:lnSpc>
              <a:buClrTx/>
              <a:buSzTx/>
              <a:buFontTx/>
            </a:pPr>
            <a:r>
              <a:rPr lang="zh-CN" altLang="en-US" sz="4400" b="1" dirty="0">
                <a:solidFill>
                  <a:srgbClr val="1980C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精益平台</a:t>
            </a:r>
            <a:r>
              <a:rPr lang="en-US" altLang="zh-CN" sz="4400" b="1" dirty="0">
                <a:solidFill>
                  <a:srgbClr val="1980C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2</a:t>
            </a:r>
            <a:r>
              <a:rPr lang="zh-CN" altLang="en-US" sz="4400" b="1" dirty="0">
                <a:solidFill>
                  <a:srgbClr val="1980C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套流程</a:t>
            </a:r>
            <a:r>
              <a:rPr lang="zh-CN" altLang="en-US" sz="4400" b="1" dirty="0">
                <a:solidFill>
                  <a:srgbClr val="1980C9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介绍</a:t>
            </a:r>
            <a:endParaRPr lang="zh-CN" altLang="en-US" sz="4400" b="1" dirty="0">
              <a:solidFill>
                <a:srgbClr val="1980C9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精益体系任务流转</a:t>
            </a:r>
            <a:r>
              <a:rPr lang="zh-CN" altLang="en-US"/>
              <a:t>流程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47700" y="1564005"/>
            <a:ext cx="10739755" cy="31369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8001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精益运营体系任务流转全流程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 rot="0">
            <a:off x="3307080" y="2058670"/>
            <a:ext cx="2641600" cy="4387215"/>
            <a:chOff x="8040" y="4842"/>
            <a:chExt cx="2097" cy="3706"/>
          </a:xfrm>
        </p:grpSpPr>
        <p:sp>
          <p:nvSpPr>
            <p:cNvPr id="7" name="矩形 6"/>
            <p:cNvSpPr/>
            <p:nvPr/>
          </p:nvSpPr>
          <p:spPr>
            <a:xfrm>
              <a:off x="8040" y="4842"/>
              <a:ext cx="2097" cy="370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sysDash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60000"/>
                      <a:lumOff val="40000"/>
                      <a:alpha val="96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lvl="0" algn="ctr" defTabSz="800100" fontAlgn="base">
                <a:lnSpc>
                  <a:spcPct val="90000"/>
                </a:lnSpc>
                <a:spcAft>
                  <a:spcPct val="35000"/>
                </a:spcAft>
                <a:buClrTx/>
                <a:buSzTx/>
                <a:buFontTx/>
                <a:defRPr/>
              </a:pPr>
              <a:r>
                <a:rPr kumimoji="1" lang="zh-CN" altLang="en-US" sz="12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精益运营平台</a:t>
              </a:r>
              <a:endParaRPr kumimoji="1" lang="zh-CN" altLang="en-US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8102" y="5241"/>
              <a:ext cx="1946" cy="29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创建任务预警配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8108" y="5742"/>
              <a:ext cx="1946" cy="286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设置预警信息提交审批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8114" y="6238"/>
              <a:ext cx="1946" cy="2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预警执行并触发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8120" y="6735"/>
              <a:ext cx="1946" cy="2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生成预警工单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8126" y="7231"/>
              <a:ext cx="1946" cy="2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任务执行监控报表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089" y="7728"/>
              <a:ext cx="1946" cy="2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执行监控视图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8096" y="8224"/>
              <a:ext cx="1946" cy="28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效果评估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 rot="0">
            <a:off x="5770880" y="4866005"/>
            <a:ext cx="1428115" cy="822325"/>
            <a:chOff x="10564" y="7532"/>
            <a:chExt cx="1108" cy="1133"/>
          </a:xfrm>
        </p:grpSpPr>
        <p:sp>
          <p:nvSpPr>
            <p:cNvPr id="60" name="下箭头 59"/>
            <p:cNvSpPr/>
            <p:nvPr/>
          </p:nvSpPr>
          <p:spPr>
            <a:xfrm rot="5400000">
              <a:off x="10518" y="7709"/>
              <a:ext cx="1133" cy="779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"/>
              </p:custDataLst>
            </p:nvPr>
          </p:nvSpPr>
          <p:spPr>
            <a:xfrm>
              <a:off x="10564" y="7853"/>
              <a:ext cx="1108" cy="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000" b="1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反馈执行</a:t>
              </a:r>
              <a:endParaRPr lang="zh-CN" altLang="en-US" sz="1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000" b="1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情况数据</a:t>
              </a:r>
              <a:endParaRPr lang="zh-CN" altLang="en-US" sz="1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7" name="下箭头 26"/>
          <p:cNvSpPr/>
          <p:nvPr/>
        </p:nvSpPr>
        <p:spPr>
          <a:xfrm rot="16200000">
            <a:off x="2639060" y="3150235"/>
            <a:ext cx="822325" cy="515620"/>
          </a:xfrm>
          <a:prstGeom prst="downArrow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  <a:defRPr/>
            </a:pPr>
            <a:endParaRPr kumimoji="1" lang="zh-CN" altLang="en-US" sz="12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微软雅黑" panose="020B0503020204020204" charset="-122"/>
              <a:sym typeface="+mn-ea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4549775" y="2827655"/>
            <a:ext cx="0" cy="20510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4548505" y="3338195"/>
            <a:ext cx="1270" cy="20510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4552315" y="3872865"/>
            <a:ext cx="0" cy="20510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011035" y="2066925"/>
            <a:ext cx="4375150" cy="4378325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  <a:alpha val="96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 defTabSz="800100" fontAlgn="base">
              <a:lnSpc>
                <a:spcPct val="90000"/>
              </a:lnSpc>
              <a:spcAft>
                <a:spcPct val="35000"/>
              </a:spcAft>
              <a:buClrTx/>
              <a:buSzTx/>
              <a:buFontTx/>
              <a:defRPr/>
            </a:pPr>
            <a:endParaRPr kumimoji="1" lang="zh-CN" altLang="en-US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 rot="0">
            <a:off x="7242810" y="2343150"/>
            <a:ext cx="1894840" cy="926465"/>
            <a:chOff x="11665" y="5296"/>
            <a:chExt cx="1470" cy="1825"/>
          </a:xfrm>
        </p:grpSpPr>
        <p:sp>
          <p:nvSpPr>
            <p:cNvPr id="12" name="圆角矩形 11"/>
            <p:cNvSpPr/>
            <p:nvPr/>
          </p:nvSpPr>
          <p:spPr>
            <a:xfrm>
              <a:off x="11665" y="5359"/>
              <a:ext cx="1209" cy="176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22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20" name="矩形 19"/>
            <p:cNvSpPr/>
            <p:nvPr/>
          </p:nvSpPr>
          <p:spPr>
            <a:xfrm>
              <a:off x="11747" y="5830"/>
              <a:ext cx="1061" cy="45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接收工单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1750" y="6390"/>
              <a:ext cx="1061" cy="45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执行工单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2011" y="5296"/>
              <a:ext cx="1124" cy="6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200" b="1">
                  <a:solidFill>
                    <a:schemeClr val="accent5">
                      <a:lumMod val="75000"/>
                    </a:schemeClr>
                  </a:solidFill>
                </a:rPr>
                <a:t>10086</a:t>
              </a:r>
              <a:endParaRPr lang="en-US" altLang="zh-CN" sz="1200" b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 rot="0">
            <a:off x="7242810" y="3440430"/>
            <a:ext cx="1558290" cy="1900555"/>
            <a:chOff x="11666" y="7290"/>
            <a:chExt cx="1209" cy="3502"/>
          </a:xfrm>
        </p:grpSpPr>
        <p:sp>
          <p:nvSpPr>
            <p:cNvPr id="13" name="圆角矩形 12"/>
            <p:cNvSpPr/>
            <p:nvPr/>
          </p:nvSpPr>
          <p:spPr>
            <a:xfrm>
              <a:off x="11666" y="7290"/>
              <a:ext cx="1209" cy="3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  <a:alpha val="65000"/>
              </a:schemeClr>
            </a:solidFill>
            <a:ln w="2222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1958" y="7290"/>
              <a:ext cx="917" cy="4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200" b="1">
                  <a:solidFill>
                    <a:schemeClr val="accent2">
                      <a:lumMod val="75000"/>
                    </a:schemeClr>
                  </a:solidFill>
                </a:rPr>
                <a:t>网格通</a:t>
              </a:r>
              <a:endParaRPr lang="zh-CN" altLang="en-US" sz="1200" b="1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1742" y="7715"/>
              <a:ext cx="1065" cy="139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23" name="矩形 22"/>
            <p:cNvSpPr/>
            <p:nvPr/>
          </p:nvSpPr>
          <p:spPr>
            <a:xfrm>
              <a:off x="11856" y="8055"/>
              <a:ext cx="775" cy="356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9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接收工单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1859" y="8615"/>
              <a:ext cx="775" cy="356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9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执行工单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11742" y="9189"/>
              <a:ext cx="1065" cy="139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9" name="矩形 58"/>
            <p:cNvSpPr/>
            <p:nvPr/>
          </p:nvSpPr>
          <p:spPr>
            <a:xfrm>
              <a:off x="11856" y="9561"/>
              <a:ext cx="775" cy="356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9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工单池中</a:t>
              </a: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抢单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11859" y="10121"/>
              <a:ext cx="775" cy="356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9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执行工单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0">
            <a:off x="7237730" y="5426710"/>
            <a:ext cx="1825625" cy="970915"/>
            <a:chOff x="11666" y="7290"/>
            <a:chExt cx="1416" cy="1762"/>
          </a:xfrm>
        </p:grpSpPr>
        <p:sp>
          <p:nvSpPr>
            <p:cNvPr id="45" name="圆角矩形 44"/>
            <p:cNvSpPr/>
            <p:nvPr/>
          </p:nvSpPr>
          <p:spPr>
            <a:xfrm>
              <a:off x="11666" y="7290"/>
              <a:ext cx="1209" cy="1762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2222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1958" y="7342"/>
              <a:ext cx="1124" cy="6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200" b="1">
                  <a:solidFill>
                    <a:schemeClr val="bg2">
                      <a:lumMod val="25000"/>
                    </a:schemeClr>
                  </a:solidFill>
                </a:rPr>
                <a:t>10088</a:t>
              </a:r>
              <a:endParaRPr lang="en-US" altLang="zh-CN" sz="1200" b="1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1747" y="7851"/>
              <a:ext cx="1061" cy="456"/>
            </a:xfrm>
            <a:prstGeom prst="rect">
              <a:avLst/>
            </a:prstGeom>
            <a:solidFill>
              <a:schemeClr val="bg2">
                <a:lumMod val="75000"/>
                <a:alpha val="69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接收工单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1750" y="8411"/>
              <a:ext cx="1061" cy="456"/>
            </a:xfrm>
            <a:prstGeom prst="rect">
              <a:avLst/>
            </a:prstGeom>
            <a:solidFill>
              <a:schemeClr val="bg2">
                <a:lumMod val="75000"/>
                <a:alpha val="69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执行工单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51" name="下箭头 50"/>
          <p:cNvSpPr/>
          <p:nvPr/>
        </p:nvSpPr>
        <p:spPr>
          <a:xfrm rot="16200000">
            <a:off x="5972810" y="3839210"/>
            <a:ext cx="822325" cy="889635"/>
          </a:xfrm>
          <a:prstGeom prst="downArrow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微软雅黑" panose="020B050302020402020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956040" y="2067560"/>
            <a:ext cx="24301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触点执行侧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 rot="0">
            <a:off x="9538970" y="2468245"/>
            <a:ext cx="1685925" cy="3666490"/>
            <a:chOff x="11665" y="5359"/>
            <a:chExt cx="1209" cy="1762"/>
          </a:xfrm>
        </p:grpSpPr>
        <p:sp>
          <p:nvSpPr>
            <p:cNvPr id="54" name="圆角矩形 53"/>
            <p:cNvSpPr/>
            <p:nvPr/>
          </p:nvSpPr>
          <p:spPr>
            <a:xfrm>
              <a:off x="11665" y="5359"/>
              <a:ext cx="1209" cy="17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400"/>
            </a:p>
          </p:txBody>
        </p:sp>
        <p:sp>
          <p:nvSpPr>
            <p:cNvPr id="55" name="矩形 54"/>
            <p:cNvSpPr/>
            <p:nvPr/>
          </p:nvSpPr>
          <p:spPr>
            <a:xfrm>
              <a:off x="11747" y="5938"/>
              <a:ext cx="1061" cy="34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接收工单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11750" y="6497"/>
              <a:ext cx="1061" cy="34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执行工单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1944" y="5372"/>
              <a:ext cx="779" cy="1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装维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APP</a:t>
              </a:r>
              <a:endParaRPr lang="en-US" altLang="zh-CN" sz="1200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46430" y="2067560"/>
            <a:ext cx="2086610" cy="4378325"/>
            <a:chOff x="1018" y="3256"/>
            <a:chExt cx="3286" cy="6328"/>
          </a:xfrm>
        </p:grpSpPr>
        <p:sp>
          <p:nvSpPr>
            <p:cNvPr id="6" name="矩形 5"/>
            <p:cNvSpPr/>
            <p:nvPr/>
          </p:nvSpPr>
          <p:spPr>
            <a:xfrm>
              <a:off x="1018" y="3256"/>
              <a:ext cx="3287" cy="6329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sysDash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60000"/>
                      <a:lumOff val="40000"/>
                      <a:alpha val="96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8001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数据提供平台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154" y="3845"/>
              <a:ext cx="2909" cy="1573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8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lnSpc>
                  <a:spcPct val="160000"/>
                </a:lnSpc>
                <a:buClrTx/>
                <a:buSzTx/>
                <a:buFontTx/>
                <a:defRPr/>
              </a:pPr>
              <a:r>
                <a:rPr kumimoji="1" lang="zh-CN" altLang="en-US" sz="12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大数据平台</a:t>
              </a:r>
              <a:endParaRPr kumimoji="1" lang="zh-CN" altLang="en-US" sz="1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l" fontAlgn="base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（提供宽带离网、全球通离网等前置模型输出信息）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154" y="5588"/>
              <a:ext cx="2909" cy="1120"/>
            </a:xfrm>
            <a:prstGeom prst="rect">
              <a:avLst/>
            </a:prstGeom>
            <a:solidFill>
              <a:schemeClr val="bg2">
                <a:lumMod val="90000"/>
                <a:alpha val="34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kumimoji="1" lang="en-US" altLang="zh-CN" sz="10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CRM</a:t>
              </a:r>
              <a:r>
                <a:rPr kumimoji="1" lang="zh-CN" altLang="en-US" sz="10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平台</a:t>
              </a:r>
              <a:endParaRPr kumimoji="1" lang="zh-CN" altLang="en-US" sz="1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just" fontAlgn="base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（提供查询携转码用户信息）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154" y="6901"/>
              <a:ext cx="2909" cy="133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30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kumimoji="1" lang="zh-CN" altLang="en-US" sz="10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精准营销平台</a:t>
              </a:r>
              <a:endParaRPr kumimoji="1" lang="zh-CN" altLang="en-US" sz="1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l" fontAlgn="base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（提供通过模型创建的客群信息）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154" y="8362"/>
              <a:ext cx="2909" cy="105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48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kumimoji="1" lang="zh-CN" altLang="en-US" sz="10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在线平台</a:t>
              </a:r>
              <a:endParaRPr kumimoji="1" lang="zh-CN" altLang="en-US" sz="1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l" fontAlgn="base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kumimoji="1" lang="zh-CN" altLang="en-US" sz="1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（提供热线商机信息）</a:t>
              </a:r>
              <a:endParaRPr kumimoji="1" lang="zh-CN" altLang="en-US" sz="1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61" name="文本框 60"/>
          <p:cNvSpPr txBox="1"/>
          <p:nvPr>
            <p:custDataLst>
              <p:tags r:id="rId3"/>
            </p:custDataLst>
          </p:nvPr>
        </p:nvSpPr>
        <p:spPr>
          <a:xfrm>
            <a:off x="5582285" y="4077970"/>
            <a:ext cx="142811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工单数据</a:t>
            </a:r>
            <a:endParaRPr lang="zh-CN" altLang="en-US" sz="1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推动</a:t>
            </a:r>
            <a:endParaRPr lang="zh-CN" altLang="en-US" sz="1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4" name="组合 63"/>
          <p:cNvGrpSpPr/>
          <p:nvPr/>
        </p:nvGrpSpPr>
        <p:grpSpPr>
          <a:xfrm rot="0">
            <a:off x="8796470" y="3695700"/>
            <a:ext cx="848360" cy="822325"/>
            <a:chOff x="12935" y="7086"/>
            <a:chExt cx="722" cy="1133"/>
          </a:xfrm>
        </p:grpSpPr>
        <p:sp>
          <p:nvSpPr>
            <p:cNvPr id="62" name="下箭头 61"/>
            <p:cNvSpPr/>
            <p:nvPr/>
          </p:nvSpPr>
          <p:spPr>
            <a:xfrm rot="16200000">
              <a:off x="12771" y="7448"/>
              <a:ext cx="1133" cy="408"/>
            </a:xfrm>
            <a:prstGeom prst="downArrow">
              <a:avLst/>
            </a:prstGeom>
            <a:solidFill>
              <a:schemeClr val="accent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4"/>
              </p:custDataLst>
            </p:nvPr>
          </p:nvSpPr>
          <p:spPr>
            <a:xfrm>
              <a:off x="12935" y="7330"/>
              <a:ext cx="722" cy="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000" b="1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工单</a:t>
              </a:r>
              <a:endParaRPr lang="zh-CN" altLang="en-US" sz="1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000" b="1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转派</a:t>
              </a:r>
              <a:endParaRPr lang="zh-CN" altLang="en-US" sz="1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65" name="矩形 64"/>
          <p:cNvSpPr/>
          <p:nvPr/>
        </p:nvSpPr>
        <p:spPr>
          <a:xfrm>
            <a:off x="7156450" y="2330450"/>
            <a:ext cx="1820545" cy="4114165"/>
          </a:xfrm>
          <a:prstGeom prst="rect">
            <a:avLst/>
          </a:prstGeom>
          <a:noFill/>
          <a:ln w="15875" cmpd="sng">
            <a:solidFill>
              <a:schemeClr val="accent1">
                <a:shade val="5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  <a:alpha val="96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 defTabSz="800100" fontAlgn="base">
              <a:lnSpc>
                <a:spcPct val="90000"/>
              </a:lnSpc>
              <a:spcAft>
                <a:spcPct val="35000"/>
              </a:spcAft>
              <a:buClrTx/>
              <a:buSzTx/>
              <a:buFontTx/>
              <a:defRPr/>
            </a:pPr>
            <a:endParaRPr kumimoji="1" lang="zh-CN" altLang="en-US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文本框 65"/>
          <p:cNvSpPr txBox="1"/>
          <p:nvPr>
            <p:custDataLst>
              <p:tags r:id="rId5"/>
            </p:custDataLst>
          </p:nvPr>
        </p:nvSpPr>
        <p:spPr>
          <a:xfrm>
            <a:off x="2273300" y="3156585"/>
            <a:ext cx="142811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</a:t>
            </a:r>
            <a:endParaRPr lang="zh-CN" altLang="en-US" sz="1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推动</a:t>
            </a:r>
            <a:endParaRPr lang="zh-CN" altLang="en-US" sz="10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14285" y="3627755"/>
            <a:ext cx="10293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000" b="1" dirty="0" smtClean="0">
                <a:latin typeface="微软雅黑" panose="020B0503020204020204" charset="-122"/>
                <a:ea typeface="微软雅黑" panose="020B0503020204020204" charset="-122"/>
              </a:rPr>
              <a:t>网格经理</a:t>
            </a:r>
            <a:endParaRPr kumimoji="1" lang="zh-CN" altLang="en-US" sz="10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619365" y="4450080"/>
            <a:ext cx="10293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000" b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地市集运</a:t>
            </a:r>
            <a:endParaRPr kumimoji="1" lang="zh-CN" altLang="en-US" sz="1000" b="1" dirty="0" smtClean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精益</a:t>
            </a:r>
            <a:r>
              <a:rPr lang="zh-CN" altLang="en-US"/>
              <a:t>平台现有七大类场景</a:t>
            </a:r>
            <a:r>
              <a:rPr lang="zh-CN" altLang="en-US"/>
              <a:t>预警概况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07060" y="1131570"/>
          <a:ext cx="10920730" cy="464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695"/>
                <a:gridCol w="2197735"/>
                <a:gridCol w="1967865"/>
                <a:gridCol w="1967865"/>
                <a:gridCol w="2401570"/>
              </a:tblGrid>
              <a:tr h="4038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场景名称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预警类型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触发频率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客户类型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执行渠道</a:t>
                      </a:r>
                      <a:endParaRPr lang="zh-CN" altLang="en-US" sz="1400"/>
                    </a:p>
                  </a:txBody>
                  <a:tcPr/>
                </a:tc>
              </a:tr>
              <a:tr h="610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携转挽留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被动预警</a:t>
                      </a:r>
                      <a:endParaRPr lang="zh-CN" altLang="en-US" sz="1400">
                        <a:ea typeface="+mn-lt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（用户发起）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实时触发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全量用户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ea typeface="+mn-lt"/>
                          <a:cs typeface="+mn-lt"/>
                        </a:rPr>
                        <a:t>10086</a:t>
                      </a:r>
                      <a:r>
                        <a:rPr lang="zh-CN" altLang="en-US" sz="1400">
                          <a:ea typeface="+mn-lt"/>
                          <a:cs typeface="+mn-lt"/>
                        </a:rPr>
                        <a:t>、网格经理、政企客户经理、</a:t>
                      </a:r>
                      <a:r>
                        <a:rPr lang="en-US" altLang="zh-CN" sz="1400">
                          <a:ea typeface="+mn-lt"/>
                          <a:cs typeface="+mn-lt"/>
                        </a:rPr>
                        <a:t>10088</a:t>
                      </a:r>
                      <a:endParaRPr lang="en-US" altLang="zh-CN" sz="1400">
                        <a:ea typeface="+mn-lt"/>
                        <a:cs typeface="+mn-lt"/>
                      </a:endParaRPr>
                    </a:p>
                  </a:txBody>
                  <a:tcPr anchor="ctr" anchorCtr="0"/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宽带离网（存量</a:t>
                      </a:r>
                      <a:r>
                        <a:rPr lang="zh-CN" altLang="en-US" sz="1400">
                          <a:ea typeface="+mn-lt"/>
                        </a:rPr>
                        <a:t>关怀）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主动预警</a:t>
                      </a:r>
                      <a:endParaRPr lang="zh-CN" altLang="en-US" sz="1400">
                        <a:ea typeface="+mn-lt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（模型输出）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月预警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全量用户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网格经理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/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地市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集运、政企客户经理、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10088</a:t>
                      </a:r>
                      <a:endParaRPr lang="en-US" altLang="zh-CN" sz="1400">
                        <a:ea typeface="+mn-lt"/>
                        <a:cs typeface="+mn-lt"/>
                        <a:sym typeface="+mn-ea"/>
                      </a:endParaRPr>
                    </a:p>
                  </a:txBody>
                  <a:tcPr anchor="ctr" anchorCtr="0"/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全球通离网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主动预警</a:t>
                      </a:r>
                      <a:endParaRPr lang="zh-CN" altLang="en-US" sz="1400">
                        <a:ea typeface="+mn-lt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（模型输出）</a:t>
                      </a:r>
                      <a:endParaRPr lang="zh-CN" altLang="en-US" sz="1400">
                        <a:ea typeface="+mn-lt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月预警</a:t>
                      </a:r>
                      <a:endParaRPr lang="zh-CN" altLang="en-US" sz="1400">
                        <a:ea typeface="+mn-lt"/>
                      </a:endParaRPr>
                    </a:p>
                    <a:p>
                      <a:pPr algn="ctr">
                        <a:buNone/>
                      </a:pP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全球通用户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网格经理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/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地市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集运、政企客户经理、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10088</a:t>
                      </a:r>
                      <a:endParaRPr lang="en-US" altLang="zh-CN" sz="1400">
                        <a:ea typeface="+mn-lt"/>
                        <a:cs typeface="+mn-lt"/>
                        <a:sym typeface="+mn-ea"/>
                      </a:endParaRPr>
                    </a:p>
                  </a:txBody>
                  <a:tcPr anchor="ctr" anchorCtr="0"/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全球通投诉问题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被动预警</a:t>
                      </a:r>
                      <a:endParaRPr lang="zh-CN" altLang="en-US" sz="1400">
                        <a:ea typeface="+mn-lt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（用户</a:t>
                      </a:r>
                      <a:r>
                        <a:rPr lang="zh-CN" altLang="en-US" sz="1400">
                          <a:ea typeface="+mn-lt"/>
                        </a:rPr>
                        <a:t>发起）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实时触发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全球通用户</a:t>
                      </a:r>
                      <a:endParaRPr lang="zh-CN" altLang="en-US" sz="1400">
                        <a:ea typeface="+mn-lt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网格经理、政企客户经理、</a:t>
                      </a:r>
                      <a:endParaRPr lang="zh-CN" altLang="en-US" sz="1400">
                        <a:ea typeface="+mn-lt"/>
                        <a:sym typeface="+mn-ea"/>
                      </a:endParaRPr>
                    </a:p>
                  </a:txBody>
                  <a:tcPr anchor="ctr" anchorCtr="0"/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异动客户修复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主动预警</a:t>
                      </a:r>
                      <a:endParaRPr lang="zh-CN" altLang="en-US" sz="1400">
                        <a:ea typeface="+mn-lt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（集团模型输出）</a:t>
                      </a:r>
                      <a:endParaRPr lang="zh-CN" altLang="en-US" sz="1400">
                        <a:ea typeface="+mn-lt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月预警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全量用户</a:t>
                      </a:r>
                      <a:endParaRPr lang="zh-CN" altLang="en-US" sz="1400">
                        <a:ea typeface="+mn-lt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网格经理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/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地市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集运、政企客户经理、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10088</a:t>
                      </a:r>
                      <a:endParaRPr lang="en-US" altLang="zh-CN" sz="1400">
                        <a:ea typeface="+mn-lt"/>
                        <a:cs typeface="+mn-lt"/>
                        <a:sym typeface="+mn-ea"/>
                      </a:endParaRPr>
                    </a:p>
                  </a:txBody>
                  <a:tcPr anchor="ctr" anchorCtr="0"/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热线商机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被动预警</a:t>
                      </a:r>
                      <a:endParaRPr lang="zh-CN" altLang="en-US" sz="1400">
                        <a:ea typeface="+mn-lt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（用户发起）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实时触发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全量用户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网格经理</a:t>
                      </a:r>
                      <a:r>
                        <a:rPr lang="en-US" altLang="zh-CN" sz="1400">
                          <a:ea typeface="+mn-lt"/>
                        </a:rPr>
                        <a:t>/</a:t>
                      </a:r>
                      <a:r>
                        <a:rPr lang="zh-CN" altLang="en-US" sz="1400">
                          <a:ea typeface="+mn-lt"/>
                        </a:rPr>
                        <a:t>地市</a:t>
                      </a:r>
                      <a:r>
                        <a:rPr lang="zh-CN" altLang="en-US" sz="1400">
                          <a:ea typeface="+mn-lt"/>
                        </a:rPr>
                        <a:t>集运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全球通离网原因追溯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被动预警</a:t>
                      </a:r>
                      <a:endParaRPr lang="zh-CN" altLang="en-US" sz="1400">
                        <a:ea typeface="+mn-lt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（用户发起）</a:t>
                      </a:r>
                      <a:endParaRPr lang="zh-CN" altLang="en-US" sz="1400">
                        <a:ea typeface="+mn-lt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日预警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全球通</a:t>
                      </a:r>
                      <a:r>
                        <a:rPr lang="zh-CN" altLang="en-US" sz="1400">
                          <a:ea typeface="+mn-lt"/>
                        </a:rPr>
                        <a:t>用户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网格经理、政企客户经理、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10088</a:t>
                      </a:r>
                      <a:endParaRPr lang="en-US" altLang="zh-CN" sz="1400">
                        <a:ea typeface="+mn-lt"/>
                        <a:cs typeface="+mn-lt"/>
                        <a:sym typeface="+mn-ea"/>
                      </a:endParaRPr>
                    </a:p>
                  </a:txBody>
                  <a:tcPr anchor="ctr" anchorCtr="0"/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</a:rPr>
                        <a:t>全球通停机客户</a:t>
                      </a:r>
                      <a:r>
                        <a:rPr lang="zh-CN" altLang="en-US" sz="1400">
                          <a:ea typeface="+mn-lt"/>
                        </a:rPr>
                        <a:t>赢回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主动</a:t>
                      </a:r>
                      <a:r>
                        <a:rPr lang="zh-CN" altLang="en-US" sz="1400">
                          <a:ea typeface="+mn-lt"/>
                          <a:sym typeface="+mn-ea"/>
                        </a:rPr>
                        <a:t>预警</a:t>
                      </a:r>
                      <a:endParaRPr lang="zh-CN" altLang="en-US" sz="1400">
                        <a:ea typeface="+mn-lt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日预警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sym typeface="+mn-ea"/>
                        </a:rPr>
                        <a:t>全球通用户</a:t>
                      </a:r>
                      <a:endParaRPr lang="zh-CN" altLang="en-US" sz="1400"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网格经理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/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地市集运、</a:t>
                      </a:r>
                      <a:r>
                        <a:rPr lang="en-US" altLang="zh-CN" sz="1400">
                          <a:ea typeface="+mn-lt"/>
                          <a:cs typeface="+mn-lt"/>
                          <a:sym typeface="+mn-ea"/>
                        </a:rPr>
                        <a:t>10088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、政企客户</a:t>
                      </a:r>
                      <a:r>
                        <a:rPr lang="zh-CN" altLang="en-US" sz="1400">
                          <a:ea typeface="+mn-lt"/>
                          <a:cs typeface="+mn-lt"/>
                          <a:sym typeface="+mn-ea"/>
                        </a:rPr>
                        <a:t>经理</a:t>
                      </a:r>
                      <a:endParaRPr lang="zh-CN" altLang="en-US" sz="1400">
                        <a:ea typeface="+mn-lt"/>
                        <a:cs typeface="+mn-lt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07060" y="5918200"/>
            <a:ext cx="107937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200" i="1" dirty="0" smtClean="0">
                <a:latin typeface="微软雅黑" panose="020B0503020204020204" charset="-122"/>
                <a:ea typeface="微软雅黑" panose="020B0503020204020204" charset="-122"/>
              </a:rPr>
              <a:t>补充：</a:t>
            </a:r>
            <a:endParaRPr kumimoji="1" lang="zh-CN" altLang="en-US" sz="1200" i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zh-CN" altLang="en-US" sz="1200" i="1" dirty="0" smtClean="0">
                <a:latin typeface="微软雅黑" panose="020B0503020204020204" charset="-122"/>
                <a:ea typeface="微软雅黑" panose="020B0503020204020204" charset="-122"/>
              </a:rPr>
              <a:t>目前所有场景都支持转派至装维，但这个取决于用户有没有诉求需要装维上门，所以精益不会在第一次派单的时候直接派给</a:t>
            </a:r>
            <a:r>
              <a:rPr kumimoji="1" lang="zh-CN" altLang="en-US" sz="1200" i="1" dirty="0" smtClean="0">
                <a:latin typeface="微软雅黑" panose="020B0503020204020204" charset="-122"/>
                <a:ea typeface="微软雅黑" panose="020B0503020204020204" charset="-122"/>
              </a:rPr>
              <a:t>装维；</a:t>
            </a:r>
            <a:endParaRPr kumimoji="1" lang="zh-CN" altLang="en-US" sz="1200" i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zh-CN" altLang="en-US" sz="1200" i="1" dirty="0" smtClean="0">
                <a:latin typeface="微软雅黑" panose="020B0503020204020204" charset="-122"/>
                <a:ea typeface="微软雅黑" panose="020B0503020204020204" charset="-122"/>
              </a:rPr>
              <a:t>网格经理和地市集运</a:t>
            </a:r>
            <a:r>
              <a:rPr kumimoji="1" lang="zh-CN" altLang="en-US" sz="1200" i="1" dirty="0" smtClean="0">
                <a:latin typeface="微软雅黑" panose="020B0503020204020204" charset="-122"/>
                <a:ea typeface="微软雅黑" panose="020B0503020204020204" charset="-122"/>
              </a:rPr>
              <a:t>二选一；</a:t>
            </a:r>
            <a:endParaRPr kumimoji="1" lang="zh-CN" altLang="en-US" sz="1200" i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zh-CN" sz="1200" i="1" dirty="0" smtClean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1200" i="1" dirty="0" smtClean="0">
                <a:latin typeface="微软雅黑" panose="020B0503020204020204" charset="-122"/>
                <a:ea typeface="微软雅黑" panose="020B0503020204020204" charset="-122"/>
              </a:rPr>
              <a:t>月开始市场部领导要求暂时不给</a:t>
            </a:r>
            <a:r>
              <a:rPr kumimoji="1" lang="en-US" altLang="zh-CN" sz="1200" i="1" dirty="0" smtClean="0">
                <a:latin typeface="微软雅黑" panose="020B0503020204020204" charset="-122"/>
                <a:ea typeface="微软雅黑" panose="020B0503020204020204" charset="-122"/>
              </a:rPr>
              <a:t>10088</a:t>
            </a:r>
            <a:r>
              <a:rPr kumimoji="1" lang="zh-CN" altLang="en-US" sz="1200" i="1" dirty="0" smtClean="0">
                <a:latin typeface="微软雅黑" panose="020B0503020204020204" charset="-122"/>
                <a:ea typeface="微软雅黑" panose="020B0503020204020204" charset="-122"/>
              </a:rPr>
              <a:t>派单；</a:t>
            </a:r>
            <a:endParaRPr kumimoji="1" lang="zh-CN" altLang="en-US" sz="1200" i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精益平台现有预警流程的分包看管模式派单</a:t>
            </a:r>
            <a:r>
              <a:rPr lang="zh-CN" altLang="en-US"/>
              <a:t>逻辑介绍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68910" y="2229485"/>
            <a:ext cx="977900" cy="42481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全量</a:t>
            </a:r>
            <a:r>
              <a:rPr lang="zh-CN" altLang="en-US" sz="1200">
                <a:solidFill>
                  <a:schemeClr val="tx1"/>
                </a:solidFill>
              </a:rPr>
              <a:t>用户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7010" y="893445"/>
            <a:ext cx="8128635" cy="4140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支撑场景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：携转挽留、全球通离网、宽带离网、异动客户修复、全球通投诉问题、全球通离网原因追溯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场景；</a:t>
            </a:r>
            <a:endParaRPr lang="zh-CN" altLang="en-US" sz="12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1353185" y="2002790"/>
            <a:ext cx="1741170" cy="878205"/>
          </a:xfrm>
          <a:prstGeom prst="diamond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是否全球通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用户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3572510" y="1472565"/>
            <a:ext cx="1910080" cy="878205"/>
          </a:xfrm>
          <a:prstGeom prst="diamond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是否政企客户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关键人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858125" y="1584960"/>
            <a:ext cx="1905000" cy="4095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客户经理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执行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58125" y="2884170"/>
            <a:ext cx="1905000" cy="4095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sym typeface="+mn-ea"/>
              </a:rPr>
              <a:t>10088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执行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58125" y="3977005"/>
            <a:ext cx="1905000" cy="4095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网格经理执行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地市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集运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菱形 16"/>
          <p:cNvSpPr/>
          <p:nvPr/>
        </p:nvSpPr>
        <p:spPr>
          <a:xfrm>
            <a:off x="3550920" y="2668270"/>
            <a:ext cx="1931670" cy="878205"/>
          </a:xfrm>
          <a:prstGeom prst="diamond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是否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白金卡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钻卡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金卡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146810" y="2442210"/>
            <a:ext cx="20637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/>
          <p:nvPr/>
        </p:nvCxnSpPr>
        <p:spPr>
          <a:xfrm flipV="1">
            <a:off x="3094355" y="1911985"/>
            <a:ext cx="478155" cy="530225"/>
          </a:xfrm>
          <a:prstGeom prst="bentConnector3">
            <a:avLst>
              <a:gd name="adj1" fmla="val 48074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肘形连接符 19"/>
          <p:cNvCxnSpPr/>
          <p:nvPr/>
        </p:nvCxnSpPr>
        <p:spPr>
          <a:xfrm flipV="1">
            <a:off x="5482590" y="1790065"/>
            <a:ext cx="2375535" cy="121920"/>
          </a:xfrm>
          <a:prstGeom prst="bentConnector3">
            <a:avLst>
              <a:gd name="adj1" fmla="val 5001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4516755" y="2350770"/>
            <a:ext cx="10795" cy="31750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5482590" y="3098165"/>
            <a:ext cx="2375535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/>
          <p:nvPr/>
        </p:nvCxnSpPr>
        <p:spPr>
          <a:xfrm rot="5400000" flipV="1">
            <a:off x="6448425" y="1614805"/>
            <a:ext cx="430530" cy="429387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endCxn id="16" idx="1"/>
          </p:cNvCxnSpPr>
          <p:nvPr/>
        </p:nvCxnSpPr>
        <p:spPr>
          <a:xfrm>
            <a:off x="2221230" y="2892425"/>
            <a:ext cx="5636895" cy="1289685"/>
          </a:xfrm>
          <a:prstGeom prst="bentConnector3">
            <a:avLst>
              <a:gd name="adj1" fmla="val -1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007360" y="2044065"/>
            <a:ext cx="421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endParaRPr kumimoji="1" lang="zh-CN" altLang="en-US" sz="14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170295" y="1584960"/>
            <a:ext cx="421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endParaRPr kumimoji="1" lang="zh-CN" altLang="en-US" sz="14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70295" y="2792730"/>
            <a:ext cx="421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endParaRPr kumimoji="1" lang="zh-CN" altLang="en-US" sz="14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170295" y="3482975"/>
            <a:ext cx="421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否</a:t>
            </a:r>
            <a:endParaRPr kumimoji="1" lang="zh-CN" altLang="en-US" sz="14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68825" y="2361565"/>
            <a:ext cx="421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否</a:t>
            </a:r>
            <a:endParaRPr kumimoji="1" lang="zh-CN" altLang="en-US" sz="14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221230" y="3482975"/>
            <a:ext cx="4216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否</a:t>
            </a:r>
            <a:endParaRPr kumimoji="1" lang="zh-CN" altLang="en-US" sz="14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菱形 30"/>
          <p:cNvSpPr/>
          <p:nvPr/>
        </p:nvSpPr>
        <p:spPr>
          <a:xfrm>
            <a:off x="7924800" y="4725035"/>
            <a:ext cx="1931670" cy="878205"/>
          </a:xfrm>
          <a:prstGeom prst="diamond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1"/>
                </a:solidFill>
                <a:sym typeface="+mn-ea"/>
              </a:rPr>
              <a:t>是否宽带用户</a:t>
            </a:r>
            <a:endParaRPr lang="zh-CN" altLang="en-US" sz="120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2" name="肘形连接符 31"/>
          <p:cNvCxnSpPr>
            <a:stCxn id="16" idx="3"/>
            <a:endCxn id="31" idx="3"/>
          </p:cNvCxnSpPr>
          <p:nvPr/>
        </p:nvCxnSpPr>
        <p:spPr>
          <a:xfrm>
            <a:off x="9763125" y="4182110"/>
            <a:ext cx="93345" cy="982345"/>
          </a:xfrm>
          <a:prstGeom prst="bentConnector3">
            <a:avLst>
              <a:gd name="adj1" fmla="val 355102"/>
            </a:avLst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177145" y="4236720"/>
            <a:ext cx="8839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kumimoji="1" lang="zh-CN" altLang="en-US" sz="14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kumimoji="1" lang="zh-CN" altLang="en-US" sz="1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转派</a:t>
            </a:r>
            <a:endParaRPr kumimoji="1" lang="zh-CN" altLang="en-US" sz="14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951470" y="6128385"/>
            <a:ext cx="1905000" cy="409575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tx1"/>
                </a:solidFill>
                <a:sym typeface="+mn-ea"/>
              </a:rPr>
              <a:t>装维执行</a:t>
            </a:r>
            <a:endParaRPr lang="zh-CN" altLang="en-US" sz="1200">
              <a:ln>
                <a:solidFill>
                  <a:schemeClr val="accent2">
                    <a:lumMod val="75000"/>
                  </a:schemeClr>
                </a:solidFill>
              </a:ln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6" name="直接箭头连接符 35"/>
          <p:cNvCxnSpPr>
            <a:endCxn id="34" idx="0"/>
          </p:cNvCxnSpPr>
          <p:nvPr/>
        </p:nvCxnSpPr>
        <p:spPr>
          <a:xfrm flipH="1">
            <a:off x="8903970" y="5603240"/>
            <a:ext cx="5715" cy="525145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260985" y="4855210"/>
            <a:ext cx="67379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kumimoji="1" lang="zh-CN" altLang="en-US" sz="1200" b="1" dirty="0" smtClean="0">
                <a:latin typeface="微软雅黑" panose="020B0503020204020204" charset="-122"/>
                <a:ea typeface="微软雅黑" panose="020B0503020204020204" charset="-122"/>
              </a:rPr>
              <a:t>补充：</a:t>
            </a:r>
            <a:endParaRPr kumimoji="1" lang="zh-CN" altLang="en-US" sz="1200" b="1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、该流程中的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所有判断逻辑都在精益平台执行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kumimoji="1"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、标绿色的流程还在讨论阶段；</a:t>
            </a:r>
            <a:endParaRPr kumimoji="1"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携转挽留场景先统一由</a:t>
            </a:r>
            <a:r>
              <a:rPr kumimoji="1" lang="en-US" altLang="zh-CN" sz="12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10086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，挽留失败的再按照图中的流程逻辑进行二次挽留的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派单；</a:t>
            </a:r>
            <a:endParaRPr kumimoji="1"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、热线商机场景直接派单给网格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经理；</a:t>
            </a:r>
            <a:endParaRPr kumimoji="1"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、目前只有</a:t>
            </a:r>
            <a:r>
              <a:rPr kumimoji="1" lang="zh-CN" altLang="en-US" sz="1200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区公司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才能配置</a:t>
            </a:r>
            <a:r>
              <a:rPr kumimoji="1"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预警；</a:t>
            </a:r>
            <a:endParaRPr kumimoji="1"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z="1000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0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精益平台现有营销任务流程的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55295" y="1076325"/>
            <a:ext cx="11333480" cy="409575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精准创建客群</a:t>
            </a:r>
            <a:r>
              <a:rPr lang="en-US" altLang="zh-CN" sz="1600" b="1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——</a:t>
            </a:r>
            <a:r>
              <a:rPr lang="zh-CN" altLang="en-US" sz="1600" b="1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精益创建任务</a:t>
            </a:r>
            <a:r>
              <a:rPr lang="en-US" altLang="zh-CN" sz="1600" b="1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——IOP</a:t>
            </a:r>
            <a:r>
              <a:rPr lang="zh-CN" altLang="en-US" sz="1600" b="1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创建活动</a:t>
            </a:r>
            <a:r>
              <a:rPr lang="en-US" altLang="zh-CN" sz="1600" b="1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——</a:t>
            </a:r>
            <a:r>
              <a:rPr lang="zh-CN" altLang="en-US" sz="1600" b="1">
                <a:solidFill>
                  <a:schemeClr val="tx1"/>
                </a:solidFill>
                <a:latin typeface="+mj-lt"/>
                <a:ea typeface="+mj-lt"/>
                <a:cs typeface="+mj-lt"/>
                <a:sym typeface="+mn-ea"/>
              </a:rPr>
              <a:t>网格通执行运营任务流转全流程</a:t>
            </a:r>
            <a:endParaRPr lang="zh-CN" altLang="en-US" sz="1600" b="1">
              <a:solidFill>
                <a:schemeClr val="tx1"/>
              </a:solidFill>
              <a:latin typeface="+mj-lt"/>
              <a:ea typeface="+mj-lt"/>
              <a:cs typeface="+mj-lt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5295" y="1485900"/>
            <a:ext cx="2333625" cy="4095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精准营销平台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788285" y="1485900"/>
            <a:ext cx="2308225" cy="4095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精益运营平台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097780" y="1485900"/>
            <a:ext cx="2230755" cy="4095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IOP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330440" y="1485900"/>
            <a:ext cx="2327275" cy="4095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网格通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</a:t>
            </a:r>
            <a:endParaRPr lang="en-US" altLang="zh-CN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55295" y="1905000"/>
            <a:ext cx="2332990" cy="453517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788285" y="1895475"/>
            <a:ext cx="2308860" cy="453517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097145" y="1895475"/>
            <a:ext cx="2235835" cy="453517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329170" y="1895475"/>
            <a:ext cx="2324735" cy="453517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59" name="流程图: 过程 58"/>
          <p:cNvSpPr/>
          <p:nvPr/>
        </p:nvSpPr>
        <p:spPr>
          <a:xfrm>
            <a:off x="809625" y="2084070"/>
            <a:ext cx="1589405" cy="438150"/>
          </a:xfrm>
          <a:prstGeom prst="flowChartProcess">
            <a:avLst/>
          </a:prstGeom>
          <a:noFill/>
          <a:ln w="158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创建精准营销模型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流程图: 过程 67"/>
          <p:cNvSpPr/>
          <p:nvPr/>
        </p:nvSpPr>
        <p:spPr>
          <a:xfrm>
            <a:off x="812800" y="2844800"/>
            <a:ext cx="1589405" cy="438150"/>
          </a:xfrm>
          <a:prstGeom prst="flowChartProcess">
            <a:avLst/>
          </a:prstGeom>
          <a:noFill/>
          <a:ln w="158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创建精准营销客群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2978150" y="2084070"/>
            <a:ext cx="1855470" cy="4211320"/>
            <a:chOff x="5396" y="3282"/>
            <a:chExt cx="2922" cy="6632"/>
          </a:xfrm>
        </p:grpSpPr>
        <p:sp>
          <p:nvSpPr>
            <p:cNvPr id="69" name="流程图: 过程 68"/>
            <p:cNvSpPr/>
            <p:nvPr/>
          </p:nvSpPr>
          <p:spPr>
            <a:xfrm>
              <a:off x="5552" y="3282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创建手工工单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流程图: 过程 69"/>
            <p:cNvSpPr/>
            <p:nvPr/>
          </p:nvSpPr>
          <p:spPr>
            <a:xfrm>
              <a:off x="5550" y="3958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圈选客群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流程图: 过程 70"/>
            <p:cNvSpPr/>
            <p:nvPr/>
          </p:nvSpPr>
          <p:spPr>
            <a:xfrm>
              <a:off x="5548" y="4634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提交审批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流程图: 过程 73"/>
            <p:cNvSpPr/>
            <p:nvPr/>
          </p:nvSpPr>
          <p:spPr>
            <a:xfrm>
              <a:off x="5546" y="6190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任务指派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流程图: 过程 74"/>
            <p:cNvSpPr/>
            <p:nvPr/>
          </p:nvSpPr>
          <p:spPr>
            <a:xfrm>
              <a:off x="5544" y="6866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任务接收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流程图: 过程 75"/>
            <p:cNvSpPr/>
            <p:nvPr/>
          </p:nvSpPr>
          <p:spPr>
            <a:xfrm>
              <a:off x="5542" y="7542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任务处理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流程图: 可选过程 76"/>
            <p:cNvSpPr/>
            <p:nvPr/>
          </p:nvSpPr>
          <p:spPr>
            <a:xfrm>
              <a:off x="5396" y="8367"/>
              <a:ext cx="2923" cy="700"/>
            </a:xfrm>
            <a:prstGeom prst="flowChartAlternate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一线任务执行盯控报表</a:t>
              </a:r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（网格经理执行）</a:t>
              </a:r>
              <a:endPara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流程图: 可选过程 78"/>
            <p:cNvSpPr/>
            <p:nvPr/>
          </p:nvSpPr>
          <p:spPr>
            <a:xfrm>
              <a:off x="5396" y="9214"/>
              <a:ext cx="2923" cy="700"/>
            </a:xfrm>
            <a:prstGeom prst="flowChartAlternate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地市集运执行盯控报表</a:t>
              </a:r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（集运执行）</a:t>
              </a:r>
              <a:endPara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菱形 79"/>
            <p:cNvSpPr/>
            <p:nvPr/>
          </p:nvSpPr>
          <p:spPr>
            <a:xfrm>
              <a:off x="5516" y="5310"/>
              <a:ext cx="2722" cy="679"/>
            </a:xfrm>
            <a:prstGeom prst="diamond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工单审批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5319395" y="2084070"/>
            <a:ext cx="1704340" cy="3757930"/>
            <a:chOff x="8564" y="3282"/>
            <a:chExt cx="2684" cy="5918"/>
          </a:xfrm>
        </p:grpSpPr>
        <p:sp>
          <p:nvSpPr>
            <p:cNvPr id="81" name="流程图: 过程 80"/>
            <p:cNvSpPr/>
            <p:nvPr/>
          </p:nvSpPr>
          <p:spPr>
            <a:xfrm>
              <a:off x="8564" y="3282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创建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活动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流程图: 过程 81"/>
            <p:cNvSpPr/>
            <p:nvPr/>
          </p:nvSpPr>
          <p:spPr>
            <a:xfrm>
              <a:off x="8564" y="4054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客群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拆分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3" name="流程图: 过程 82"/>
            <p:cNvSpPr/>
            <p:nvPr/>
          </p:nvSpPr>
          <p:spPr>
            <a:xfrm>
              <a:off x="8564" y="4888"/>
              <a:ext cx="2684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圈选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产品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流程图: 过程 83"/>
            <p:cNvSpPr/>
            <p:nvPr/>
          </p:nvSpPr>
          <p:spPr>
            <a:xfrm>
              <a:off x="8564" y="5722"/>
              <a:ext cx="2684" cy="789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配置渠道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（网格经理</a:t>
              </a:r>
              <a:r>
                <a:rPr lang="en-US" altLang="zh-CN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或　地市集运）</a:t>
              </a:r>
              <a:endPara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6" name="菱形 85"/>
            <p:cNvSpPr/>
            <p:nvPr/>
          </p:nvSpPr>
          <p:spPr>
            <a:xfrm>
              <a:off x="8564" y="6870"/>
              <a:ext cx="2683" cy="679"/>
            </a:xfrm>
            <a:prstGeom prst="diamond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活动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审批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流程图: 过程 87"/>
            <p:cNvSpPr/>
            <p:nvPr/>
          </p:nvSpPr>
          <p:spPr>
            <a:xfrm>
              <a:off x="8564" y="8411"/>
              <a:ext cx="2684" cy="789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活动推送至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网格通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5" name="流程图: 过程 94"/>
          <p:cNvSpPr/>
          <p:nvPr/>
        </p:nvSpPr>
        <p:spPr>
          <a:xfrm>
            <a:off x="7788275" y="2561590"/>
            <a:ext cx="1400175" cy="314325"/>
          </a:xfrm>
          <a:prstGeom prst="flowChartProcess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创建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活动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7647305" y="2155825"/>
            <a:ext cx="1696085" cy="17754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网格经理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641840" y="1485900"/>
            <a:ext cx="2149475" cy="4095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装维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</a:t>
            </a:r>
            <a:endParaRPr lang="en-US" altLang="zh-CN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9659620" y="1895475"/>
            <a:ext cx="2121535" cy="453517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96" name="流程图: 过程 95"/>
          <p:cNvSpPr/>
          <p:nvPr/>
        </p:nvSpPr>
        <p:spPr>
          <a:xfrm>
            <a:off x="7720330" y="2981325"/>
            <a:ext cx="1551305" cy="301625"/>
          </a:xfrm>
          <a:prstGeom prst="flowChartProcess">
            <a:avLst/>
          </a:prstGeom>
          <a:noFill/>
          <a:ln w="1587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工单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7648575" y="4147185"/>
            <a:ext cx="1695450" cy="1818640"/>
            <a:chOff x="12043" y="6881"/>
            <a:chExt cx="2670" cy="2864"/>
          </a:xfrm>
        </p:grpSpPr>
        <p:sp>
          <p:nvSpPr>
            <p:cNvPr id="90" name="圆角矩形 89"/>
            <p:cNvSpPr/>
            <p:nvPr/>
          </p:nvSpPr>
          <p:spPr>
            <a:xfrm>
              <a:off x="12043" y="6881"/>
              <a:ext cx="2671" cy="286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地市集运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7" name="流程图: 过程 96"/>
            <p:cNvSpPr/>
            <p:nvPr/>
          </p:nvSpPr>
          <p:spPr>
            <a:xfrm>
              <a:off x="12159" y="7755"/>
              <a:ext cx="2443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工单池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中抢单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流程图: 过程 97"/>
            <p:cNvSpPr/>
            <p:nvPr/>
          </p:nvSpPr>
          <p:spPr>
            <a:xfrm>
              <a:off x="12159" y="8592"/>
              <a:ext cx="2443" cy="475"/>
            </a:xfrm>
            <a:prstGeom prst="flowChartProcess">
              <a:avLst/>
            </a:prstGeom>
            <a:noFill/>
            <a:ln w="15875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工单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执行</a:t>
              </a:r>
              <a:endPara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0" name="流程图: 过程 99"/>
          <p:cNvSpPr/>
          <p:nvPr/>
        </p:nvSpPr>
        <p:spPr>
          <a:xfrm>
            <a:off x="9940925" y="2689225"/>
            <a:ext cx="1551305" cy="554355"/>
          </a:xfrm>
          <a:prstGeom prst="flowChartProcess">
            <a:avLst/>
          </a:prstGeom>
          <a:noFill/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工单执行</a:t>
            </a:r>
            <a:endParaRPr lang="zh-CN" altLang="en-US" sz="1200"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4" name="直接箭头连接符 103"/>
          <p:cNvCxnSpPr/>
          <p:nvPr/>
        </p:nvCxnSpPr>
        <p:spPr>
          <a:xfrm>
            <a:off x="1604645" y="2522220"/>
            <a:ext cx="3175" cy="322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3941445" y="2385695"/>
            <a:ext cx="1905" cy="121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>
            <a:off x="3941445" y="2814955"/>
            <a:ext cx="1905" cy="121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3941445" y="3249930"/>
            <a:ext cx="1905" cy="121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3941445" y="3809365"/>
            <a:ext cx="1905" cy="121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>
            <a:off x="3941445" y="4232275"/>
            <a:ext cx="1905" cy="121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>
            <a:off x="3941445" y="4661535"/>
            <a:ext cx="1905" cy="121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6170930" y="2385695"/>
            <a:ext cx="1905" cy="121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>
            <a:off x="6170930" y="2875915"/>
            <a:ext cx="635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>
            <a:off x="6170930" y="3429000"/>
            <a:ext cx="635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>
            <a:off x="6170930" y="4134485"/>
            <a:ext cx="635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>
            <a:off x="6170930" y="4775835"/>
            <a:ext cx="8890" cy="583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8497570" y="5005705"/>
            <a:ext cx="635" cy="227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肘形连接符 119"/>
          <p:cNvCxnSpPr/>
          <p:nvPr/>
        </p:nvCxnSpPr>
        <p:spPr>
          <a:xfrm rot="5400000">
            <a:off x="6360795" y="1717040"/>
            <a:ext cx="2829560" cy="5882640"/>
          </a:xfrm>
          <a:prstGeom prst="bentConnector2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肘形连接符 120"/>
          <p:cNvCxnSpPr/>
          <p:nvPr/>
        </p:nvCxnSpPr>
        <p:spPr>
          <a:xfrm rot="10800000" flipV="1">
            <a:off x="4857750" y="5535295"/>
            <a:ext cx="3639820" cy="524510"/>
          </a:xfrm>
          <a:prstGeom prst="bentConnector3">
            <a:avLst>
              <a:gd name="adj1" fmla="val -52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肘形连接符 121"/>
          <p:cNvCxnSpPr>
            <a:endCxn id="77" idx="3"/>
          </p:cNvCxnSpPr>
          <p:nvPr/>
        </p:nvCxnSpPr>
        <p:spPr>
          <a:xfrm rot="10800000" flipV="1">
            <a:off x="4833620" y="3103245"/>
            <a:ext cx="2886075" cy="2431415"/>
          </a:xfrm>
          <a:prstGeom prst="bentConnector3">
            <a:avLst>
              <a:gd name="adj1" fmla="val 86512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3" name="文本框 122"/>
          <p:cNvSpPr txBox="1"/>
          <p:nvPr/>
        </p:nvSpPr>
        <p:spPr>
          <a:xfrm>
            <a:off x="7328535" y="6073140"/>
            <a:ext cx="1006475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kumimoji="1" lang="zh-CN" altLang="en-US" sz="1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执行反馈</a:t>
            </a:r>
            <a:endParaRPr kumimoji="1" lang="zh-CN" altLang="en-US" sz="14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4" name="肘形连接符 123"/>
          <p:cNvCxnSpPr/>
          <p:nvPr/>
        </p:nvCxnSpPr>
        <p:spPr>
          <a:xfrm flipV="1">
            <a:off x="2402205" y="2664460"/>
            <a:ext cx="673735" cy="399415"/>
          </a:xfrm>
          <a:prstGeom prst="bentConnector3">
            <a:avLst>
              <a:gd name="adj1" fmla="val 5004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/>
        </p:nvSpPr>
        <p:spPr>
          <a:xfrm>
            <a:off x="2399030" y="2706370"/>
            <a:ext cx="74295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kumimoji="1"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客群查询接口</a:t>
            </a:r>
            <a:endParaRPr kumimoji="1" lang="zh-CN" altLang="en-US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肘形连接符 1"/>
          <p:cNvCxnSpPr>
            <a:stCxn id="68" idx="2"/>
            <a:endCxn id="81" idx="1"/>
          </p:cNvCxnSpPr>
          <p:nvPr/>
        </p:nvCxnSpPr>
        <p:spPr>
          <a:xfrm rot="5400000" flipH="1" flipV="1">
            <a:off x="2939415" y="902970"/>
            <a:ext cx="1047750" cy="3711575"/>
          </a:xfrm>
          <a:prstGeom prst="bentConnector4">
            <a:avLst>
              <a:gd name="adj1" fmla="val -22697"/>
              <a:gd name="adj2" fmla="val 8986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下箭头 26"/>
          <p:cNvSpPr/>
          <p:nvPr/>
        </p:nvSpPr>
        <p:spPr>
          <a:xfrm rot="16200000">
            <a:off x="6978015" y="5386705"/>
            <a:ext cx="822325" cy="515620"/>
          </a:xfrm>
          <a:prstGeom prst="down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  <a:defRPr/>
            </a:pPr>
            <a:endParaRPr kumimoji="1" lang="zh-CN" altLang="en-US" sz="12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微软雅黑" panose="020B0503020204020204" charset="-122"/>
              <a:sym typeface="+mn-ea"/>
            </a:endParaRPr>
          </a:p>
        </p:txBody>
      </p:sp>
      <p:sp>
        <p:nvSpPr>
          <p:cNvPr id="6" name="下箭头 5"/>
          <p:cNvSpPr/>
          <p:nvPr/>
        </p:nvSpPr>
        <p:spPr>
          <a:xfrm rot="16200000">
            <a:off x="9333865" y="5386705"/>
            <a:ext cx="822325" cy="515620"/>
          </a:xfrm>
          <a:prstGeom prst="down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  <a:defRPr/>
            </a:pPr>
            <a:endParaRPr kumimoji="1" lang="zh-CN" altLang="en-US" sz="12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a05e58d7f879212e03fc97ed2c7aaeaeb51c883"/>
  <p:tag name="KSO_WM_NEWLAYOUT_GROUP_ID" val="layout_10003"/>
  <p:tag name="KSO_WM_NEWLAYOUT_ID" val="slide_2e5f3f4c52aaa365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46e041ea875d307917c7ec218782a01a83590e"/>
  <p:tag name="KSO_WM_NEWLAYOUT_GROUP_ID" val="layout_10014"/>
  <p:tag name="KSO_WM_NEWLAYOUT_ID" val="slide_64b62a6f7bb9f11d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5.xml><?xml version="1.0" encoding="utf-8"?>
<p:tagLst xmlns:p="http://schemas.openxmlformats.org/presentationml/2006/main">
  <p:tag name="THINKCELLSHAPEDONOTDELETE" val="thinkcellActiveDocDoNotDelete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resource_record_key" val="{&quot;29&quot;:[50000193,50000283]}"/>
</p:tagLst>
</file>

<file path=ppt/theme/theme1.xml><?xml version="1.0" encoding="utf-8"?>
<a:theme xmlns:a="http://schemas.openxmlformats.org/drawingml/2006/main" name="3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bvgqmxm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1400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</Words>
  <Application>WPS 演示</Application>
  <PresentationFormat>宽屏</PresentationFormat>
  <Paragraphs>317</Paragraphs>
  <Slides>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微软雅黑 Light</vt:lpstr>
      <vt:lpstr>Wingdings</vt:lpstr>
      <vt:lpstr>Verdana</vt:lpstr>
      <vt:lpstr>Arial Unicode MS</vt:lpstr>
      <vt:lpstr>Calibri</vt:lpstr>
      <vt:lpstr>3_Office Theme</vt:lpstr>
      <vt:lpstr>TCLayout.ActiveDocument.1</vt:lpstr>
      <vt:lpstr>PowerPoint 演示文稿</vt:lpstr>
      <vt:lpstr>精益体系任务流转流程</vt:lpstr>
      <vt:lpstr>精益平台现有七大类场景预警概况</vt:lpstr>
      <vt:lpstr>精益平台现有预警流程的分包看管模式派单逻辑介绍</vt:lpstr>
      <vt:lpstr>精益平台现有营销任务流程的介绍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1241679876@qq.com</dc:creator>
  <cp:lastModifiedBy>初级高冷小美女＆</cp:lastModifiedBy>
  <cp:revision>84</cp:revision>
  <dcterms:created xsi:type="dcterms:W3CDTF">2026-01-02T13:55:00Z</dcterms:created>
  <dcterms:modified xsi:type="dcterms:W3CDTF">2026-04-24T04:03:32Z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4F4E80C7D6FC419BBE4D508784B4C84F_13</vt:lpwstr>
  </property>
</Properties>
</file>