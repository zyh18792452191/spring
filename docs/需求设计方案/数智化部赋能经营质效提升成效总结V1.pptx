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68" r:id="rId4"/>
  </p:sldMasterIdLst>
  <p:notesMasterIdLst>
    <p:notesMasterId r:id="rId6"/>
  </p:notesMasterIdLst>
  <p:handoutMasterIdLst>
    <p:handoutMasterId r:id="rId11"/>
  </p:handoutMasterIdLst>
  <p:sldIdLst>
    <p:sldId id="256" r:id="rId10"/>
  </p:sldIdLst>
  <p:sldSz cx="12192000" cy="6858000"/>
  <p:notesSz cx="9926320" cy="6797675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1" userDrawn="1">
          <p15:clr>
            <a:srgbClr val="A4A3A4"/>
          </p15:clr>
        </p15:guide>
        <p15:guide id="2" pos="37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an" initials="s" lastIdx="1" clrIdx="0"/>
  <p:cmAuthor id="1" name="Nada" initials="N" lastIdx="4" clrIdx="0"/>
  <p:cmAuthor id="2" name="程 瑜檬" initials="程" lastIdx="1" clrIdx="1"/>
  <p:cmAuthor id="3" name="liudehou" initials="l" lastIdx="2" clrIdx="2"/>
  <p:cmAuthor id="4" name="wangwei" initials="vv" lastIdx="1" clrIdx="3"/>
  <p:cmAuthor id="5" name="zhangxin" initials="z" lastIdx="3" clrIdx="4"/>
  <p:cmAuthor id="6" name="wei long" initials="wl" lastIdx="1" clrIdx="5"/>
  <p:cmAuthor id="7" name="Xiaosu Wang" initials="XW" lastIdx="1" clrIdx="6"/>
  <p:cmAuthor id="1479258870" name="夏先生" initials="夏" lastIdx="1" clrIdx="650"/>
  <p:cmAuthor id="8" name="xiaqianqian@hq.cmcc" initials="xiaqianqian@hq.cmcc" lastIdx="1" clrIdx="7"/>
  <p:cmAuthor id="1479258871" name="niuniu" initials="n" lastIdx="2" clrIdx="1479258870"/>
  <p:cmAuthor id="9" name="smkhan" initials="s" lastIdx="6" clrIdx="5"/>
  <p:cmAuthor id="10" name="李超（IT）" initials="L" lastIdx="1" clrIdx="9"/>
  <p:cmAuthor id="11" name="朱磊" initials="朱" lastIdx="2" clrIdx="10"/>
  <p:cmAuthor id="12" name="CMCC" initials="C" lastIdx="1" clrIdx="11"/>
  <p:cmAuthor id="13" name="罗位国/应用平台研发部/软件开发中心/总行机关/ABC" initials="罗" lastIdx="1" clrIdx="1"/>
  <p:cmAuthor id="14" name="李岩（IT）" initials="李" lastIdx="2" clrIdx="13"/>
  <p:cmAuthor id="15" name="13686" initials="1" lastIdx="1" clrIdx="14"/>
  <p:cmAuthor id="16" name="周辉" initials="周" lastIdx="1" clrIdx="15"/>
  <p:cmAuthor id="17" name="Xinyue Li" initials="X" lastIdx="1" clrIdx="18"/>
  <p:cmAuthor id="18" name="郭雨婷" initials="郭" lastIdx="1" clrIdx="17"/>
  <p:cmAuthor id="19" name="yanhexin" initials="y" lastIdx="1" clrIdx="18"/>
  <p:cmAuthor id="20" name="作者" initials="A" lastIdx="0" clrIdx="20"/>
  <p:cmAuthor id="21" name="Liu Jialin" initials="LJ" lastIdx="1" clrIdx="21"/>
  <p:cmAuthor id="22" name="宋瑞芳" initials="KS" lastIdx="9" clrIdx="22"/>
  <p:cmAuthor id="23" name="Administrator" initials="A" lastIdx="6" clrIdx="23"/>
  <p:cmAuthor id="24" name="张 强" initials="张" lastIdx="1" clrIdx="24"/>
  <p:cmAuthor id="25" name="wyz" initials="w" lastIdx="1" clrIdx="24"/>
  <p:cmAuthor id="26" name="Lee" initials="L" lastIdx="2" clrIdx="25"/>
  <p:cmAuthor id="27" name="王丽（IT）" initials="王" lastIdx="2" clrIdx="26"/>
  <p:cmAuthor id="28" name="zzy" initials="zzy" lastIdx="1" clrIdx="27"/>
  <p:cmAuthor id="29" name="张馨玲" initials="张" lastIdx="1" clrIdx="28"/>
  <p:cmAuthor id="30" name="10056791" initials="ZTE" lastIdx="1" clrIdx="29"/>
  <p:cmAuthor id="31" name="Author" initials="A" lastIdx="0" clrIdx="30"/>
  <p:cmAuthor id="32" name="李楠10047711" initials="李楠10047711" lastIdx="2" clrIdx="31"/>
  <p:cmAuthor id="33" name="10045953" initials="1" lastIdx="1" clrIdx="32"/>
  <p:cmAuthor id="738822927" name="洋仔" initials="洋" lastIdx="1" clrIdx="869"/>
  <p:cmAuthor id="34" name="Y Y" initials="YY" lastIdx="2" clrIdx="33"/>
  <p:cmAuthor id="35" name="HP" initials="H" lastIdx="2" clrIdx="34"/>
  <p:cmAuthor id="36" name="Microsoft 帐户" initials="M帐" lastIdx="6" clrIdx="36"/>
  <p:cmAuthor id="37" name="X13" initials="X" lastIdx="2" clrIdx="36"/>
  <p:cmAuthor id="38" name="赵欣" initials="zx" lastIdx="4" clrIdx="37"/>
  <p:cmAuthor id="39" name="10206899" initials="1" lastIdx="1" clrIdx="38"/>
  <p:cmAuthor id="40" name="10133177" initials="1" lastIdx="1" clrIdx="39"/>
  <p:cmAuthor id="41" name="yaohuijuan " initials="c" lastIdx="3" clrIdx="40"/>
  <p:cmAuthor id="42" name="zhifubao" initials="z" lastIdx="1" clrIdx="41"/>
  <p:cmAuthor id="43" name="Microsoft Office 用户" initials="MO用 [8] [6]" lastIdx="1" clrIdx="42"/>
  <p:cmAuthor id="44" name="User" initials="U" lastIdx="1" clrIdx="43"/>
  <p:cmAuthor id="45" name="未知用户35" initials="未" lastIdx="1" clrIdx="38"/>
  <p:cmAuthor id="46" name="茹志强" initials="U" lastIdx="0" clrIdx="45"/>
  <p:cmAuthor id="47" name="clj" initials="c" lastIdx="1" clrIdx="46"/>
  <p:cmAuthor id="48" name="尹瑶瑶" initials="尹" lastIdx="1" clrIdx="47"/>
  <p:cmAuthor id="248769537" name="刁航宇" initials="刁" lastIdx="1" clrIdx="845"/>
  <p:cmAuthor id="49" name="user" initials="u" lastIdx="2" clrIdx="48"/>
  <p:cmAuthor id="50" name="张卓豫" initials="zzy" lastIdx="1" clrIdx="49"/>
  <p:cmAuthor id="51" name="admin7" initials="l" lastIdx="1" clrIdx="50"/>
  <p:cmAuthor id="52" name="cmsz" initials="c" lastIdx="1" clrIdx="51"/>
  <p:cmAuthor id="53" name="施旻" initials="施" lastIdx="1" clrIdx="52"/>
  <p:cmAuthor id="54" name="zhangyuexin@hq.cmcc" initials="zhangyuexin@hq.cmcc" lastIdx="1" clrIdx="53"/>
  <p:cmAuthor id="55" name="黎丹" initials="黎" lastIdx="2" clrIdx="0"/>
  <p:cmAuthor id="56" name="Cmit" initials="C" lastIdx="1" clrIdx="55"/>
  <p:cmAuthor id="57" name="未知的使用者40" initials="" lastIdx="1" clrIdx="0"/>
  <p:cmAuthor id="58" name="X1" initials="X" lastIdx="1" clrIdx="57"/>
  <p:cmAuthor id="59" name="LZ" initials="Y" lastIdx="1" clrIdx="58"/>
  <p:cmAuthor id="60" name="lunan" initials="l" lastIdx="1" clrIdx="59"/>
  <p:cmAuthor id="61" name="未知的使用者29" initials="" lastIdx="1" clrIdx="0"/>
  <p:cmAuthor id="62" name="liyuting" initials="l" lastIdx="2" clrIdx="61"/>
  <p:cmAuthor id="63" name="未知的使用者98" initials="" lastIdx="1" clrIdx="0"/>
  <p:cmAuthor id="64" name="gengxuan" initials="g" lastIdx="10" clrIdx="63"/>
  <p:cmAuthor id="65" name="匿名用户" initials="匿" lastIdx="1" clrIdx="64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Sky123.Org" initials="" lastIdx="1" clrIdx="0"/>
  <p:cmAuthor id="76" name="陈驹洲" initials="A" lastIdx="1" clrIdx="25"/>
  <p:cmAuthor id="77" name="elfinhsu" initials="" lastIdx="1" clrIdx="0"/>
  <p:cmAuthor id="78" name="何 静" initials="何" lastIdx="1" clrIdx="4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246358619" name="小州Gg" initials="小" lastIdx="1" clrIdx="666"/>
  <p:cmAuthor id="85" name="未知的使用者45" initials="" lastIdx="1" clrIdx="0"/>
  <p:cmAuthor id="163458894" name="13488749431手机用户" initials="1" lastIdx="1" clrIdx="683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233746470" name="大攀" initials="大" lastIdx="1" clrIdx="661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606826857" name="李宁" initials="李" lastIdx="1" clrIdx="651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635724682" name="马宇媛" initials="马" lastIdx="2" clrIdx="478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83810881" name="WPS_1679281038" initials="W" lastIdx="1" clrIdx="2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158809000" name="王旭" initials="王" lastIdx="5" clrIdx="661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353158055" name="韩雨" initials="韩" lastIdx="0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183" initials="未知用户183" lastIdx="1" clrIdx="49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shinin" initials="s" lastIdx="2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Unknown User67" initials="U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焱恺 彭" initials="焱" lastIdx="1" clrIdx="95"/>
  <p:cmAuthor id="212" name="Daniel Wuu" initials="" lastIdx="1" clrIdx="0"/>
  <p:cmAuthor id="213" name="未知用户56" initials="" lastIdx="1" clrIdx="0"/>
  <p:cmAuthor id="214" name="未知的使用者14" initials="" lastIdx="2" clrIdx="0"/>
  <p:cmAuthor id="215" name="未知的使用者140" initials="未" lastIdx="1" clrIdx="1"/>
  <p:cmAuthor id="216" name="未知的使用者197" initials="未" lastIdx="8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guanhh" initials="g" lastIdx="3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376687852" name="初七之月亮" initials="初" lastIdx="1" clrIdx="597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663058477" name="Jason" initials="J" lastIdx="1" clrIdx="357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375845188" name="WPS" initials="W" lastIdx="1" clrIdx="17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32912694" name=" LION" initials=" " lastIdx="1" clrIdx="79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242809661" name="康斯坦尼斯拉夫斯基" initials="康" lastIdx="2" clrIdx="70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刘晓杨" initials="刘" lastIdx="2" clrIdx="319"/>
  <p:cmAuthor id="321" name="未知用户111" initials="未" lastIdx="1" clrIdx="1"/>
  <p:cmAuthor id="322" name="le" initials="l" lastIdx="2" clrIdx="321"/>
  <p:cmAuthor id="323" name="10177653" initials="1" lastIdx="1" clrIdx="322"/>
  <p:cmAuthor id="324" name="一个不愿意透露姓名" initials="lasdf" lastIdx="8" clrIdx="323"/>
  <p:cmAuthor id="325" name="86188" initials="8" lastIdx="1" clrIdx="324"/>
  <p:cmAuthor id="326" name="朱雪萍" initials="朱" lastIdx="1" clrIdx="325"/>
  <p:cmAuthor id="327" name="10205805" initials="1" lastIdx="1" clrIdx="326"/>
  <p:cmAuthor id="328" name="xueyan" initials="x" lastIdx="1" clrIdx="327"/>
  <p:cmAuthor id="329" name="ZF" initials="ZF" lastIdx="1" clrIdx="328"/>
  <p:cmAuthor id="330" name="KZY" initials="K" lastIdx="1" clrIdx="329"/>
  <p:cmAuthor id="331" name="WHF" initials="W" lastIdx="0" clrIdx="50"/>
  <p:cmAuthor id="667971135" name="J0" initials="J" lastIdx="1" clrIdx="50"/>
  <p:cmAuthor id="332" name="wangxinran" initials="w" lastIdx="1" clrIdx="331"/>
  <p:cmAuthor id="333" name="huxiaolu" initials="h" lastIdx="1" clrIdx="332"/>
  <p:cmAuthor id="334" name="zhoux" initials="z" lastIdx="1" clrIdx="333"/>
  <p:cmAuthor id="335" name="flower" initials="f" lastIdx="1" clrIdx="334"/>
  <p:cmAuthor id="1167942470" name="咘嘚咘嘚" initials="咘" lastIdx="1" clrIdx="376"/>
  <p:cmAuthor id="336" name="mzj" initials="m" lastIdx="1" clrIdx="335"/>
  <p:cmAuthor id="1167942471" name="WIN10" initials="W" lastIdx="1" clrIdx="1167942470"/>
  <p:cmAuthor id="337" name="hwjjjjjjjj" initials="h" lastIdx="2" clrIdx="336"/>
  <p:cmAuthor id="338" name="thinkin" initials="t" lastIdx="2" clrIdx="337"/>
  <p:cmAuthor id="339" name="黄薇（IT）" initials="l" lastIdx="1" clrIdx="338"/>
  <p:cmAuthor id="340" name="zhoupeng" initials="z" lastIdx="5" clrIdx="339"/>
  <p:cmAuthor id="341" name="Randolph" initials="R" lastIdx="1" clrIdx="340"/>
  <p:cmAuthor id="342" name="yangjianhe1" initials="y" lastIdx="1" clrIdx="341"/>
  <p:cmAuthor id="343" name="wangchangkun@cmhi.cmcc" initials="wangchangkun@cmhi.cmcc" lastIdx="1" clrIdx="342"/>
  <p:cmAuthor id="344" name="tong" initials="t" lastIdx="2" clrIdx="0"/>
  <p:cmAuthor id="345" name="cpic" initials="c" lastIdx="0" clrIdx="0"/>
  <p:cmAuthor id="1603436587" name="Frank" initials="F" lastIdx="1" clrIdx="899"/>
  <p:cmAuthor id="346" name="PC" initials="P" lastIdx="4" clrIdx="0"/>
  <p:cmAuthor id="1603436588" name="张松蕾" initials="C" lastIdx="1" clrIdx="1603436587"/>
  <p:cmAuthor id="347" name="zhangxinyao" initials="z" lastIdx="1" clrIdx="346"/>
  <p:cmAuthor id="348" name="未知的使用者169" initials="未" lastIdx="1" clrIdx="0"/>
  <p:cmAuthor id="349" name="Dizzy" initials="D" lastIdx="3" clrIdx="0"/>
  <p:cmAuthor id="350" name="huawei" initials="h" lastIdx="1" clrIdx="349"/>
  <p:cmAuthor id="351" name="yezengwei" initials="y" lastIdx="2" clrIdx="350"/>
  <p:cmAuthor id="352" name="孙璐璐" initials="孙" lastIdx="1" clrIdx="0"/>
  <p:cmAuthor id="353" name="1003776019@qq.com" initials="1" lastIdx="1" clrIdx="33"/>
  <p:cmAuthor id="354" name="cici" initials="c" lastIdx="1" clrIdx="353"/>
  <p:cmAuthor id="355" name="未知的使用者152" initials="未" lastIdx="1" clrIdx="0"/>
  <p:cmAuthor id="356" name="86134" initials="8" lastIdx="1" clrIdx="355"/>
  <p:cmAuthor id="357" name="方绍波|fangshaobo" initials="方" lastIdx="1" clrIdx="37"/>
  <p:cmAuthor id="359" name="王 金谦" initials="王" lastIdx="2" clrIdx="21"/>
  <p:cmAuthor id="360" name="Mary Beattie" initials="M" lastIdx="11" clrIdx="11"/>
  <p:cmAuthor id="287643681" name="殷格非" initials="殷" lastIdx="2" clrIdx="0"/>
  <p:cmAuthor id="361" name="15090" initials="1" lastIdx="5" clrIdx="360"/>
  <p:cmAuthor id="287643682" name="z r" initials="zr" lastIdx="5" clrIdx="12"/>
  <p:cmAuthor id="362" name="Andrea Michels" initials="A" lastIdx="13" clrIdx="13"/>
  <p:cmAuthor id="287643683" name="石晓利" initials="C" lastIdx="1" clrIdx="13"/>
  <p:cmAuthor id="363" name="admin" initials="a" lastIdx="1" clrIdx="362"/>
  <p:cmAuthor id="287643684" name="ma yanru" initials="my" lastIdx="1" clrIdx="25"/>
  <p:cmAuthor id="364" name="anni" initials="a" lastIdx="1" clrIdx="0"/>
  <p:cmAuthor id="287643685" name="songlinyan" initials="s" lastIdx="2" clrIdx="44"/>
  <p:cmAuthor id="365" name="liuyanxue" initials="l" lastIdx="1" clrIdx="364"/>
  <p:cmAuthor id="287643686" name="YaoChunfen" initials="Y" lastIdx="1" clrIdx="39"/>
  <p:cmAuthor id="366" name="Mark McGregor (HI)" initials="M" lastIdx="33" clrIdx="3"/>
  <p:cmAuthor id="287643687" name="cheng" initials="c" lastIdx="13" clrIdx="0"/>
  <p:cmAuthor id="367" name="59314" initials="5" lastIdx="1" clrIdx="366"/>
  <p:cmAuthor id="287643688" name="方少_UbQfrimU" initials="authorId_442114952" lastIdx="0" clrIdx="0"/>
  <p:cmAuthor id="368" name="赵芬芳" initials="赵" lastIdx="1" clrIdx="367"/>
  <p:cmAuthor id="287643689" name="叶盛_Q3A3IfEf" initials="authorId_506280334" lastIdx="0" clrIdx="0"/>
  <p:cmAuthor id="369" name="wangdaiyuan" initials="w" lastIdx="1" clrIdx="368"/>
  <p:cmAuthor id="287643690" name="Harley._bEJrUJ7r" initials="authorId_432156705" lastIdx="0" clrIdx="0"/>
  <p:cmAuthor id="370" name="YUN Jiayue" initials="Y" lastIdx="9" clrIdx="0"/>
  <p:cmAuthor id="287643691" name="罗平_VB7vJb2E" initials="authorId_305049361" lastIdx="0" clrIdx="0"/>
  <p:cmAuthor id="371" name="Louise Adamson (HI)" initials="L" lastIdx="173" clrIdx="9"/>
  <p:cmAuthor id="287643692" name="xixi_nUjqe22E" initials="authorId_359229261" lastIdx="0" clrIdx="0"/>
  <p:cmAuthor id="372" name="不明使用者2" initials="不" lastIdx="2" clrIdx="0"/>
  <p:cmAuthor id="287643693" name="安安_zm6nYnYZ" initials="authorId_347340296" lastIdx="0" clrIdx="0"/>
  <p:cmAuthor id="373" name="Yoda KK" initials="Y" lastIdx="1" clrIdx="10"/>
  <p:cmAuthor id="287643694" name="nature_emInFJF7" initials="authorId_313163542" lastIdx="0" clrIdx="0"/>
  <p:cmAuthor id="374" name="ZYM" initials="Z" lastIdx="0" clrIdx="18"/>
  <p:cmAuthor id="287643695" name="杨思思_VNjyvY7j" initials="authorId_430925712" lastIdx="0" clrIdx="0"/>
  <p:cmAuthor id="287643696" name="周君_MfIffYra" initials="authorId_375419134" lastIdx="0" clrIdx="0"/>
  <p:cmAuthor id="376" name="zhouyangfan" initials="z" lastIdx="0" clrIdx="0"/>
  <p:cmAuthor id="377" name="HNN" initials="H" lastIdx="1" clrIdx="53"/>
  <p:cmAuthor id="595510092" name="乐燕" initials="乐" lastIdx="1" clrIdx="647"/>
  <p:cmAuthor id="378" name="fengyuan03" initials="f" lastIdx="11" clrIdx="1"/>
  <p:cmAuthor id="379" name="刘国强" initials="刘" lastIdx="1" clrIdx="0"/>
  <p:cmAuthor id="380" name="Melanie Smitt" initials="M" lastIdx="33" clrIdx="12"/>
  <p:cmAuthor id="381" name="miaott" initials="m" lastIdx="0" clrIdx="195"/>
  <p:cmAuthor id="382" name="未知用户132" initials="未" lastIdx="1" clrIdx="0"/>
  <p:cmAuthor id="383" name="未知的使用者194" initials="未" lastIdx="1" clrIdx="0"/>
  <p:cmAuthor id="384" name="xusha" initials="x" lastIdx="1" clrIdx="2"/>
  <p:cmAuthor id="386" name="未知用户137" initials="未" lastIdx="10" clrIdx="0"/>
  <p:cmAuthor id="387" name="王源" initials="王" lastIdx="2" clrIdx="1"/>
  <p:cmAuthor id="388" name="未知用户220" initials="未" lastIdx="1" clrIdx="0"/>
  <p:cmAuthor id="389" name="李 东科" initials="李" lastIdx="1" clrIdx="35"/>
  <p:cmAuthor id="390" name="未知用户199" initials="未" lastIdx="0" clrIdx="1"/>
  <p:cmAuthor id="391" name="未知用户200" initials="未" lastIdx="2" clrIdx="0"/>
  <p:cmAuthor id="392" name="未知用户201" initials="未" lastIdx="11" clrIdx="1"/>
  <p:cmAuthor id="383159678" name="FAN" initials="F" lastIdx="555744" clrIdx="0"/>
  <p:cmAuthor id="393" name="未知用户214" initials="未" lastIdx="1" clrIdx="0"/>
  <p:cmAuthor id="383159679" name="sunaoran" initials="s" lastIdx="2" clrIdx="3"/>
  <p:cmAuthor id="394" name="夜尽迟渊_UrQfrmQZ" initials="夜" lastIdx="0" clrIdx="0"/>
  <p:cmAuthor id="395" name="未知的使用者196" initials="未" lastIdx="1" clrIdx="0"/>
  <p:cmAuthor id="396" name="未知的使用者222" initials="" lastIdx="5" clrIdx="1"/>
  <p:cmAuthor id="397" name="未知用户204" initials="未" lastIdx="1" clrIdx="0"/>
  <p:cmAuthor id="394525608" name="仇怿俊" initials="仇" lastIdx="0" clrIdx="0"/>
  <p:cmAuthor id="394525609" name="王 钰" initials="王" lastIdx="10" clrIdx="25"/>
  <p:cmAuthor id="399" name="未知用户206" initials="未" lastIdx="1" clrIdx="0"/>
  <p:cmAuthor id="394525610" name="罗 罗" initials="罗" lastIdx="1" clrIdx="37"/>
  <p:cmAuthor id="400" name="未知用户207" initials="未" lastIdx="1" clrIdx="0"/>
  <p:cmAuthor id="394525611" name="ShanQiu LH" initials="SL" lastIdx="1" clrIdx="51"/>
  <p:cmAuthor id="401" name="未知用户84" initials="未" lastIdx="1" clrIdx="0"/>
  <p:cmAuthor id="394525612" name="goulei" initials="g" lastIdx="2" clrIdx="41"/>
  <p:cmAuthor id="402" name="未知的使用者217" initials="" lastIdx="1" clrIdx="1"/>
  <p:cmAuthor id="403" name="未知用户210" initials="未" lastIdx="0" clrIdx="0"/>
  <p:cmAuthor id="404" name="未知的使用者219" initials="" lastIdx="8" clrIdx="0"/>
  <p:cmAuthor id="406" name="?定义" initials="?" lastIdx="2" clrIdx="0"/>
  <p:cmAuthor id="407" name="sxp" initials="s" lastIdx="1" clrIdx="2"/>
  <p:cmAuthor id="408" name="allan" initials="a" lastIdx="1" clrIdx="0"/>
  <p:cmAuthor id="409" name="未知的使用者231" initials="" lastIdx="1" clrIdx="0"/>
  <p:cmAuthor id="410" name="未知的使用者232" initials="" lastIdx="8" clrIdx="0"/>
  <p:cmAuthor id="411" name="alpha" initials="a" lastIdx="1" clrIdx="0"/>
  <p:cmAuthor id="412" name="未知的使用者161" initials="未" lastIdx="1" clrIdx="0"/>
  <p:cmAuthor id="413" name="未知的使用者130" initials="" lastIdx="3" clrIdx="0"/>
  <p:cmAuthor id="414" name="Unknown User22" initials="U" lastIdx="1" clrIdx="0"/>
  <p:cmAuthor id="415" name="未知的使用者132" initials="" lastIdx="1" clrIdx="0"/>
  <p:cmAuthor id="416" name="胡益铭" initials="胡" lastIdx="1" clrIdx="339"/>
  <p:cmAuthor id="417" name="Unknown User23" initials="U" lastIdx="1" clrIdx="0"/>
  <p:cmAuthor id="418" name="未知的使用者75" initials="未" lastIdx="1" clrIdx="0"/>
  <p:cmAuthor id="419" name="未知的使用者77" initials="未" lastIdx="1" clrIdx="0"/>
  <p:cmAuthor id="329128248" name="LBB" initials="L" lastIdx="1" clrIdx="665"/>
  <p:cmAuthor id="420" name="未知的使用者78" initials="未" lastIdx="5" clrIdx="1"/>
  <p:cmAuthor id="421" name="未知的使用者239" initials="" lastIdx="43" clrIdx="1"/>
  <p:cmAuthor id="422" name="未知用户186" initials="未" lastIdx="1" clrIdx="0"/>
  <p:cmAuthor id="424" name="未知的使用者206" initials="" lastIdx="1" clrIdx="0"/>
  <p:cmAuthor id="425" name="未知用户63" initials="未" lastIdx="1" clrIdx="0"/>
  <p:cmAuthor id="426" name="未知的使用者102" initials="未" lastIdx="5" clrIdx="1"/>
  <p:cmAuthor id="427" name="未知的使用者61" initials="未" lastIdx="1" clrIdx="0"/>
  <p:cmAuthor id="428" name="仝德志" initials="仝" lastIdx="1" clrIdx="0"/>
  <p:cmAuthor id="429" name="未知用户112" initials="未" lastIdx="4" clrIdx="0"/>
  <p:cmAuthor id="430" name="未知的使用者183" initials="未" lastIdx="5" clrIdx="1"/>
  <p:cmAuthor id="431" name="未知用户162" initials="未" lastIdx="1" clrIdx="1"/>
  <p:cmAuthor id="432" name="未知用户163" initials="未" lastIdx="1" clrIdx="0"/>
  <p:cmAuthor id="433" name="針對所選的門市進行小範圍實驗，捕捉驅動績效的關鍵影響因子" initials="針" lastIdx="1" clrIdx="0"/>
  <p:cmAuthor id="434" name="James" initials="J" lastIdx="1" clrIdx="0"/>
  <p:cmAuthor id="1442009752" name="WPS_1669175722" initials="W" lastIdx="1" clrIdx="299"/>
  <p:cmAuthor id="435" name="未知的使用者114" initials="未" lastIdx="1" clrIdx="0"/>
  <p:cmAuthor id="436" name="未知用户164" initials="未" lastIdx="1" clrIdx="0"/>
  <p:cmAuthor id="437" name="未知的使用者184" initials="未" lastIdx="8" clrIdx="0"/>
  <p:cmAuthor id="579339640" name="半暖时光" initials="半" lastIdx="1" clrIdx="142"/>
  <p:cmAuthor id="438" name="未知的使用者185" initials="未" lastIdx="10" clrIdx="0"/>
  <p:cmAuthor id="757822586" name="杜立旺" initials="杜" lastIdx="1" clrIdx="0"/>
  <p:cmAuthor id="439" name="未知的使用者186" initials="未" lastIdx="1" clrIdx="0"/>
  <p:cmAuthor id="440" name="未知的使用者175" initials="未" lastIdx="8" clrIdx="0"/>
  <p:cmAuthor id="634197509" name="yangsong" initials="y" lastIdx="1" clrIdx="876"/>
  <p:cmAuthor id="441" name="未知的使用者176" initials="未" lastIdx="1" clrIdx="0"/>
  <p:cmAuthor id="442" name="未知的使用者187" initials="未" lastIdx="1" clrIdx="0"/>
  <p:cmAuthor id="443" name="未知的使用者178" initials="未" lastIdx="1" clrIdx="0"/>
  <p:cmAuthor id="444" name="未知的使用者179" initials="未" lastIdx="1" clrIdx="0"/>
  <p:cmAuthor id="445" name="未知的使用者180" initials="未" lastIdx="2" clrIdx="0"/>
  <p:cmAuthor id="446" name="未知的使用者181" initials="未" lastIdx="7" clrIdx="1"/>
  <p:cmAuthor id="447" name="未知的使用者170" initials="未" lastIdx="43" clrIdx="1"/>
  <p:cmAuthor id="448" name="未知的使用者190" initials="未" lastIdx="1" clrIdx="1"/>
  <p:cmAuthor id="449" name="未知的使用者191" initials="未" lastIdx="1" clrIdx="0"/>
  <p:cmAuthor id="450" name="未知的使用者141" initials="未" lastIdx="8" clrIdx="0"/>
  <p:cmAuthor id="451" name="未知的使用者142" initials="未" lastIdx="1" clrIdx="0"/>
  <p:cmAuthor id="452" name="不明使用者6" initials="不" lastIdx="1" clrIdx="0"/>
  <p:cmAuthor id="453" name="未知的使用者143" initials="未" lastIdx="1" clrIdx="0"/>
  <p:cmAuthor id="454" name="王薇（政企）" initials="王" lastIdx="1" clrIdx="57"/>
  <p:cmAuthor id="455" name="未知的使用者144" initials="未" lastIdx="1" clrIdx="0"/>
  <p:cmAuthor id="456" name="未知的使用者145" initials="未" lastIdx="1" clrIdx="0"/>
  <p:cmAuthor id="276434777" name="PENG" initials="P" lastIdx="1" clrIdx="0"/>
  <p:cmAuthor id="457" name="未知用户165" initials="未" lastIdx="1" clrIdx="0"/>
  <p:cmAuthor id="458" name="未知的使用者147" initials="未" lastIdx="1" clrIdx="0"/>
  <p:cmAuthor id="459" name="未知用户166" initials="未" lastIdx="8" clrIdx="0"/>
  <p:cmAuthor id="460" name="未知的使用者149" initials="未" lastIdx="8" clrIdx="0"/>
  <p:cmAuthor id="461" name="未知用户167" initials="未" lastIdx="1" clrIdx="0"/>
  <p:cmAuthor id="462" name="未知用户168" initials="未" lastIdx="1" clrIdx="0"/>
  <p:cmAuthor id="463" name="未知用户169" initials="未" lastIdx="1" clrIdx="1"/>
  <p:cmAuthor id="464" name="未知用户202" initials="未" lastIdx="8" clrIdx="0"/>
  <p:cmAuthor id="465" name="未知的使用者220" initials="未" lastIdx="7" clrIdx="1"/>
  <p:cmAuthor id="466" name="未知用户134" initials="未" lastIdx="10" clrIdx="0"/>
  <p:cmAuthor id="467" name="未知用户135" initials="未" lastIdx="1" clrIdx="0"/>
  <p:cmAuthor id="468" name="未知用户205" initials="未" lastIdx="1" clrIdx="0"/>
  <p:cmAuthor id="469" name="未知的使用者157" initials="未" lastIdx="1" clrIdx="0"/>
  <p:cmAuthor id="470" name="未知的使用者204" initials="未" lastIdx="1" clrIdx="0"/>
  <p:cmAuthor id="471" name="Yoyo Wu" initials="Y" lastIdx="2" clrIdx="0"/>
  <p:cmAuthor id="472" name="zhangbin" initials="z" lastIdx="6" clrIdx="0"/>
  <p:cmAuthor id="473" name="Arno.Du(杜明星)" initials="A" lastIdx="0" clrIdx="0"/>
  <p:cmAuthor id="474" name="未知用户174" initials="未" lastIdx="1" clrIdx="0"/>
  <p:cmAuthor id="475" name="未知用户175" initials="未" lastIdx="1" clrIdx="1"/>
  <p:cmAuthor id="476" name="Unknown User27" initials="U" lastIdx="1" clrIdx="0"/>
  <p:cmAuthor id="477" name="Unknown User11" initials="U" lastIdx="0" clrIdx="1"/>
  <p:cmAuthor id="478" name="Unknown User112" initials="U" lastIdx="1" clrIdx="0"/>
  <p:cmAuthor id="479" name="Unknown User59" initials="U" lastIdx="1" clrIdx="0"/>
  <p:cmAuthor id="480" name="未知用户176" initials="未" lastIdx="1" clrIdx="0"/>
  <p:cmAuthor id="481" name="未知的使用者249" initials="未" lastIdx="43" clrIdx="1"/>
  <p:cmAuthor id="482" name="未知的使用者250" initials="未" lastIdx="1" clrIdx="0"/>
  <p:cmAuthor id="483" name="未知的使用者251" initials="未" lastIdx="1" clrIdx="0"/>
  <p:cmAuthor id="484" name="未知的使用者246" initials="未" lastIdx="1" clrIdx="1"/>
  <p:cmAuthor id="485" name="未知的使用者224" initials="未" lastIdx="1" clrIdx="0"/>
  <p:cmAuthor id="486" name="未知的使用者252" initials="未" lastIdx="1" clrIdx="0"/>
  <p:cmAuthor id="1138208202" name="黄常宇" initials="黄" lastIdx="1" clrIdx="791"/>
  <p:cmAuthor id="487" name="未知的使用者253" initials="未" lastIdx="1" clrIdx="0"/>
  <p:cmAuthor id="488" name="曾蓓/贝贝" initials="曾" lastIdx="0" clrIdx="0"/>
  <p:cmAuthor id="489" name="未知的使用者254" initials="未" lastIdx="1" clrIdx="0"/>
  <p:cmAuthor id="490" name="未知的使用者255" initials="未" lastIdx="1" clrIdx="0"/>
  <p:cmAuthor id="491" name="未知的使用者226" initials="未" lastIdx="8" clrIdx="0"/>
  <p:cmAuthor id="492" name="未知用户195" initials="未" lastIdx="1" clrIdx="0"/>
  <p:cmAuthor id="493" name="raymond luan" initials="r" lastIdx="0" clrIdx="0"/>
  <p:cmAuthor id="494" name="未知用户208" initials="未" lastIdx="1" clrIdx="0"/>
  <p:cmAuthor id="495" name="未知用户198" initials="未" lastIdx="1" clrIdx="0"/>
  <p:cmAuthor id="496" name="未知用户209" initials="未" lastIdx="1" clrIdx="0"/>
  <p:cmAuthor id="217358292" name="依依" initials="依" lastIdx="1" clrIdx="325"/>
  <p:cmAuthor id="497" name="未知用户36" initials="未" lastIdx="1" clrIdx="0"/>
  <p:cmAuthor id="498" name="Evonlin" initials="E" lastIdx="2" clrIdx="2"/>
  <p:cmAuthor id="499" name="WANGZF" initials="W" lastIdx="4" clrIdx="2"/>
  <p:cmAuthor id="500" name="未知用户94" initials="未" lastIdx="0" clrIdx="1"/>
  <p:cmAuthor id="501" name="未知的使用者188" initials="未" lastIdx="1" clrIdx="0"/>
  <p:cmAuthor id="502" name="未知用户118" initials="未" lastIdx="1" clrIdx="0"/>
  <p:cmAuthor id="503" name="未知用户119" initials="未" lastIdx="5" clrIdx="1"/>
  <p:cmAuthor id="504" name="未知用户120" initials="未" lastIdx="8" clrIdx="0"/>
  <p:cmAuthor id="505" name="未知用户121" initials="未" lastIdx="1" clrIdx="0"/>
  <p:cmAuthor id="506" name="未知用户122" initials="未" lastIdx="1" clrIdx="0"/>
  <p:cmAuthor id="507" name="梅芬 吳" initials="梅" lastIdx="1" clrIdx="85"/>
  <p:cmAuthor id="508" name="未知的使用者134" initials="未" lastIdx="1" clrIdx="0"/>
  <p:cmAuthor id="509" name="未知的使用者136" initials="未" lastIdx="1" clrIdx="0"/>
  <p:cmAuthor id="510" name="未知的使用者139" initials="未" lastIdx="1" clrIdx="0"/>
  <p:cmAuthor id="511" name="未知的使用者247" initials="未" lastIdx="6" clrIdx="0"/>
  <p:cmAuthor id="1411827" name="黄晓平" initials="黄" lastIdx="0" clrIdx="0"/>
  <p:cmAuthor id="512" name="Ohayolanda" initials="O" lastIdx="9" clrIdx="511"/>
  <p:cmAuthor id="1411828" name="王 刚" initials="王" lastIdx="1" clrIdx="38"/>
  <p:cmAuthor id="381437688" name="谢学斌" initials="谢" lastIdx="0" clrIdx="0"/>
  <p:cmAuthor id="513" name="未知用户191" initials="未" lastIdx="1" clrIdx="0"/>
  <p:cmAuthor id="1411829" name="张静_Anua7Nne" initials="authorId_935319063" lastIdx="0" clrIdx="0"/>
  <p:cmAuthor id="514" name="41586" initials="4" lastIdx="1" clrIdx="513"/>
  <p:cmAuthor id="1411830" name="唐 赛" initials="唐" lastIdx="1" clrIdx="45"/>
  <p:cmAuthor id="515" name="未知的使用者163" initials="未" lastIdx="1" clrIdx="0"/>
  <p:cmAuthor id="980107324" name="曹劲然" initials="曹" lastIdx="1" clrIdx="19"/>
  <p:cmAuthor id="516" name="未知用户197" initials="未" lastIdx="0" clrIdx="1"/>
  <p:cmAuthor id="517" name="alexw" initials="a" lastIdx="1" clrIdx="516"/>
  <p:cmAuthor id="518" name="未知的使用者158" initials="未" lastIdx="1" clrIdx="0"/>
  <p:cmAuthor id="519" name="未知的使用者148" initials="" lastIdx="8" clrIdx="0"/>
  <p:cmAuthor id="191251535" name="沈霄雷" initials="沈" lastIdx="833089" clrIdx="0"/>
  <p:cmAuthor id="520" name="Well Li" initials="W" lastIdx="1" clrIdx="0"/>
  <p:cmAuthor id="191251536" name="SF" initials="S" lastIdx="6" clrIdx="11"/>
  <p:cmAuthor id="521" name="任俊宣" initials="任" lastIdx="1" clrIdx="6"/>
  <p:cmAuthor id="191251537" name="sammi" initials="s" lastIdx="0" clrIdx="12"/>
  <p:cmAuthor id="522" name="未知用户269" initials="未" lastIdx="2" clrIdx="0"/>
  <p:cmAuthor id="191251538" name="渠沛" initials="渠" lastIdx="1" clrIdx="35"/>
  <p:cmAuthor id="523" name="未知用户189" initials="未" lastIdx="1" clrIdx="0"/>
  <p:cmAuthor id="191251539" name="席琛" initials="" lastIdx="0" clrIdx="58"/>
  <p:cmAuthor id="524" name="未知用户250" initials="未" lastIdx="0" clrIdx="0"/>
  <p:cmAuthor id="191251540" name="韩剑侠" initials="P" lastIdx="1" clrIdx="41"/>
  <p:cmAuthor id="525" name="未知用户272" initials="未" lastIdx="10" clrIdx="0"/>
  <p:cmAuthor id="191251541" name="sjzx" initials="s" lastIdx="1" clrIdx="25"/>
  <p:cmAuthor id="526" name="张婷婷" initials="c" lastIdx="1" clrIdx="525"/>
  <p:cmAuthor id="191251542" name="yang.yuan" initials="y" lastIdx="0" clrIdx="17"/>
  <p:cmAuthor id="527" name="不明使用者7" initials="不" lastIdx="7" clrIdx="1"/>
  <p:cmAuthor id="191251543" name="王娟" initials="1" lastIdx="1" clrIdx="31"/>
  <p:cmAuthor id="528" name="cs" initials="x" lastIdx="3" clrIdx="527"/>
  <p:cmAuthor id="529" name="孟令坤" initials="MLK" lastIdx="9" clrIdx="528"/>
  <p:cmAuthor id="530" name="未知用户139" initials="未" lastIdx="2" clrIdx="0"/>
  <p:cmAuthor id="531" name="myl" initials="m" lastIdx="4" clrIdx="530"/>
  <p:cmAuthor id="532" name="未知的使用者200" initials="未" lastIdx="1" clrIdx="0"/>
  <p:cmAuthor id="533" name="未知的使用者257" initials="未" lastIdx="1" clrIdx="0"/>
  <p:cmAuthor id="534" name="未知的使用者171" initials="未" lastIdx="3" clrIdx="1"/>
  <p:cmAuthor id="536" name="未知用户140" initials="未" lastIdx="0" clrIdx="1"/>
  <p:cmAuthor id="537" name="未知的使用者240" initials="未" lastIdx="1" clrIdx="0"/>
  <p:cmAuthor id="538" name="未知的使用者241" initials="未" lastIdx="1" clrIdx="0"/>
  <p:cmAuthor id="539" name="未知的使用者242" initials="未" lastIdx="2" clrIdx="0"/>
  <p:cmAuthor id="540" name="未知的使用者243" initials="未" lastIdx="1" clrIdx="0"/>
  <p:cmAuthor id="541" name="未知的使用者258" initials="未" lastIdx="8" clrIdx="0"/>
  <p:cmAuthor id="542" name="未知的使用者259" initials="未" lastIdx="1" clrIdx="0"/>
  <p:cmAuthor id="708433798" name="jialuo" initials="j" lastIdx="0" clrIdx="0"/>
  <p:cmAuthor id="543" name="未知的使用者260" initials="未" lastIdx="1" clrIdx="0"/>
  <p:cmAuthor id="708433799" name="haoxiaoxue" initials="h" lastIdx="6" clrIdx="708433798"/>
  <p:cmAuthor id="544" name="未知的使用者261" initials="未" lastIdx="11" clrIdx="0"/>
  <p:cmAuthor id="708433800" name="曼 王" initials="曼王" lastIdx="1" clrIdx="191251538"/>
  <p:cmAuthor id="545" name="未知的使用者262" initials="未" lastIdx="7" clrIdx="1"/>
  <p:cmAuthor id="708433801" name="刘晓富" initials="User" lastIdx="1" clrIdx="708433800"/>
  <p:cmAuthor id="546" name="未知的使用者263" initials="未" lastIdx="1" clrIdx="2"/>
  <p:cmAuthor id="547" name="未知的使用者264" initials="未" lastIdx="1" clrIdx="0"/>
  <p:cmAuthor id="548" name="未知的使用者265" initials="未" lastIdx="1" clrIdx="0"/>
  <p:cmAuthor id="549" name="未知的使用者266" initials="未" lastIdx="1" clrIdx="1"/>
  <p:cmAuthor id="550" name="未知的使用者267" initials="未" lastIdx="1" clrIdx="0"/>
  <p:cmAuthor id="551" name="未知的使用者268" initials="未" lastIdx="2" clrIdx="0"/>
  <p:cmAuthor id="552" name="未知的使用者269" initials="未" lastIdx="7" clrIdx="1"/>
  <p:cmAuthor id="553" name="刘晖" initials="刘" lastIdx="1" clrIdx="0"/>
  <p:cmAuthor id="554" name="piccotina" initials="p" lastIdx="1" clrIdx="553"/>
  <p:cmAuthor id="555" name="lillian" initials="l" lastIdx="1" clrIdx="0"/>
  <p:cmAuthor id="556" name="未知用户146" initials="未" lastIdx="5" clrIdx="1"/>
  <p:cmAuthor id="557" name="未知用户157" initials="未" lastIdx="8" clrIdx="0"/>
  <p:cmAuthor id="558" name="未知用户158" initials="未" lastIdx="2" clrIdx="0"/>
  <p:cmAuthor id="559" name="未知用户159" initials="未" lastIdx="1" clrIdx="0"/>
  <p:cmAuthor id="475196944" name="姚琳" initials="姚" lastIdx="1133934" clrIdx="0"/>
  <p:cmAuthor id="560" name="未知用户160" initials="未" lastIdx="2" clrIdx="0"/>
  <p:cmAuthor id="475196945" name="chen" initials="c" lastIdx="1" clrIdx="2"/>
  <p:cmAuthor id="561" name="未知的使用者211" initials="未" lastIdx="1" clrIdx="0"/>
  <p:cmAuthor id="562" name="順天" initials="順" lastIdx="1" clrIdx="0"/>
  <p:cmAuthor id="563" name=" " initials="" lastIdx="6" clrIdx="85"/>
  <p:cmAuthor id="564" name="未知用户319" initials="未" lastIdx="1" clrIdx="0"/>
  <p:cmAuthor id="565" name="未知用户222" initials="未" lastIdx="1" clrIdx="0"/>
  <p:cmAuthor id="566" name="未知用户87" initials="未" lastIdx="1" clrIdx="0"/>
  <p:cmAuthor id="977340790" name="Mmm" initials="M" lastIdx="3" clrIdx="853"/>
  <p:cmAuthor id="567" name="未知用户88" initials="未" lastIdx="1" clrIdx="0"/>
  <p:cmAuthor id="568" name="未知用户325" initials="未" lastIdx="2" clrIdx="0"/>
  <p:cmAuthor id="569" name="未知用户211" initials="未" lastIdx="8" clrIdx="0"/>
  <p:cmAuthor id="570" name="未知用户110" initials="未" lastIdx="1" clrIdx="0"/>
  <p:cmAuthor id="571" name="未知用户293" initials="未" lastIdx="1" clrIdx="0"/>
  <p:cmAuthor id="572" name="未知用户234" initials="未" lastIdx="7" clrIdx="1"/>
  <p:cmAuthor id="573" name="未知用户294" initials="未" lastIdx="1" clrIdx="1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302" initials="未" lastIdx="1" clrIdx="1"/>
  <p:cmAuthor id="582" name="未知用户303" initials="未" lastIdx="1" clrIdx="0"/>
  <p:cmAuthor id="583" name="78234500@qq.com" initials="7" lastIdx="1" clrIdx="0"/>
  <p:cmAuthor id="584" name="未知用户203" initials="未" lastIdx="1" clrIdx="1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184" initials="未" lastIdx="1" clrIdx="1"/>
  <p:cmAuthor id="589" name="未知用户295" initials="未" lastIdx="1" clrIdx="0"/>
  <p:cmAuthor id="590" name="未知用户297" initials="未" lastIdx="1" clrIdx="0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6" name="Microsoft Office User" initials="M" lastIdx="2" clrIdx="86"/>
  <p:cmAuthor id="597" name="未知用户256" initials="未" lastIdx="1" clrIdx="0"/>
  <p:cmAuthor id="598" name="未知用户257" initials="未" lastIdx="1" clrIdx="0"/>
  <p:cmAuthor id="599" name="未知用户258" initials="未" lastIdx="8" clrIdx="0"/>
  <p:cmAuthor id="600" name="未知用户287" initials="未" lastIdx="0" clrIdx="1"/>
  <p:cmAuthor id="601" name="未知用户288" initials="未" lastIdx="1" clrIdx="0"/>
  <p:cmAuthor id="602" name="未知用户229" initials="未" lastIdx="0" clrIdx="0"/>
  <p:cmAuthor id="603" name="未知用户262" initials="未" lastIdx="1" clrIdx="0"/>
  <p:cmAuthor id="604" name="未知用户274" initials="未" lastIdx="1" clrIdx="0"/>
  <p:cmAuthor id="605" name="yudi lin" initials="y" lastIdx="0" clrIdx="0"/>
  <p:cmAuthor id="606" name="未知用户249" initials="未" lastIdx="1" clrIdx="0"/>
  <p:cmAuthor id="664583236" name="sunqi" initials="s" lastIdx="3" clrIdx="643"/>
  <p:cmAuthor id="607" name="liuzga" initials="l" lastIdx="1" clrIdx="3"/>
  <p:cmAuthor id="258699233" name="永月墨夜" initials="永" lastIdx="1" clrIdx="790"/>
  <p:cmAuthor id="608" name="49554261@qq.com" initials="4" lastIdx="2" clrIdx="2"/>
  <p:cmAuthor id="609" name="未知用户230" initials="未" lastIdx="1" clrIdx="0"/>
  <p:cmAuthor id="610" name="未知用户241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未知用户246" initials="未" lastIdx="1" clrIdx="1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4" name="未知用户255" initials="未" lastIdx="1" clrIdx="0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1" name="未知用户276" initials="未" lastIdx="2" clrIdx="0"/>
  <p:cmAuthor id="632" name="未知用户263" initials="未" lastIdx="2" clrIdx="0"/>
  <p:cmAuthor id="633" name="Carol Kelly" initials="C" lastIdx="1" clrIdx="0"/>
  <p:cmAuthor id="634" name="未知的使用者155" initials="未" lastIdx="1" clrIdx="0"/>
  <p:cmAuthor id="635" name="未知用户266" initials="未" lastIdx="1" clrIdx="1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Heyhx" initials="H" lastIdx="1" clrIdx="647"/>
  <p:cmAuthor id="649" name="不明使用者4" initials="不" lastIdx="1" clrIdx="0"/>
  <p:cmAuthor id="650" name="未知用户298" initials="未" lastIdx="1" clrIdx="1"/>
  <p:cmAuthor id="651" name="未知用户307" initials="未" lastIdx="7" clrIdx="0"/>
  <p:cmAuthor id="652" name="未知用户296" initials="未" lastIdx="1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1070834129" name="赵永成" initials="赵" lastIdx="1" clrIdx="717"/>
  <p:cmAuthor id="656" name="未知用户333" initials="未" lastIdx="1" clrIdx="0"/>
  <p:cmAuthor id="1070834130" name="16640" initials="1" lastIdx="1" clrIdx="1070834129"/>
  <p:cmAuthor id="657" name="Carol Wu" initials="C" lastIdx="1" clrIdx="0"/>
  <p:cmAuthor id="445693934" name="袖盈嘉茉" initials="袖" lastIdx="2" clrIdx="677"/>
  <p:cmAuthor id="658" name="Think" initials="T" lastIdx="6" clrIdx="3"/>
  <p:cmAuthor id="659" name="未知用户341" initials="未" lastIdx="1" clrIdx="0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yangxy" initials="y" lastIdx="1" clrIdx="88"/>
  <p:cmAuthor id="667" name="未知用户311" initials="未" lastIdx="2" clrIdx="0"/>
  <p:cmAuthor id="668" name="未知用户312" initials="未" lastIdx="1" clrIdx="0"/>
  <p:cmAuthor id="669" name="未知用户402" initials="未" lastIdx="1" clrIdx="0"/>
  <p:cmAuthor id="670" name="未知用户314" initials="未" lastIdx="1" clrIdx="1"/>
  <p:cmAuthor id="671" name="晓  曲" initials="晓" lastIdx="1" clrIdx="0"/>
  <p:cmAuthor id="672" name="未知用户405" initials="未" lastIdx="2" clrIdx="0"/>
  <p:cmAuthor id="673" name="未知用户216" initials="未" lastIdx="1" clrIdx="0"/>
  <p:cmAuthor id="674" name="孟连磊" initials="孟" lastIdx="1" clrIdx="0"/>
  <p:cmAuthor id="675" name="未知用户384" initials="未" lastIdx="1" clrIdx="1"/>
  <p:cmAuthor id="676" name="未知的使用者177" initials="未" lastIdx="8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59281454" name="西赆南琛" initials="西" lastIdx="1" clrIdx="52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342238991" name="刘付平" initials="刘" lastIdx="5015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1425050821" name="ccc" initials="c" lastIdx="1" clrIdx="596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未知用户326" initials="未" lastIdx="1" clrIdx="0"/>
  <p:cmAuthor id="728" name="未知用户365" initials="未" lastIdx="1" clrIdx="0"/>
  <p:cmAuthor id="729" name="zcy" initials="z" lastIdx="1" clrIdx="728"/>
  <p:cmAuthor id="730" name="未知用户366" initials="未" lastIdx="3" clrIdx="1"/>
  <p:cmAuthor id="731" name="崔艳鹏" initials="崔" lastIdx="1" clrIdx="730"/>
  <p:cmAuthor id="732" name="未知用户367" initials="未" lastIdx="10" clrIdx="0"/>
  <p:cmAuthor id="733" name="DELL" initials="D" lastIdx="1" clrIdx="732"/>
  <p:cmAuthor id="735" name="未知用户368" initials="未" lastIdx="1" clrIdx="0"/>
  <p:cmAuthor id="737" name="HZS00" initials="H" lastIdx="2" clrIdx="454"/>
  <p:cmAuthor id="738" name="8613250766486" initials="8" lastIdx="2" clrIdx="729"/>
  <p:cmAuthor id="739" name="丁喆彤" initials="丁" lastIdx="1" clrIdx="0"/>
  <p:cmAuthor id="741" name="yeqq06" initials="y" lastIdx="1" clrIdx="740"/>
  <p:cmAuthor id="742" name="张辉" initials="张" lastIdx="2" clrIdx="741"/>
  <p:cmAuthor id="743" name="hainan zheng" initials="h" lastIdx="1" clrIdx="0"/>
  <p:cmAuthor id="29922660" name="杨强" initials="杨" lastIdx="0" clrIdx="0"/>
  <p:cmAuthor id="744" name="gayxb" initials="g" lastIdx="1" clrIdx="743"/>
  <p:cmAuthor id="29922661" name="檀晟 陈" initials="檀晟" lastIdx="1" clrIdx="10"/>
  <p:cmAuthor id="745" name="lish54" initials="l" lastIdx="2" clrIdx="744"/>
  <p:cmAuthor id="746" name="百里 长青" initials="百" lastIdx="1" clrIdx="0"/>
  <p:cmAuthor id="747" name="wenle369@sina.com" initials="w" lastIdx="1" clrIdx="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4" name="未知用户379" initials="未" lastIdx="1" clrIdx="0"/>
  <p:cmAuthor id="755" name="未知用户418" initials="未" lastIdx="1" clrIdx="0"/>
  <p:cmAuthor id="756" name="未知用户271" initials="未" lastIdx="1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sizx" initials="s" lastIdx="2" clrIdx="759"/>
  <p:cmAuthor id="761" name="雨林木风" initials="雨" lastIdx="14" clrIdx="1"/>
  <p:cmAuthor id="762" name="未知用户385" initials="未" lastIdx="2" clrIdx="0"/>
  <p:cmAuthor id="763" name="池依曼" initials="池" lastIdx="2" clrIdx="72"/>
  <p:cmAuthor id="766" name="未知用户231" initials="未" lastIdx="1" clrIdx="0"/>
  <p:cmAuthor id="767" name="未知用户232" initials="未" lastIdx="1" clrIdx="0"/>
  <p:cmAuthor id="769" name="未知用户226" initials="未" lastIdx="1" clrIdx="0"/>
  <p:cmAuthor id="770" name="亚运 曹" initials="亚" lastIdx="3" clrIdx="2"/>
  <p:cmAuthor id="771" name="lp" initials="l" lastIdx="1" clrIdx="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441412215" name="tonghailan" initials="t" lastIdx="1126972" clrIdx="1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4" name="未知用户215" initials="未" lastIdx="0" clrIdx="0"/>
  <p:cmAuthor id="785" name="未知用户217" initials="未" lastIdx="0" clrIdx="0"/>
  <p:cmAuthor id="786" name="未知用户261" initials="未" lastIdx="0" clrIdx="0"/>
  <p:cmAuthor id="787" name="未知用户371" initials="未" lastIdx="1" clrIdx="0"/>
  <p:cmAuthor id="788" name="未知用户370" initials="未" lastIdx="1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1602690108" name="WPS_1716908770" initials="W" lastIdx="1" clrIdx="696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193636283" name="吴开云" initials="吴" lastIdx="23" clrIdx="60"/>
  <p:cmAuthor id="809" name="未知用户377" initials="未" lastIdx="1" clrIdx="0"/>
  <p:cmAuthor id="810" name="未知用户372" initials="未" lastIdx="1" clrIdx="1"/>
  <p:cmAuthor id="811" name="Xzjd" initials="X" lastIdx="2" clrIdx="0"/>
  <p:cmAuthor id="582921801" name="于浣" initials="于" lastIdx="1" clrIdx="673"/>
  <p:cmAuthor id="813" name="未知用户451" initials="未" lastIdx="1" clrIdx="0"/>
  <p:cmAuthor id="814" name="未知用户466" initials="未" lastIdx="3" clrIdx="0"/>
  <p:cmAuthor id="245516636" name="李进进" initials="李" lastIdx="2" clrIdx="653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772993842" name="时光" initials="时" lastIdx="1" clrIdx="718"/>
  <p:cmAuthor id="691587970" name="小延魔法师" initials="小" lastIdx="1126286" clrIdx="0"/>
  <p:cmAuthor id="669470575" name="黄炜" initials="黄" lastIdx="1" clrIdx="629"/>
  <p:cmAuthor id="823" name="未知用户463" initials="未" lastIdx="1" clrIdx="18"/>
  <p:cmAuthor id="691587971" name="震" initials="震" lastIdx="1" clrIdx="51"/>
  <p:cmAuthor id="824" name="未知用户467" initials="未" lastIdx="0" clrIdx="0"/>
  <p:cmAuthor id="691587972" name="NTKO" initials="H" lastIdx="2" clrIdx="45"/>
  <p:cmAuthor id="825" name="未知用户468" initials="未" lastIdx="1" clrIdx="0"/>
  <p:cmAuthor id="691587973" name="Tianchi Yao" initials="TY" lastIdx="31" clrIdx="72"/>
  <p:cmAuthor id="826" name="未知用户469" initials="未" lastIdx="1" clrIdx="0"/>
  <p:cmAuthor id="691587974" name="秀雪 贾" initials="秀贾" lastIdx="1" clrIdx="330"/>
  <p:cmAuthor id="827" name="未知用户458" initials="未" lastIdx="2" clrIdx="0"/>
  <p:cmAuthor id="691587975" name="xiaoming chang" initials="xc" lastIdx="1" clrIdx="331"/>
  <p:cmAuthor id="828" name="未知用户470" initials="未" lastIdx="1" clrIdx="0"/>
  <p:cmAuthor id="691587976" name="梁光灯_iI7bJ7vm" initials="authorId_510858482" lastIdx="0" clrIdx="0"/>
  <p:cmAuthor id="829" name="未知用户471" initials="未" lastIdx="1" clrIdx="0"/>
  <p:cmAuthor id="691587977" name="AI" initials="A" lastIdx="0" clrIdx="518"/>
  <p:cmAuthor id="1499042558" name="WPS_1686010660" initials="W" lastIdx="16" clrIdx="412"/>
  <p:cmAuthor id="830" name="未知用户472" initials="未" lastIdx="1" clrIdx="0"/>
  <p:cmAuthor id="691587978" name="罗平_QfY3MnyU" initials="authorId_1512265542" lastIdx="0" clrIdx="0"/>
  <p:cmAuthor id="831" name="未知用户473" initials="未" lastIdx="4" clrIdx="0"/>
  <p:cmAuthor id="691587979" name="虞新颖_36fmV3QV" initials="authorId_321496044" lastIdx="0" clrIdx="0"/>
  <p:cmAuthor id="832" name="zhaojunjie" initials="z" lastIdx="1" clrIdx="831"/>
  <p:cmAuthor id="691587980" name="鲁琪_ayIzYrYZ" initials="authorId_602698507" lastIdx="0" clrIdx="0"/>
  <p:cmAuthor id="833" name="未知用户453" initials="未" lastIdx="1" clrIdx="0"/>
  <p:cmAuthor id="691587981" name="黄百成_m6Jjq6bQ" initials="authorId_901868002" lastIdx="0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李 富岩" initials="李" lastIdx="3" clrIdx="10"/>
  <p:cmAuthor id="837" name="未知用户459" initials="未" lastIdx="1" clrIdx="1"/>
  <p:cmAuthor id="49837070" name="伟哥" initials="伟哥" lastIdx="1" clrIdx="138"/>
  <p:cmAuthor id="838" name="未知用户489" initials="未" lastIdx="1" clrIdx="0"/>
  <p:cmAuthor id="49837071" name="YY" initials="Y" lastIdx="1" clrIdx="176"/>
  <p:cmAuthor id="839" name="未知用户488" initials="未" lastIdx="10" clrIdx="0"/>
  <p:cmAuthor id="49837072" name="朗 月" initials="朗" lastIdx="3" clrIdx="208"/>
  <p:cmAuthor id="840" name="未知用户490" initials="未" lastIdx="1" clrIdx="0"/>
  <p:cmAuthor id="49837073" name="sk" initials="s" lastIdx="1" clrIdx="735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6" name="未知用户259" initials="未" lastIdx="1" clrIdx="0"/>
  <p:cmAuthor id="857" name="XIAN" initials="X" lastIdx="1" clrIdx="856"/>
  <p:cmAuthor id="858" name="weilizz" initials="weilizz" lastIdx="1" clrIdx="857"/>
  <p:cmAuthor id="859" name="shanshuyao@sd.cmcc" initials="shanshuyao@sd.cmcc" lastIdx="1" clrIdx="858"/>
  <p:cmAuthor id="860" name="huangweijing" initials="h" lastIdx="1" clrIdx="859"/>
  <p:cmAuthor id="861" name="seki" initials="s" lastIdx="1" clrIdx="0"/>
  <p:cmAuthor id="862" name="guoshasha@hq.cmcc" initials="guoshasha" lastIdx="1" clrIdx="861"/>
  <p:cmAuthor id="864" name="未知用户270" initials="未" lastIdx="1" clrIdx="0"/>
  <p:cmAuthor id="866" name="USER631805" initials="U" lastIdx="1" clrIdx="865"/>
  <p:cmAuthor id="867" name="zhangbai" initials="z" lastIdx="1" clrIdx="866"/>
  <p:cmAuthor id="868" name="俊呈 賴" initials="俊" lastIdx="1" clrIdx="87"/>
  <p:cmAuthor id="869" name="姜香利" initials="姜" lastIdx="1" clrIdx="868"/>
  <p:cmAuthor id="900121273" name="wink" initials="w" lastIdx="1" clrIdx="702"/>
  <p:cmAuthor id="871" name="Nero" initials="N" lastIdx="2" clrIdx="0"/>
  <p:cmAuthor id="872" name="yifan song" initials="y" lastIdx="1" clrIdx="85"/>
  <p:cmAuthor id="873" name="00332340" initials="0" lastIdx="1" clrIdx="872"/>
  <p:cmAuthor id="874" name="00260515" initials="HRP" lastIdx="1" clrIdx="873"/>
  <p:cmAuthor id="876" name="莊安君" initials="莊" lastIdx="1" clrIdx="65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张因然10112423" initials="1" lastIdx="1" clrIdx="885"/>
  <p:cmAuthor id="887" name="陈依依" initials="陈" lastIdx="7" clrIdx="0"/>
  <p:cmAuthor id="888" name="未知用户242" initials="未" lastIdx="3" clrIdx="0"/>
  <p:cmAuthor id="889" name="10024885" initials="1" lastIdx="2" clrIdx="888"/>
  <p:cmAuthor id="890" name="未知用户227" initials="未" lastIdx="1" clrIdx="0"/>
  <p:cmAuthor id="892" name="未知用户299" initials="未" lastIdx="1" clrIdx="0"/>
  <p:cmAuthor id="893" name="10181267" initials="1" lastIdx="2" clrIdx="892"/>
  <p:cmAuthor id="895" name="10009993" initials="1" lastIdx="1" clrIdx="894"/>
  <p:cmAuthor id="896" name="10161768" initials="1" lastIdx="1" clrIdx="895"/>
  <p:cmAuthor id="897" name="10023731" initials="1" lastIdx="1" clrIdx="896"/>
  <p:cmAuthor id="898" name="許詩婕" initials="許" lastIdx="1" clrIdx="1"/>
  <p:cmAuthor id="899" name="jinpengcheng" initials="j" lastIdx="1" clrIdx="898"/>
  <p:cmAuthor id="146566726" name="高飞" initials="高" lastIdx="0" clrIdx="0"/>
  <p:cmAuthor id="900" name="minil" initials="m" lastIdx="4" clrIdx="589"/>
  <p:cmAuthor id="146566727" name="xzb1" initials="x" lastIdx="1" clrIdx="1"/>
  <p:cmAuthor id="901" name="15106" initials="1" lastIdx="4" clrIdx="0"/>
  <p:cmAuthor id="903" name="赵 璐" initials="赵" lastIdx="4" clrIdx="0"/>
  <p:cmAuthor id="47245819" name="群智集" initials="群" lastIdx="0" clrIdx="0"/>
  <p:cmAuthor id="47245820" name="郏 鹏" initials="郏" lastIdx="1" clrIdx="16"/>
  <p:cmAuthor id="904" name="Zhu, Hawk" initials="Z" lastIdx="1" clrIdx="0"/>
  <p:cmAuthor id="47245821" name="郏鹏" initials="M" lastIdx="1" clrIdx="17"/>
  <p:cmAuthor id="905" name="tanjp" initials="t" lastIdx="0" clrIdx="491"/>
  <p:cmAuthor id="47245822" name="ma jialin" initials="mj" lastIdx="1" clrIdx="41"/>
  <p:cmAuthor id="906" name="YS" initials="Y" lastIdx="1" clrIdx="86"/>
  <p:cmAuthor id="907" name="q1521" initials="q" lastIdx="2" clrIdx="906"/>
  <p:cmAuthor id="47245823" name="刘海娜|liuhaina" initials="W用" lastIdx="1" clrIdx="36"/>
  <p:cmAuthor id="47245824" name="goforever814" initials="g" lastIdx="1" clrIdx="34"/>
  <p:cmAuthor id="908" name="10285279" initials="1" lastIdx="1" clrIdx="907"/>
  <p:cmAuthor id="909" name="10036782" initials="1" lastIdx="3" clrIdx="908"/>
  <p:cmAuthor id="910" name="Jdi" initials="J" lastIdx="0" clrIdx="0"/>
  <p:cmAuthor id="453232749" name="番茄^_^" initials="番" lastIdx="1" clrIdx="66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666509453" name="许愿池的~" initials="许" lastIdx="1" clrIdx="851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5" name="董艺萱00344473" initials="董艺萱003444" lastIdx="11" clrIdx="924"/>
  <p:cmAuthor id="926" name="Rex" initials="R" lastIdx="0" clrIdx="0"/>
  <p:cmAuthor id="927" name="张晓燕(内蒙古巴彦淖尔)" initials="张" lastIdx="1" clrIdx="0"/>
  <p:cmAuthor id="928" name="10270505" initials="1" lastIdx="1" clrIdx="927"/>
  <p:cmAuthor id="929" name="10145512" initials="1" lastIdx="1" clrIdx="928"/>
  <p:cmAuthor id="931" name="00025099" initials="0" lastIdx="1" clrIdx="930"/>
  <p:cmAuthor id="932" name="10225041" initials="1" lastIdx="1" clrIdx="931"/>
  <p:cmAuthor id="934" name="00242950" initials="0" lastIdx="2" clrIdx="933"/>
  <p:cmAuthor id="937" name="Evander Wan" initials="E" lastIdx="7" clrIdx="1"/>
  <p:cmAuthor id="938" name="10129659" initials="1" lastIdx="1" clrIdx="937"/>
  <p:cmAuthor id="940" name="10033218" initials="1" lastIdx="1" clrIdx="939"/>
  <p:cmAuthor id="942" name="10096786" initials="1" lastIdx="1" clrIdx="941"/>
  <p:cmAuthor id="943" name="bing" initials="b" lastIdx="2" clrIdx="0"/>
  <p:cmAuthor id="944" name="hh" initials="h" lastIdx="1" clrIdx="0"/>
  <p:cmAuthor id="948" name="Hope0187" initials="H" lastIdx="1" clrIdx="6"/>
  <p:cmAuthor id="949" name="daiyi06" initials="d" lastIdx="0" clrIdx="2"/>
  <p:cmAuthor id="951" name="James Conard" initials="J" lastIdx="3" clrIdx="0"/>
  <p:cmAuthor id="953" name="10078316" initials="1" lastIdx="1" clrIdx="952"/>
  <p:cmAuthor id="957" name="Cpic" initials="C" lastIdx="0" clrIdx="0"/>
  <p:cmAuthor id="1124247354" name="Tea" initials="T" lastIdx="1" clrIdx="611"/>
  <p:cmAuthor id="1124247355" name="储贤民" initials="储" lastIdx="1" clrIdx="1124247354"/>
  <p:cmAuthor id="960" name="刘 念" initials="刘" lastIdx="2" clrIdx="35"/>
  <p:cmAuthor id="961" name="Wangzhi gang" initials="W" lastIdx="1" clrIdx="0"/>
  <p:cmAuthor id="1047661357" name="微笑" initials="微" lastIdx="1" clrIdx="885"/>
  <p:cmAuthor id="966" name="李柯然" initials="李" lastIdx="1" clrIdx="0"/>
  <p:cmAuthor id="967" name="LENOVO" initials="L" lastIdx="1" clrIdx="0"/>
  <p:cmAuthor id="969" name="王玉" initials="王" lastIdx="1" clrIdx="0"/>
  <p:cmAuthor id="314841400" name="小迷糊" initials="小" lastIdx="16" clrIdx="931"/>
  <p:cmAuthor id="970" name="Ming Zuo" initials="M" lastIdx="1" clrIdx="0"/>
  <p:cmAuthor id="974" name="dreamsummit" initials="d" lastIdx="1" clrIdx="0"/>
  <p:cmAuthor id="975" name="张 博" initials="张" lastIdx="1" clrIdx="0"/>
  <p:cmAuthor id="976" name="LS" initials="L" lastIdx="1" clrIdx="0"/>
  <p:cmAuthor id="977" name="McGlasson, Louise" initials="M" lastIdx="6" clrIdx="0"/>
  <p:cmAuthor id="978" name="Morgan, Aaron" initials="M" lastIdx="3" clrIdx="1"/>
  <p:cmAuthor id="979" name="weige" initials="w" lastIdx="2" clrIdx="0"/>
  <p:cmAuthor id="2000" name="shye_EbMrZnMJ" initials="authorId_858303361" lastIdx="0" clrIdx="0"/>
  <p:cmAuthor id="981" name="李 俊琦" initials="李" lastIdx="1" clrIdx="0"/>
  <p:cmAuthor id="2001" name="王伟栋_ymIjy2uI" initials="authorId_1008746-10055544" lastIdx="0" clrIdx="0"/>
  <p:cmAuthor id="982" name="沈 鹤" initials="沈" lastIdx="1" clrIdx="5"/>
  <p:cmAuthor id="2002" name="金宇峰_BfyebuM3" initials="authorId_1008746-10054633" lastIdx="0" clrIdx="0"/>
  <p:cmAuthor id="983" name="jilin" initials="j" lastIdx="20" clrIdx="0"/>
  <p:cmAuthor id="2003" name="xuting@sn.cmcc" initials="A" lastIdx="1" clrIdx="40"/>
  <p:cmAuthor id="984" name="王保青-pah" initials="王" lastIdx="0" clrIdx="0"/>
  <p:cmAuthor id="2004" name="范 斌" initials="范" lastIdx="1" clrIdx="36"/>
  <p:cmAuthor id="2005" name="毕邺" initials="党委办公室" lastIdx="2" clrIdx="37"/>
  <p:cmAuthor id="986" name="Jason Li" initials="J" lastIdx="1" clrIdx="2"/>
  <p:cmAuthor id="2006" name="jiaru tiger" initials="jt" lastIdx="2" clrIdx="38"/>
  <p:cmAuthor id="987" name="duxingge" initials="d" lastIdx="2" clrIdx="4"/>
  <p:cmAuthor id="989" name="yingchao xi" initials="y" lastIdx="7" clrIdx="0"/>
  <p:cmAuthor id="990" name="depeng diao" initials="d" lastIdx="0" clrIdx="0"/>
  <p:cmAuthor id="991" name="amyzhang" initials="a" lastIdx="1" clrIdx="0"/>
  <p:cmAuthor id="210492765" name="施普希（菜菜）" initials="施" lastIdx="0" clrIdx="0"/>
  <p:cmAuthor id="992" name="JerryW" initials="J" lastIdx="1" clrIdx="0"/>
  <p:cmAuthor id="210492766" name="曹 朝辉" initials="曹" lastIdx="1" clrIdx="14"/>
  <p:cmAuthor id="993" name="shenyy" initials="s" lastIdx="1" clrIdx="7"/>
  <p:cmAuthor id="210492767" name="李 嘉" initials="李" lastIdx="1" clrIdx="26"/>
  <p:cmAuthor id="994" name="Jason Cheung" initials="J" lastIdx="0" clrIdx="0"/>
  <p:cmAuthor id="210492768" name="gus9@chinaunicom.cn" initials="g" lastIdx="4" clrIdx="27"/>
  <p:cmAuthor id="995" name="刘笑" initials="刘" lastIdx="1" clrIdx="0"/>
  <p:cmAuthor id="316842742" name="月亮是我啃弯的" initials="月" lastIdx="1" clrIdx="868"/>
  <p:cmAuthor id="997" name="Maggie" initials="M" lastIdx="1" clrIdx="0"/>
  <p:cmAuthor id="1006" name="UOS" initials="U" lastIdx="1" clrIdx="10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4EE9E"/>
    <a:srgbClr val="FFFFFF"/>
    <a:srgbClr val="C00000"/>
    <a:srgbClr val="7FCAFF"/>
    <a:srgbClr val="FFBFBF"/>
    <a:srgbClr val="36A2FD"/>
    <a:srgbClr val="DAE3F5"/>
    <a:srgbClr val="1185D1"/>
    <a:srgbClr val="BF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1" autoAdjust="0"/>
    <p:restoredTop sz="95775" autoAdjust="0"/>
  </p:normalViewPr>
  <p:slideViewPr>
    <p:cSldViewPr snapToGrid="0" showGuides="1">
      <p:cViewPr varScale="1">
        <p:scale>
          <a:sx n="59" d="100"/>
          <a:sy n="59" d="100"/>
        </p:scale>
        <p:origin x="1040" y="44"/>
      </p:cViewPr>
      <p:guideLst>
        <p:guide orient="horz" pos="461"/>
        <p:guide pos="3732"/>
      </p:guideLst>
    </p:cSldViewPr>
  </p:slideViewPr>
  <p:outlineViewPr>
    <p:cViewPr>
      <p:scale>
        <a:sx n="33" d="100"/>
        <a:sy n="33" d="100"/>
      </p:scale>
      <p:origin x="0" y="11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574"/>
    </p:cViewPr>
  </p:sorterViewPr>
  <p:notesViewPr>
    <p:cSldViewPr snapToGrid="0">
      <p:cViewPr varScale="1">
        <p:scale>
          <a:sx n="161" d="100"/>
          <a:sy n="161" d="100"/>
        </p:scale>
        <p:origin x="1518" y="114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Relationship Id="rId16" Type="http://schemas.openxmlformats.org/officeDocument/2006/relationships/tags" Target="tags/tag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3C980-73A7-4EC2-8B1B-2501B1D2EE2D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50566-5B21-4FA4-8538-653488BA594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1B899BE-4AAA-4981-B30A-BC95BCFDE7F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3ED9B55-FA85-4F48-95B5-29DAAE83F6DA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microsoft.com/office/2007/relationships/hdphoto" Target="../media/image8.wdp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image11.wdp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microsoft.com/office/2007/relationships/hdphoto" Target="../media/image15.wdp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microsoft.com/office/2007/relationships/hdphoto" Target="../media/image8.wdp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6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7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9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0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6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 userDrawn="1"/>
        </p:nvSpPr>
        <p:spPr>
          <a:xfrm>
            <a:off x="11744326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9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14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1997544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00" b="1">
                <a:solidFill>
                  <a:srgbClr val="0B85C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 err="1"/>
              <a:t>单击此处输入正标题</a:t>
            </a:r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929156" y="40648"/>
            <a:ext cx="3227035" cy="1067978"/>
            <a:chOff x="322377" y="128913"/>
            <a:chExt cx="3227035" cy="10679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 rotWithShape="1">
            <a:blip r:embed="rId3" cstate="print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952362"/>
            <a:ext cx="10515600" cy="8778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267200"/>
            <a:ext cx="10515600" cy="55813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单击此处输入汇报部门 汇报人</a:t>
            </a:r>
            <a:endParaRPr kumimoji="1" lang="zh-CN" altLang="en-US" dirty="0"/>
          </a:p>
        </p:txBody>
      </p:sp>
      <p:sp>
        <p:nvSpPr>
          <p:cNvPr id="22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930589"/>
            <a:ext cx="10515600" cy="39444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单击此处输入汇报日期：</a:t>
            </a:r>
            <a:r>
              <a:rPr kumimoji="1" lang="en-US" altLang="zh-CN" dirty="0"/>
              <a:t>YYYY-MM-DD</a:t>
            </a:r>
            <a:endParaRPr kumimoji="1" lang="zh-CN" altLang="en-US" dirty="0"/>
          </a:p>
        </p:txBody>
      </p:sp>
      <p:sp>
        <p:nvSpPr>
          <p:cNvPr id="23" name="文本框 2"/>
          <p:cNvSpPr txBox="1">
            <a:spLocks noChangeArrowheads="1"/>
          </p:cNvSpPr>
          <p:nvPr userDrawn="1"/>
        </p:nvSpPr>
        <p:spPr bwMode="auto">
          <a:xfrm>
            <a:off x="319295" y="255735"/>
            <a:ext cx="1857396" cy="523220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800" b="0" i="0" kern="1200" dirty="0">
                <a:ln>
                  <a:noFill/>
                </a:ln>
                <a:solidFill>
                  <a:schemeClr val="accent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核心商密</a:t>
            </a:r>
            <a:endParaRPr lang="zh-CN" altLang="en-US" sz="1800" b="0" i="0" dirty="0">
              <a:ln>
                <a:noFill/>
              </a:ln>
              <a:solidFill>
                <a:schemeClr val="accent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7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806239" y="6611780"/>
            <a:ext cx="447675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A8CB47-5F18-3A4B-AD3A-422A03DFB5D1}" type="slidenum">
              <a:rPr kumimoji="1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CC1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</a:fld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8CC1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15939" y="6576618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文档中的全部内容属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中国移动</a:t>
            </a: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C6C7C6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2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68960" y="5873115"/>
            <a:ext cx="1287780" cy="80899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1744324" y="6481877"/>
            <a:ext cx="447675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</a:pPr>
            <a:fld id="{FDA8CB47-5F18-3A4B-AD3A-422A03DFB5D1}" type="slidenum">
              <a:rPr kumimoji="1" lang="zh-CN" altLang="en-US" sz="1100" b="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b="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73222" y="-111251"/>
            <a:ext cx="1852076" cy="1389056"/>
          </a:xfrm>
          <a:prstGeom prst="rect">
            <a:avLst/>
          </a:prstGeom>
        </p:spPr>
      </p:pic>
      <p:sp>
        <p:nvSpPr>
          <p:cNvPr id="5" name="TextBox 3"/>
          <p:cNvSpPr txBox="1"/>
          <p:nvPr userDrawn="1"/>
        </p:nvSpPr>
        <p:spPr>
          <a:xfrm>
            <a:off x="11744327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/>
          <a:lstStyle/>
          <a:p>
            <a:fld id="{A50ECBEB-8597-4EA4-9D29-E1D7025CFAA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8811127" y="128913"/>
            <a:ext cx="3240000" cy="1080000"/>
            <a:chOff x="322377" y="128913"/>
            <a:chExt cx="3227035" cy="1067978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 userDrawn="1"/>
        </p:nvSpPr>
        <p:spPr>
          <a:xfrm>
            <a:off x="10917618" y="65640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6096" y="296516"/>
            <a:ext cx="9703754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568960" y="5873115"/>
            <a:ext cx="1287780" cy="808990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0073221" y="-79719"/>
            <a:ext cx="1852076" cy="1389056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1228388" y="6576616"/>
            <a:ext cx="447675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>
              <a:lnSpc>
                <a:spcPct val="100000"/>
              </a:lnSpc>
              <a:buClrTx/>
              <a:buSzTx/>
              <a:buFontTx/>
            </a:pPr>
            <a:fld id="{FDA8CB47-5F18-3A4B-AD3A-422A03DFB5D1}" type="slidenum">
              <a:rPr kumimoji="1" lang="zh-CN" altLang="en-US" sz="1000" b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000" b="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文档中的全部内容属</a:t>
            </a:r>
            <a:r>
              <a:rPr lang="zh-CN" altLang="en-US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中国移动</a:t>
            </a:r>
            <a:r>
              <a:rPr lang="zh-CN" altLang="zh-CN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 rotWithShape="1">
          <a:blip r:embed="rId2" cstate="print"/>
          <a:srcRect l="1" t="571" r="1" b="90654"/>
          <a:stretch>
            <a:fillRect/>
          </a:stretch>
        </p:blipFill>
        <p:spPr>
          <a:xfrm>
            <a:off x="-39082" y="-113793"/>
            <a:ext cx="12231082" cy="81135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22" y="6608391"/>
            <a:ext cx="52738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44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44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53251"/>
            <a:ext cx="10972800" cy="56207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43937" y="836620"/>
            <a:ext cx="11904133" cy="5772150"/>
          </a:xfrm>
          <a:prstGeom prst="rect">
            <a:avLst/>
          </a:prstGeom>
        </p:spPr>
        <p:txBody>
          <a:bodyPr/>
          <a:lstStyle>
            <a:lvl1pPr>
              <a:defRPr sz="288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6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92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92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背景图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alphaModFix amt="27000"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315940" y="291113"/>
            <a:ext cx="423862" cy="390525"/>
            <a:chOff x="596878" y="345451"/>
            <a:chExt cx="409756" cy="388510"/>
          </a:xfrm>
        </p:grpSpPr>
        <p:sp>
          <p:nvSpPr>
            <p:cNvPr id="4" name="矩形 3"/>
            <p:cNvSpPr/>
            <p:nvPr/>
          </p:nvSpPr>
          <p:spPr>
            <a:xfrm>
              <a:off x="596878" y="345451"/>
              <a:ext cx="339748" cy="33974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78012" y="505339"/>
              <a:ext cx="228622" cy="2286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</p:grpSp>
      <p:cxnSp>
        <p:nvCxnSpPr>
          <p:cNvPr id="6" name="直接连接符 7"/>
          <p:cNvCxnSpPr/>
          <p:nvPr userDrawn="1"/>
        </p:nvCxnSpPr>
        <p:spPr>
          <a:xfrm>
            <a:off x="315940" y="753656"/>
            <a:ext cx="115760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0"/>
            <a:ext cx="12192000" cy="6607788"/>
            <a:chOff x="0" y="0"/>
            <a:chExt cx="9144000" cy="660778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585"/>
            <a:stretch>
              <a:fillRect/>
            </a:stretch>
          </p:blipFill>
          <p:spPr>
            <a:xfrm>
              <a:off x="0" y="0"/>
              <a:ext cx="6688672" cy="6564808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52" r="2147"/>
            <a:stretch>
              <a:fillRect/>
            </a:stretch>
          </p:blipFill>
          <p:spPr>
            <a:xfrm>
              <a:off x="2086881" y="0"/>
              <a:ext cx="7057119" cy="6607788"/>
            </a:xfrm>
            <a:prstGeom prst="rect">
              <a:avLst/>
            </a:prstGeom>
          </p:spPr>
        </p:pic>
      </p:grp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58839" y="1319842"/>
            <a:ext cx="8074325" cy="45570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57265" y="65305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989A68CE-9FA7-456D-BE34-4C018B9CB8B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716" y="-357084"/>
            <a:ext cx="2469435" cy="13890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05" y="5872815"/>
            <a:ext cx="1437696" cy="808704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-5053" y="630673"/>
            <a:ext cx="12204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矩形 6"/>
          <p:cNvSpPr>
            <a:spLocks noChangeArrowheads="1"/>
          </p:cNvSpPr>
          <p:nvPr/>
        </p:nvSpPr>
        <p:spPr bwMode="auto">
          <a:xfrm>
            <a:off x="0" y="-26988"/>
            <a:ext cx="12192000" cy="720726"/>
          </a:xfrm>
          <a:prstGeom prst="rect">
            <a:avLst/>
          </a:prstGeom>
          <a:solidFill>
            <a:schemeClr val="bg1">
              <a:alpha val="90195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6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3" name="TextBox 7"/>
          <p:cNvSpPr txBox="1">
            <a:spLocks noChangeArrowheads="1"/>
          </p:cNvSpPr>
          <p:nvPr/>
        </p:nvSpPr>
        <p:spPr bwMode="auto">
          <a:xfrm>
            <a:off x="11376025" y="6608763"/>
            <a:ext cx="81597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0E10F842-0956-4739-BC80-F67E5D2C3D5A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4" name="TextBox 8"/>
          <p:cNvSpPr txBox="1">
            <a:spLocks noChangeArrowheads="1"/>
          </p:cNvSpPr>
          <p:nvPr/>
        </p:nvSpPr>
        <p:spPr bwMode="auto">
          <a:xfrm>
            <a:off x="11664950" y="6608763"/>
            <a:ext cx="5270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26D0C329-FF67-4329-9AF9-B747613C83C3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5" name="TextBox 7"/>
          <p:cNvSpPr txBox="1">
            <a:spLocks noChangeArrowheads="1"/>
          </p:cNvSpPr>
          <p:nvPr/>
        </p:nvSpPr>
        <p:spPr bwMode="auto">
          <a:xfrm>
            <a:off x="11376025" y="6608763"/>
            <a:ext cx="81597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75C0894F-4437-4144-9F9E-5C7526465D66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6" name="TextBox 8"/>
          <p:cNvSpPr txBox="1">
            <a:spLocks noChangeArrowheads="1"/>
          </p:cNvSpPr>
          <p:nvPr/>
        </p:nvSpPr>
        <p:spPr bwMode="auto">
          <a:xfrm>
            <a:off x="11664950" y="6608763"/>
            <a:ext cx="5270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EDD762C9-2B64-4FEA-9438-FD2135A496F7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17"/>
          <p:cNvGrpSpPr/>
          <p:nvPr userDrawn="1"/>
        </p:nvGrpSpPr>
        <p:grpSpPr bwMode="auto">
          <a:xfrm>
            <a:off x="153988" y="155575"/>
            <a:ext cx="214312" cy="355600"/>
            <a:chOff x="135264" y="145660"/>
            <a:chExt cx="214104" cy="356616"/>
          </a:xfrm>
        </p:grpSpPr>
        <p:sp>
          <p:nvSpPr>
            <p:cNvPr id="1048587" name="矩形 18"/>
            <p:cNvSpPr>
              <a:spLocks noChangeArrowheads="1"/>
            </p:cNvSpPr>
            <p:nvPr/>
          </p:nvSpPr>
          <p:spPr bwMode="auto">
            <a:xfrm>
              <a:off x="135264" y="145660"/>
              <a:ext cx="144322" cy="356616"/>
            </a:xfrm>
            <a:prstGeom prst="rect">
              <a:avLst/>
            </a:prstGeom>
            <a:solidFill>
              <a:srgbClr val="0086D4"/>
            </a:solidFill>
            <a:ln>
              <a:noFill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588" name="矩形 9"/>
            <p:cNvSpPr/>
            <p:nvPr/>
          </p:nvSpPr>
          <p:spPr>
            <a:xfrm>
              <a:off x="278000" y="145660"/>
              <a:ext cx="71368" cy="356616"/>
            </a:xfrm>
            <a:prstGeom prst="rect">
              <a:avLst/>
            </a:prstGeom>
            <a:solidFill>
              <a:schemeClr val="accent4"/>
            </a:solidFill>
          </p:spPr>
          <p:txBody>
            <a:bodyPr anchor="ctr">
              <a:spAutoFit/>
            </a:bodyPr>
            <a:lstStyle/>
            <a:p>
              <a:pPr algn="ctr"/>
              <a:endPara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97155" name="图片 1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523855" y="231775"/>
            <a:ext cx="1082040" cy="33845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9" name="标题 1"/>
          <p:cNvSpPr>
            <a:spLocks noGrp="1"/>
          </p:cNvSpPr>
          <p:nvPr>
            <p:ph type="title"/>
          </p:nvPr>
        </p:nvSpPr>
        <p:spPr>
          <a:xfrm>
            <a:off x="484632" y="145660"/>
            <a:ext cx="8997696" cy="4247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 lang="zh-CN" altLang="en-US" sz="2400" b="1" kern="1200" noProof="1">
                <a:solidFill>
                  <a:srgbClr val="008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48590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A4247E-E51F-4273-8422-59BDDF452AB2}" type="datetimeFigureOut">
              <a:rPr lang="zh-CN" altLang="en-US"/>
            </a:fld>
            <a:endParaRPr lang="zh-CN" altLang="en-US"/>
          </a:p>
        </p:txBody>
      </p:sp>
      <p:sp>
        <p:nvSpPr>
          <p:cNvPr id="1048591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9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dirty="0"/>
            </a:lvl1pPr>
          </a:lstStyle>
          <a:p>
            <a:fld id="{2489DD49-A598-40D5-99F4-79C073B909A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1997544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00" b="1">
                <a:solidFill>
                  <a:srgbClr val="0B85C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 err="1"/>
              <a:t>单击此处输入正标题</a:t>
            </a:r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929156" y="40648"/>
            <a:ext cx="3227035" cy="1067978"/>
            <a:chOff x="322377" y="128913"/>
            <a:chExt cx="3227035" cy="10679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 rotWithShape="1">
            <a:blip r:embed="rId4" cstate="print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952361"/>
            <a:ext cx="10515600" cy="877887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267200"/>
            <a:ext cx="10515600" cy="55813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单击此处输入汇报部门 汇报人</a:t>
            </a:r>
            <a:endParaRPr kumimoji="1" lang="zh-CN" altLang="en-US" dirty="0"/>
          </a:p>
        </p:txBody>
      </p:sp>
      <p:sp>
        <p:nvSpPr>
          <p:cNvPr id="22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930588"/>
            <a:ext cx="10515600" cy="39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单击此处输入汇报日期：</a:t>
            </a:r>
            <a:r>
              <a:rPr kumimoji="1" lang="en-US" altLang="zh-CN" dirty="0"/>
              <a:t>YYYY-MM-DD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73222" y="-111251"/>
            <a:ext cx="1852076" cy="1389056"/>
          </a:xfrm>
          <a:prstGeom prst="rect">
            <a:avLst/>
          </a:prstGeom>
        </p:spPr>
      </p:pic>
      <p:sp>
        <p:nvSpPr>
          <p:cNvPr id="5" name="TextBox 3"/>
          <p:cNvSpPr txBox="1"/>
          <p:nvPr userDrawn="1"/>
        </p:nvSpPr>
        <p:spPr>
          <a:xfrm>
            <a:off x="11744326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面_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8736013"/>
            <a:ext cx="673100" cy="312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/>
          <p:cNvCxnSpPr/>
          <p:nvPr userDrawn="1"/>
        </p:nvCxnSpPr>
        <p:spPr>
          <a:xfrm>
            <a:off x="479425" y="5135563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LogoBlue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 tIns="2232000" bIns="45720" rtlCol="0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3408000"/>
            <a:ext cx="11520000" cy="960000"/>
          </a:xfrm>
        </p:spPr>
        <p:txBody>
          <a:bodyPr lIns="90000" tIns="0" rIns="0" bIns="0">
            <a:normAutofit/>
          </a:bodyPr>
          <a:lstStyle>
            <a:lvl1pPr>
              <a:defRPr sz="48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4464000"/>
            <a:ext cx="11520000" cy="576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marR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904000"/>
            <a:ext cx="5761568" cy="384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472000"/>
            <a:ext cx="11520000" cy="384000"/>
          </a:xfr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面_单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8736013"/>
            <a:ext cx="673100" cy="312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/>
          <p:cNvCxnSpPr/>
          <p:nvPr userDrawn="1"/>
        </p:nvCxnSpPr>
        <p:spPr>
          <a:xfrm>
            <a:off x="479425" y="5135563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LogoBlue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 tIns="2232000" bIns="45720" rtlCol="0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3984000"/>
            <a:ext cx="11520000" cy="960000"/>
          </a:xfrm>
        </p:spPr>
        <p:txBody>
          <a:bodyPr lIns="90000" tIns="0" rIns="0" bIns="0" rtlCol="0">
            <a:normAutofit/>
          </a:bodyPr>
          <a:lstStyle>
            <a:lvl1pPr>
              <a:defRPr lang="zh-CN" altLang="en-US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j-lt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7274989"/>
            <a:ext cx="11520000" cy="576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marR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rgbClr val="E6E6E6"/>
                </a:solidFill>
                <a:effectLst/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904000"/>
            <a:ext cx="5761568" cy="384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472000"/>
            <a:ext cx="11520000" cy="384000"/>
          </a:xfr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7"/>
          <p:cNvGrpSpPr/>
          <p:nvPr userDrawn="1"/>
        </p:nvGrpSpPr>
        <p:grpSpPr bwMode="auto">
          <a:xfrm>
            <a:off x="0" y="20638"/>
            <a:ext cx="12192000" cy="6858000"/>
            <a:chOff x="0" y="15742"/>
            <a:chExt cx="9144000" cy="5143503"/>
          </a:xfrm>
        </p:grpSpPr>
        <p:pic>
          <p:nvPicPr>
            <p:cNvPr id="5" name="图片 78" descr="图片包含 游戏机&#10;&#10;描述已自动生成" hidden="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8681"/>
            <a:stretch>
              <a:fillRect/>
            </a:stretch>
          </p:blipFill>
          <p:spPr bwMode="auto">
            <a:xfrm>
              <a:off x="0" y="15742"/>
              <a:ext cx="9144000" cy="5127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图片 80" descr="图片包含 游戏机&#10;&#10;描述已自动生成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20543"/>
            <a:stretch>
              <a:fillRect/>
            </a:stretch>
          </p:blipFill>
          <p:spPr bwMode="auto">
            <a:xfrm>
              <a:off x="0" y="15745"/>
              <a:ext cx="914400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sz="2400" noProof="1"/>
          </a:p>
        </p:txBody>
      </p:sp>
      <p:pic>
        <p:nvPicPr>
          <p:cNvPr id="8" name="图片 1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3624263"/>
            <a:ext cx="8158163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525767" y="1488000"/>
            <a:ext cx="10945284" cy="480000"/>
          </a:xfrm>
          <a:prstGeom prst="rect">
            <a:avLst/>
          </a:prstGeom>
        </p:spPr>
        <p:txBody>
          <a:bodyPr lIns="54000" rIns="0"/>
          <a:lstStyle>
            <a:lvl1pPr marL="0" indent="0">
              <a:buNone/>
              <a:defRPr lang="zh-CN" altLang="en-US" b="0" i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Title 2"/>
          <p:cNvSpPr>
            <a:spLocks noGrp="1"/>
          </p:cNvSpPr>
          <p:nvPr>
            <p:ph type="ctrTitle"/>
          </p:nvPr>
        </p:nvSpPr>
        <p:spPr bwMode="auto">
          <a:xfrm>
            <a:off x="527051" y="548680"/>
            <a:ext cx="10944000" cy="864000"/>
          </a:xfrm>
        </p:spPr>
        <p:txBody>
          <a:bodyPr lIns="0" tIns="0" rIns="0" bIns="0" anchor="t">
            <a:noAutofit/>
          </a:bodyPr>
          <a:lstStyle>
            <a:lvl1pPr marL="48260">
              <a:lnSpc>
                <a:spcPct val="100000"/>
              </a:lnSpc>
              <a:defRPr kumimoji="1" lang="en-US" altLang="en-US" sz="5335" b="0" i="0" kern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en-US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479425" y="5349875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334963" y="5684838"/>
            <a:ext cx="11520487" cy="384175"/>
          </a:xfrm>
          <a:prstGeom prst="rect">
            <a:avLst/>
          </a:prstGeom>
        </p:spPr>
        <p:txBody>
          <a:bodyPr lIns="144000" tIns="0" rIns="0" bIns="0">
            <a:normAutofit/>
          </a:bodyPr>
          <a:lstStyle>
            <a:lvl1pPr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17970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35877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56070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71945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11766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16338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20910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25482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ts val="750"/>
              </a:spcBef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亚信科技依托产品、服务、运营、集成能力助力企业数字化，持续创造新价值。</a:t>
            </a:r>
            <a:endParaRPr lang="zh-CN" altLang="en-US" noProof="1">
              <a:effectLst>
                <a:outerShdw blurRad="38100" dist="38100" dir="2700000" algn="tl">
                  <a:srgbClr val="000000"/>
                </a:outerShdw>
              </a:effectLst>
              <a:cs typeface="Arial" panose="020B0604020202020204" pitchFamily="34" charset="0"/>
            </a:endParaRPr>
          </a:p>
        </p:txBody>
      </p:sp>
      <p:pic>
        <p:nvPicPr>
          <p:cNvPr id="5" name="LogoBlue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4272000"/>
            <a:ext cx="11520000" cy="960000"/>
          </a:xfrm>
        </p:spPr>
        <p:txBody>
          <a:bodyPr tIns="0" rIns="0" bIns="0">
            <a:normAutofit fontScale="92500"/>
          </a:bodyPr>
          <a:lstStyle>
            <a:lvl1pPr>
              <a:defRPr lang="en-US" altLang="zh-CN" sz="64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en-US" altLang="zh-CN" noProof="1"/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8行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11"/>
          <p:cNvGrpSpPr/>
          <p:nvPr userDrawn="1"/>
        </p:nvGrpSpPr>
        <p:grpSpPr bwMode="auto">
          <a:xfrm>
            <a:off x="2879725" y="1508125"/>
            <a:ext cx="8640763" cy="4287838"/>
            <a:chOff x="2160000" y="1203598"/>
            <a:chExt cx="6480000" cy="3215804"/>
          </a:xfrm>
        </p:grpSpPr>
        <p:cxnSp>
          <p:nvCxnSpPr>
            <p:cNvPr id="7" name="直接连接符 10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1"/>
            <p:cNvCxnSpPr/>
            <p:nvPr userDrawn="1"/>
          </p:nvCxnSpPr>
          <p:spPr>
            <a:xfrm>
              <a:off x="2160000" y="166316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2"/>
            <p:cNvCxnSpPr/>
            <p:nvPr userDrawn="1"/>
          </p:nvCxnSpPr>
          <p:spPr>
            <a:xfrm>
              <a:off x="2160000" y="212273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3"/>
            <p:cNvCxnSpPr/>
            <p:nvPr userDrawn="1"/>
          </p:nvCxnSpPr>
          <p:spPr>
            <a:xfrm>
              <a:off x="2160000" y="258231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4"/>
            <p:cNvCxnSpPr/>
            <p:nvPr userDrawn="1"/>
          </p:nvCxnSpPr>
          <p:spPr>
            <a:xfrm>
              <a:off x="2160000" y="304069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5"/>
            <p:cNvCxnSpPr/>
            <p:nvPr userDrawn="1"/>
          </p:nvCxnSpPr>
          <p:spPr>
            <a:xfrm>
              <a:off x="2160000" y="350026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6"/>
            <p:cNvCxnSpPr/>
            <p:nvPr userDrawn="1"/>
          </p:nvCxnSpPr>
          <p:spPr>
            <a:xfrm>
              <a:off x="2160000" y="395983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7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E4C64D6-6D4E-284B-A576-B262C8CF29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_8行_无衬线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81FCA39-FDDE-D54E-B620-DFE13285EC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目录_2栏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9"/>
          <p:cNvCxnSpPr/>
          <p:nvPr/>
        </p:nvCxnSpPr>
        <p:spPr>
          <a:xfrm>
            <a:off x="2784475" y="275748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0"/>
          <p:cNvCxnSpPr/>
          <p:nvPr userDrawn="1"/>
        </p:nvCxnSpPr>
        <p:spPr>
          <a:xfrm>
            <a:off x="2784475" y="321310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1"/>
          <p:cNvCxnSpPr/>
          <p:nvPr userDrawn="1"/>
        </p:nvCxnSpPr>
        <p:spPr>
          <a:xfrm>
            <a:off x="2784475" y="366871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12"/>
          <p:cNvCxnSpPr/>
          <p:nvPr userDrawn="1"/>
        </p:nvCxnSpPr>
        <p:spPr>
          <a:xfrm>
            <a:off x="2784475" y="4124325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13"/>
          <p:cNvCxnSpPr/>
          <p:nvPr userDrawn="1"/>
        </p:nvCxnSpPr>
        <p:spPr>
          <a:xfrm>
            <a:off x="2784475" y="457993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14"/>
          <p:cNvCxnSpPr/>
          <p:nvPr userDrawn="1"/>
        </p:nvCxnSpPr>
        <p:spPr>
          <a:xfrm>
            <a:off x="2784475" y="503713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5"/>
          <p:cNvCxnSpPr/>
          <p:nvPr userDrawn="1"/>
        </p:nvCxnSpPr>
        <p:spPr>
          <a:xfrm>
            <a:off x="2784475" y="549275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6"/>
          <p:cNvCxnSpPr/>
          <p:nvPr userDrawn="1"/>
        </p:nvCxnSpPr>
        <p:spPr>
          <a:xfrm>
            <a:off x="2784475" y="594836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56"/>
          <p:cNvCxnSpPr/>
          <p:nvPr userDrawn="1"/>
        </p:nvCxnSpPr>
        <p:spPr>
          <a:xfrm>
            <a:off x="2784475" y="93345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57"/>
          <p:cNvCxnSpPr/>
          <p:nvPr userDrawn="1"/>
        </p:nvCxnSpPr>
        <p:spPr>
          <a:xfrm>
            <a:off x="2784475" y="138906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58"/>
          <p:cNvCxnSpPr/>
          <p:nvPr userDrawn="1"/>
        </p:nvCxnSpPr>
        <p:spPr>
          <a:xfrm>
            <a:off x="2784475" y="1844675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59"/>
          <p:cNvCxnSpPr/>
          <p:nvPr userDrawn="1"/>
        </p:nvCxnSpPr>
        <p:spPr>
          <a:xfrm>
            <a:off x="2784475" y="230028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56"/>
          <p:cNvCxnSpPr/>
          <p:nvPr/>
        </p:nvCxnSpPr>
        <p:spPr>
          <a:xfrm>
            <a:off x="7392988" y="275748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57"/>
          <p:cNvCxnSpPr/>
          <p:nvPr userDrawn="1"/>
        </p:nvCxnSpPr>
        <p:spPr>
          <a:xfrm>
            <a:off x="7392988" y="321310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58"/>
          <p:cNvCxnSpPr/>
          <p:nvPr userDrawn="1"/>
        </p:nvCxnSpPr>
        <p:spPr>
          <a:xfrm>
            <a:off x="7392988" y="366871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59"/>
          <p:cNvCxnSpPr/>
          <p:nvPr userDrawn="1"/>
        </p:nvCxnSpPr>
        <p:spPr>
          <a:xfrm>
            <a:off x="7392988" y="4124325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60"/>
          <p:cNvCxnSpPr/>
          <p:nvPr userDrawn="1"/>
        </p:nvCxnSpPr>
        <p:spPr>
          <a:xfrm>
            <a:off x="7392988" y="457993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61"/>
          <p:cNvCxnSpPr/>
          <p:nvPr userDrawn="1"/>
        </p:nvCxnSpPr>
        <p:spPr>
          <a:xfrm>
            <a:off x="7392988" y="503713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62"/>
          <p:cNvCxnSpPr/>
          <p:nvPr userDrawn="1"/>
        </p:nvCxnSpPr>
        <p:spPr>
          <a:xfrm>
            <a:off x="7392988" y="549275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63"/>
          <p:cNvCxnSpPr/>
          <p:nvPr userDrawn="1"/>
        </p:nvCxnSpPr>
        <p:spPr>
          <a:xfrm>
            <a:off x="7392988" y="594836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56"/>
          <p:cNvCxnSpPr/>
          <p:nvPr userDrawn="1"/>
        </p:nvCxnSpPr>
        <p:spPr>
          <a:xfrm>
            <a:off x="7392988" y="93345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57"/>
          <p:cNvCxnSpPr/>
          <p:nvPr userDrawn="1"/>
        </p:nvCxnSpPr>
        <p:spPr>
          <a:xfrm>
            <a:off x="7392988" y="138906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58"/>
          <p:cNvCxnSpPr/>
          <p:nvPr userDrawn="1"/>
        </p:nvCxnSpPr>
        <p:spPr>
          <a:xfrm>
            <a:off x="7392988" y="1844675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59"/>
          <p:cNvCxnSpPr/>
          <p:nvPr userDrawn="1"/>
        </p:nvCxnSpPr>
        <p:spPr>
          <a:xfrm>
            <a:off x="7392988" y="230028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1618" y="548143"/>
            <a:ext cx="9387044" cy="5472000"/>
          </a:xfrm>
        </p:spPr>
        <p:txBody>
          <a:bodyPr numCol="2" spcCol="252000"/>
          <a:lstStyle>
            <a:lvl1pPr marL="0" indent="-240030">
              <a:lnSpc>
                <a:spcPts val="2265"/>
              </a:lnSpc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lnSpc>
                <a:spcPts val="2265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ts val="2265"/>
              </a:lnSpc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30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A6485101-0809-B746-A704-01D692EC911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_2栏_无衬线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1AB047-3D2C-9148-87E7-D001B35BD60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8行_浅色（Light）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solidFill>
                  <a:schemeClr val="tx2"/>
                </a:solidFill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solidFill>
                <a:schemeClr val="tx2"/>
              </a:solidFill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11"/>
          <p:cNvGrpSpPr/>
          <p:nvPr userDrawn="1"/>
        </p:nvGrpSpPr>
        <p:grpSpPr bwMode="auto">
          <a:xfrm>
            <a:off x="2879725" y="1508125"/>
            <a:ext cx="8640763" cy="4287838"/>
            <a:chOff x="2160000" y="1203598"/>
            <a:chExt cx="6480000" cy="3215804"/>
          </a:xfrm>
        </p:grpSpPr>
        <p:cxnSp>
          <p:nvCxnSpPr>
            <p:cNvPr id="6" name="直接连接符 10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11"/>
            <p:cNvCxnSpPr/>
            <p:nvPr userDrawn="1"/>
          </p:nvCxnSpPr>
          <p:spPr>
            <a:xfrm>
              <a:off x="2160000" y="166316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2"/>
            <p:cNvCxnSpPr/>
            <p:nvPr userDrawn="1"/>
          </p:nvCxnSpPr>
          <p:spPr>
            <a:xfrm>
              <a:off x="2160000" y="212273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3"/>
            <p:cNvCxnSpPr/>
            <p:nvPr userDrawn="1"/>
          </p:nvCxnSpPr>
          <p:spPr>
            <a:xfrm>
              <a:off x="2160000" y="258231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4"/>
            <p:cNvCxnSpPr/>
            <p:nvPr userDrawn="1"/>
          </p:nvCxnSpPr>
          <p:spPr>
            <a:xfrm>
              <a:off x="2160000" y="304069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5"/>
            <p:cNvCxnSpPr/>
            <p:nvPr userDrawn="1"/>
          </p:nvCxnSpPr>
          <p:spPr>
            <a:xfrm>
              <a:off x="2160000" y="350026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6"/>
            <p:cNvCxnSpPr/>
            <p:nvPr userDrawn="1"/>
          </p:nvCxnSpPr>
          <p:spPr>
            <a:xfrm>
              <a:off x="2160000" y="395983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7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5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8EA80C-5606-1940-85BC-5220D2FBB1EA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.目录_无衬线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276E3F8-DE6A-1245-BCF7-31FA26433331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_目录_2栏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55"/>
          <p:cNvGrpSpPr/>
          <p:nvPr userDrawn="1"/>
        </p:nvGrpSpPr>
        <p:grpSpPr bwMode="auto">
          <a:xfrm>
            <a:off x="2879725" y="1316038"/>
            <a:ext cx="4224338" cy="4900612"/>
            <a:chOff x="2160000" y="1203598"/>
            <a:chExt cx="6480000" cy="3675206"/>
          </a:xfrm>
        </p:grpSpPr>
        <p:cxnSp>
          <p:nvCxnSpPr>
            <p:cNvPr id="4" name="直接连接符 8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9"/>
            <p:cNvCxnSpPr/>
            <p:nvPr userDrawn="1"/>
          </p:nvCxnSpPr>
          <p:spPr>
            <a:xfrm>
              <a:off x="2160000" y="166314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10"/>
            <p:cNvCxnSpPr/>
            <p:nvPr userDrawn="1"/>
          </p:nvCxnSpPr>
          <p:spPr>
            <a:xfrm>
              <a:off x="2160000" y="2122697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11"/>
            <p:cNvCxnSpPr/>
            <p:nvPr userDrawn="1"/>
          </p:nvCxnSpPr>
          <p:spPr>
            <a:xfrm>
              <a:off x="2160000" y="2582247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2"/>
            <p:cNvCxnSpPr/>
            <p:nvPr userDrawn="1"/>
          </p:nvCxnSpPr>
          <p:spPr>
            <a:xfrm>
              <a:off x="2160000" y="3040606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3"/>
            <p:cNvCxnSpPr/>
            <p:nvPr userDrawn="1"/>
          </p:nvCxnSpPr>
          <p:spPr>
            <a:xfrm>
              <a:off x="2160000" y="3500155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4"/>
            <p:cNvCxnSpPr/>
            <p:nvPr userDrawn="1"/>
          </p:nvCxnSpPr>
          <p:spPr>
            <a:xfrm>
              <a:off x="2160000" y="3959705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5"/>
            <p:cNvCxnSpPr/>
            <p:nvPr userDrawn="1"/>
          </p:nvCxnSpPr>
          <p:spPr>
            <a:xfrm>
              <a:off x="2160000" y="441925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6"/>
            <p:cNvCxnSpPr/>
            <p:nvPr userDrawn="1"/>
          </p:nvCxnSpPr>
          <p:spPr>
            <a:xfrm>
              <a:off x="2160000" y="487880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"/>
          <p:cNvGrpSpPr/>
          <p:nvPr userDrawn="1"/>
        </p:nvGrpSpPr>
        <p:grpSpPr bwMode="auto">
          <a:xfrm>
            <a:off x="7535863" y="1316038"/>
            <a:ext cx="4224337" cy="4900612"/>
            <a:chOff x="5652295" y="987574"/>
            <a:chExt cx="3168000" cy="3675206"/>
          </a:xfrm>
        </p:grpSpPr>
        <p:cxnSp>
          <p:nvCxnSpPr>
            <p:cNvPr id="14" name="直接连接符 18"/>
            <p:cNvCxnSpPr/>
            <p:nvPr userDrawn="1"/>
          </p:nvCxnSpPr>
          <p:spPr>
            <a:xfrm>
              <a:off x="5652295" y="466278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9"/>
            <p:cNvCxnSpPr/>
            <p:nvPr/>
          </p:nvCxnSpPr>
          <p:spPr>
            <a:xfrm>
              <a:off x="5652295" y="987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20"/>
            <p:cNvCxnSpPr/>
            <p:nvPr userDrawn="1"/>
          </p:nvCxnSpPr>
          <p:spPr>
            <a:xfrm>
              <a:off x="5652295" y="144712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21"/>
            <p:cNvCxnSpPr/>
            <p:nvPr userDrawn="1"/>
          </p:nvCxnSpPr>
          <p:spPr>
            <a:xfrm>
              <a:off x="5652295" y="1906673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22"/>
            <p:cNvCxnSpPr/>
            <p:nvPr userDrawn="1"/>
          </p:nvCxnSpPr>
          <p:spPr>
            <a:xfrm>
              <a:off x="5652295" y="2366223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23"/>
            <p:cNvCxnSpPr/>
            <p:nvPr userDrawn="1"/>
          </p:nvCxnSpPr>
          <p:spPr>
            <a:xfrm>
              <a:off x="5652295" y="2824582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24"/>
            <p:cNvCxnSpPr/>
            <p:nvPr userDrawn="1"/>
          </p:nvCxnSpPr>
          <p:spPr>
            <a:xfrm>
              <a:off x="5652295" y="3284131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5"/>
            <p:cNvCxnSpPr/>
            <p:nvPr userDrawn="1"/>
          </p:nvCxnSpPr>
          <p:spPr>
            <a:xfrm>
              <a:off x="5652295" y="3743681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6"/>
            <p:cNvCxnSpPr/>
            <p:nvPr userDrawn="1"/>
          </p:nvCxnSpPr>
          <p:spPr>
            <a:xfrm>
              <a:off x="5652295" y="420323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2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2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F060D0-E176-0348-96D6-901224CAC007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.目录_2栏_无衬线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319B27-C7C9-784C-9EF8-09FEFD7EEFAD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1_空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FE0E9FC-09BD-EC44-BB56-69E4DEFF4DE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2_空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6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DE7654-8307-564D-BE88-DEA39FA9EE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3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5F80B95-1E99-6947-86FF-515C684B2F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4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653784"/>
            <a:ext cx="11137897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71D94FF7-73B5-BF4B-9430-8F3AE34458F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5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3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6191631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A004B77-5A44-464B-AF1B-8AC5BD5670A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6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3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3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6191631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B27AA4-516A-D943-99A8-7B8A64D1E6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7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70B933-3146-6641-A60F-CB3F77F7B3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8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F6A879-E0EE-9C43-9D2C-325ECDE8B10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9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B3C6A56-27CA-9A49-A14C-C024B86FEC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0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386955-3504-C44F-B816-A2398CF45AF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1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42FC1E9-94CE-F849-8F91-D7CA254BED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2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4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E6EA104-FB70-BE41-8E0A-1805518952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1_空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DC934AE-C709-CE4F-9736-0842E521EE79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2_空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6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0F1C4FD-BAA5-ED4C-BE84-D7DB622E3845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3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F6CC10B-B673-FF47-B264-8ECB667B67FB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4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653784"/>
            <a:ext cx="11137897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2A881CB-3D67-254E-8533-B141EAA3DD47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5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3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6191631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EAF92A-87B2-E841-A82D-7C6CE4E36676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6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3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3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6191631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99057AB-6D25-964A-BD02-3D8C97F3A26F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7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750230B-9782-5C48-981A-61E4BAAB8A90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8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88B0DF5-48FC-E241-A0CA-2ABCE11845E3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9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4F77213-11F4-3349-B25B-223C545622B4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0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E8884B0-3961-F444-98CC-1B77FCF2B2E0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1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F677C9C-D59B-7343-92D8-8A707946F7EB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2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4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2BFA00B-0083-3D4E-9B40-7E4A63BE8484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.上下排版_空_001">
    <p:bg bwMode="auto">
      <p:bgPr>
        <a:solidFill>
          <a:srgbClr val="5E5A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239713" y="5349875"/>
            <a:ext cx="11712575" cy="10334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600" noProof="1"/>
              <a:t>此页为该 </a:t>
            </a:r>
            <a:r>
              <a:rPr lang="en-GB" altLang="zh-CN" sz="2600" noProof="1"/>
              <a:t>PowerPoint </a:t>
            </a:r>
            <a:r>
              <a:rPr lang="zh-CN" altLang="en-US" sz="2600" noProof="1"/>
              <a:t>模板原始母板分界标识</a:t>
            </a:r>
            <a:endParaRPr lang="zh-CN" altLang="zh-CN" sz="2600" noProof="1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600" noProof="1"/>
              <a:t>如果您在母版视图此页后发现其他母版，均为非本规范内版式。</a:t>
            </a:r>
            <a:endParaRPr lang="zh-CN" altLang="en-US" sz="1600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94B70-82D2-3144-A623-60E79F67F8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01">
    <p:bg bwMode="auto">
      <p:bgPr>
        <a:gradFill rotWithShape="0">
          <a:gsLst>
            <a:gs pos="0">
              <a:srgbClr val="3E4B59"/>
            </a:gs>
            <a:gs pos="100000">
              <a:srgbClr val="24303D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5"/>
          <p:cNvCxnSpPr/>
          <p:nvPr userDrawn="1"/>
        </p:nvCxnSpPr>
        <p:spPr>
          <a:xfrm>
            <a:off x="669925" y="1147763"/>
            <a:ext cx="4746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110" y="260648"/>
            <a:ext cx="11135783" cy="96066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735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10985500" y="6361113"/>
            <a:ext cx="815975" cy="365125"/>
          </a:xfrm>
        </p:spPr>
        <p:txBody>
          <a:bodyPr/>
          <a:lstStyle>
            <a:lvl1pPr>
              <a:defRPr sz="1300" noProof="1" smtClean="0">
                <a:solidFill>
                  <a:srgbClr val="89C6E5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7553F1-85C4-C443-9CD5-F6DA2DD368A7}" type="slidenum">
              <a:rPr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01">
    <p:bg bwMode="auto">
      <p:bgPr>
        <a:gradFill rotWithShape="0">
          <a:gsLst>
            <a:gs pos="0">
              <a:srgbClr val="3E4B59"/>
            </a:gs>
            <a:gs pos="100000">
              <a:srgbClr val="24303D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669925" y="1147763"/>
            <a:ext cx="4746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109" y="164638"/>
            <a:ext cx="11135783" cy="96066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527051" y="1411817"/>
            <a:ext cx="11135783" cy="4871348"/>
          </a:xfrm>
          <a:prstGeom prst="rect">
            <a:avLst/>
          </a:prstGeom>
        </p:spPr>
        <p:txBody>
          <a:bodyPr/>
          <a:lstStyle>
            <a:lvl1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15"/>
          </p:nvPr>
        </p:nvSpPr>
        <p:spPr>
          <a:xfrm>
            <a:off x="10985500" y="6361113"/>
            <a:ext cx="815975" cy="365125"/>
          </a:xfrm>
        </p:spPr>
        <p:txBody>
          <a:bodyPr/>
          <a:lstStyle>
            <a:lvl1pPr>
              <a:defRPr sz="1300" noProof="1" smtClean="0">
                <a:solidFill>
                  <a:srgbClr val="89C6E5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EB9281E-2985-8247-8CA7-D2790CB6E743}" type="slidenum">
              <a:rPr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912860" y="1154489"/>
            <a:ext cx="9990713" cy="778875"/>
          </a:xfrm>
          <a:prstGeom prst="rect">
            <a:avLst/>
          </a:prstGeom>
        </p:spPr>
        <p:txBody>
          <a:bodyPr lIns="91312" tIns="45718" rIns="91312" bIns="45718">
            <a:normAutofit/>
          </a:bodyPr>
          <a:lstStyle>
            <a:lvl1pPr marL="0" marR="0" indent="0" algn="l" defTabSz="1216660" rtl="0" eaLnBrk="1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r>
              <a:rPr lang="en-US" altLang="zh-CN" dirty="0"/>
              <a:t>Slide Title</a:t>
            </a:r>
            <a:endParaRPr lang="en-US" altLang="zh-CN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2860" y="2133157"/>
            <a:ext cx="9990713" cy="4096643"/>
          </a:xfrm>
          <a:prstGeom prst="rect">
            <a:avLst/>
          </a:prstGeom>
        </p:spPr>
        <p:txBody>
          <a:bodyPr lIns="91312" tIns="45718" rIns="91312" bIns="45718">
            <a:normAutofit/>
          </a:bodyPr>
          <a:lstStyle>
            <a:lvl1pPr marL="0" marR="0" indent="0" algn="l" defTabSz="1216660" rtl="0" eaLnBrk="1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608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6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3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1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59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69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Headline in Arial Regular 24 - 32 point</a:t>
            </a:r>
            <a:endParaRPr lang="en-US" altLang="zh-CN" dirty="0"/>
          </a:p>
        </p:txBody>
      </p:sp>
    </p:spTree>
  </p:cSld>
  <p:clrMapOvr>
    <a:masterClrMapping/>
  </p:clrMapOvr>
  <p:hf hdr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image" Target="../media/image1.png"/><Relationship Id="rId1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57.xml"/><Relationship Id="rId40" Type="http://schemas.openxmlformats.org/officeDocument/2006/relationships/slideLayout" Target="../slideLayouts/slideLayout58.xml"/><Relationship Id="rId41" Type="http://schemas.openxmlformats.org/officeDocument/2006/relationships/slideLayout" Target="../slideLayouts/slideLayout59.xml"/><Relationship Id="rId4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5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zh-CN" sz="2400" b="1" kern="1200" dirty="0">
          <a:solidFill>
            <a:srgbClr val="0070C0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gradFill rotWithShape="0">
          <a:gsLst>
            <a:gs pos="0">
              <a:srgbClr val="303B48"/>
            </a:gs>
            <a:gs pos="100000">
              <a:srgbClr val="0B1D3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4963" y="365125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6550" y="6432550"/>
            <a:ext cx="7721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000" noProof="1">
                <a:solidFill>
                  <a:srgbClr val="A6C6E5"/>
                </a:solidFill>
                <a:latin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827213"/>
            <a:ext cx="11512550" cy="434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zh-CN" noProof="1"/>
          </a:p>
          <a:p>
            <a:pPr lvl="4"/>
            <a:r>
              <a:rPr lang="zh-CN" altLang="en-US" noProof="1"/>
              <a:t>第六级</a:t>
            </a:r>
            <a:endParaRPr lang="zh-CN" altLang="zh-CN" noProof="1"/>
          </a:p>
          <a:p>
            <a:pPr lvl="4"/>
            <a:r>
              <a:rPr lang="zh-CN" altLang="en-US" noProof="1"/>
              <a:t>第七级</a:t>
            </a:r>
            <a:endParaRPr lang="zh-CN" altLang="en-US" noProof="1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163" y="6430963"/>
            <a:ext cx="1920875" cy="3667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A6C6E5"/>
                </a:solidFill>
              </a:defRPr>
            </a:lvl1pPr>
          </a:lstStyle>
          <a:p>
            <a:pPr>
              <a:defRPr/>
            </a:pPr>
            <a:fld id="{64410970-2010-5844-949F-931FD21BC3DD}" type="slidenum">
              <a:rPr lang="en-US" altLang="zh-CN"/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  <p:sldLayoutId id="2147483706" r:id="rId38"/>
    <p:sldLayoutId id="2147483707" r:id="rId39"/>
    <p:sldLayoutId id="2147483708" r:id="rId40"/>
    <p:sldLayoutId id="2147483709" r:id="rId41"/>
  </p:sldLayoutIdLst>
  <p:hf hdr="0" dt="0"/>
  <p:txStyles>
    <p:titleStyle>
      <a:lvl1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lang="zh-CN" altLang="en-US" sz="4800" kern="1200" dirty="0">
          <a:solidFill>
            <a:schemeClr val="tx1"/>
          </a:solidFill>
          <a:latin typeface="+mj-ea"/>
          <a:ea typeface="+mj-ea"/>
          <a:cs typeface="+mj-cs"/>
        </a:defRPr>
      </a:lvl1pPr>
      <a:lvl2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60000"/>
        <a:buFont typeface="Wingdings" panose="05000000000000000000" pitchFamily="2" charset="2"/>
        <a:defRPr lang="zh-CN" altLang="en-US" sz="21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1pPr>
      <a:lvl2pPr marL="479425" indent="-22860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2pPr>
      <a:lvl3pPr marL="720725" indent="-22860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sz="16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3pPr>
      <a:lvl4pPr marL="960755" indent="-192405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sz="14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4pPr>
      <a:lvl5pPr marL="1200150" indent="-18288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en-US" altLang="zh-CN" sz="13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5pPr>
      <a:lvl6pPr marL="1391920" indent="-163195" algn="l" defTabSz="913765" rtl="0" eaLnBrk="1" latinLnBrk="0" hangingPunct="1">
        <a:lnSpc>
          <a:spcPct val="170000"/>
        </a:lnSpc>
        <a:spcBef>
          <a:spcPts val="0"/>
        </a:spcBef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631950" indent="-153670" algn="l" defTabSz="913765" rtl="0" eaLnBrk="1" latinLnBrk="0" hangingPunct="1">
        <a:lnSpc>
          <a:spcPct val="90000"/>
        </a:lnSpc>
        <a:spcBef>
          <a:spcPts val="0"/>
        </a:spcBef>
        <a:buSzPct val="100000"/>
        <a:buFont typeface="Arial" panose="020B060402020202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latin typeface="微软雅黑"/>
              </a:rPr>
              <a:t>数智化部赋能经营质效提升成效总结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92000"/>
            <a:ext cx="12192000" cy="468000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846000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569E"/>
                </a:solidFill>
                <a:latin typeface="微软雅黑"/>
              </a:rPr>
              <a:t>以数据洞察、策略匹配、调度执行、跟踪评估四大能力为核心，支撑市场运营、客户运营、产品运营、渠道运营、服务运营等多类业务场景，充实存增一体运营支撑体系，基于大中小三屏能力互动实现闭环运营，实现从经验驱动向数据+模型驱动的运营模式转型，显著提升经营质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1368000"/>
            <a:ext cx="2736000" cy="82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1368000"/>
            <a:ext cx="2736000" cy="108000"/>
          </a:xfrm>
          <a:prstGeom prst="rect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512000"/>
            <a:ext cx="259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70BF"/>
                </a:solidFill>
                <a:latin typeface="微软雅黑"/>
              </a:rPr>
              <a:t>数据洞察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728000"/>
            <a:ext cx="259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</a:rPr>
              <a:t>指标监控 · 趋势分析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908000"/>
            <a:ext cx="259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</a:rPr>
              <a:t>根因诊断 · 异常预警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4000" y="1368000"/>
            <a:ext cx="2736000" cy="82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4000" y="1368000"/>
            <a:ext cx="2736000" cy="10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6000" y="1512000"/>
            <a:ext cx="259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88E5"/>
                </a:solidFill>
                <a:latin typeface="微软雅黑"/>
              </a:rPr>
              <a:t>策略匹配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000" y="1728000"/>
            <a:ext cx="259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</a:rPr>
              <a:t>策略库匹配 · 根因关联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000" y="1908000"/>
            <a:ext cx="259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</a:rPr>
              <a:t>场景适配 · 方案推荐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0000" y="1368000"/>
            <a:ext cx="2736000" cy="82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0000" y="1368000"/>
            <a:ext cx="2736000" cy="108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2000" y="1512000"/>
            <a:ext cx="259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3A047"/>
                </a:solidFill>
                <a:latin typeface="微软雅黑"/>
              </a:rPr>
              <a:t>调度执行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2000" y="1728000"/>
            <a:ext cx="259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</a:rPr>
              <a:t>工单派发 · 流程编排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2000" y="1908000"/>
            <a:ext cx="259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</a:rPr>
              <a:t>多渠道触达 · 进度盯控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6000" y="1368000"/>
            <a:ext cx="2736000" cy="82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6000" y="1368000"/>
            <a:ext cx="2736000" cy="1080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999" y="1512000"/>
            <a:ext cx="259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D8B00"/>
                </a:solidFill>
                <a:latin typeface="微软雅黑"/>
              </a:rPr>
              <a:t>跟踪评估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999" y="1728000"/>
            <a:ext cx="259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</a:rPr>
              <a:t>效果评估 · 闭环反馈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999" y="1908000"/>
            <a:ext cx="259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微软雅黑"/>
              </a:rPr>
              <a:t>转化追踪 · 持续优化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8000" y="2231999"/>
            <a:ext cx="216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70BF"/>
                </a:solidFill>
                <a:latin typeface="微软雅黑"/>
              </a:rP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3999" y="2231999"/>
            <a:ext cx="216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70BF"/>
                </a:solidFill>
                <a:latin typeface="微软雅黑"/>
              </a:rPr>
              <a:t>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0000" y="2231999"/>
            <a:ext cx="216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70BF"/>
                </a:solidFill>
                <a:latin typeface="微软雅黑"/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96000" y="2231999"/>
            <a:ext cx="216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70BF"/>
                </a:solidFill>
                <a:latin typeface="微软雅黑"/>
              </a:rP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2376000"/>
            <a:ext cx="2088000" cy="2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70BF"/>
                </a:solidFill>
                <a:latin typeface="微软雅黑"/>
              </a:rPr>
              <a:t>市场运营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0" y="2376000"/>
            <a:ext cx="2088000" cy="2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70BF"/>
                </a:solidFill>
                <a:latin typeface="微软雅黑"/>
              </a:rPr>
              <a:t>客户运营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40000" y="2376000"/>
            <a:ext cx="2088000" cy="2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70BF"/>
                </a:solidFill>
                <a:latin typeface="微软雅黑"/>
              </a:rPr>
              <a:t>产品运营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72000" y="2376000"/>
            <a:ext cx="2088000" cy="2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70BF"/>
                </a:solidFill>
                <a:latin typeface="微软雅黑"/>
              </a:rPr>
              <a:t>渠道运营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4000" y="2376000"/>
            <a:ext cx="2088000" cy="2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7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70BF"/>
                </a:solidFill>
                <a:latin typeface="微软雅黑"/>
              </a:rPr>
              <a:t>服务运营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00" y="2718000"/>
            <a:ext cx="5580000" cy="3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7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569E"/>
                </a:solidFill>
                <a:latin typeface="微软雅黑"/>
              </a:rPr>
              <a:t>存增一体运营支撑体系 —— 控损 · 稳存 · 增收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48000" y="2718000"/>
            <a:ext cx="5580000" cy="36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88E5"/>
                </a:solidFill>
                <a:latin typeface="微软雅黑"/>
              </a:rPr>
              <a:t>大中小三屏能力互动 —— 闭环运营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00" y="3150000"/>
            <a:ext cx="11616000" cy="288000"/>
          </a:xfrm>
          <a:prstGeom prst="roundRect">
            <a:avLst>
              <a:gd name="adj" fmla="val 5000"/>
            </a:avLst>
          </a:prstGeom>
          <a:solidFill>
            <a:srgbClr val="E8F0F8"/>
          </a:solidFill>
          <a:ln w="9525">
            <a:solidFill>
              <a:srgbClr val="BB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0000" y="3178800"/>
            <a:ext cx="1111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569E"/>
                </a:solidFill>
                <a:latin typeface="微软雅黑"/>
              </a:rPr>
              <a:t>经验驱动  ━━━━━━━━━━━▶  数据 + 模型驱动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" y="3546000"/>
            <a:ext cx="3780000" cy="2861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" y="3546000"/>
            <a:ext cx="108000" cy="2861999"/>
          </a:xfrm>
          <a:prstGeom prst="rect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8000" y="3654000"/>
            <a:ext cx="234000" cy="234000"/>
          </a:xfrm>
          <a:prstGeom prst="ellipse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000" y="3636000"/>
            <a:ext cx="313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BF"/>
                </a:solidFill>
                <a:latin typeface="微软雅黑"/>
              </a:rPr>
              <a:t>三屏联动协同运营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000" y="3798000"/>
            <a:ext cx="313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提升运营闭环效率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8000" y="3960000"/>
            <a:ext cx="3420000" cy="7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03999" y="4050000"/>
            <a:ext cx="64800" cy="64800"/>
          </a:xfrm>
          <a:prstGeom prst="ellipse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000" y="40140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大屏监控决策，全局态势实时感知</a:t>
            </a:r>
          </a:p>
        </p:txBody>
      </p:sp>
      <p:sp>
        <p:nvSpPr>
          <p:cNvPr id="46" name="Oval 45"/>
          <p:cNvSpPr/>
          <p:nvPr/>
        </p:nvSpPr>
        <p:spPr>
          <a:xfrm>
            <a:off x="503999" y="4309200"/>
            <a:ext cx="64800" cy="64800"/>
          </a:xfrm>
          <a:prstGeom prst="ellipse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000" y="42732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中屏调度指挥，工单派发与进度盯控</a:t>
            </a:r>
          </a:p>
        </p:txBody>
      </p:sp>
      <p:sp>
        <p:nvSpPr>
          <p:cNvPr id="48" name="Oval 47"/>
          <p:cNvSpPr/>
          <p:nvPr/>
        </p:nvSpPr>
        <p:spPr>
          <a:xfrm>
            <a:off x="503999" y="4568400"/>
            <a:ext cx="64800" cy="64800"/>
          </a:xfrm>
          <a:prstGeom prst="ellipse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000" y="45324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小屏执行反馈，一线任务接收与回传</a:t>
            </a:r>
          </a:p>
        </p:txBody>
      </p:sp>
      <p:sp>
        <p:nvSpPr>
          <p:cNvPr id="50" name="Oval 49"/>
          <p:cNvSpPr/>
          <p:nvPr/>
        </p:nvSpPr>
        <p:spPr>
          <a:xfrm>
            <a:off x="503999" y="4827600"/>
            <a:ext cx="64800" cy="64800"/>
          </a:xfrm>
          <a:prstGeom prst="ellipse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000" y="47916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三屏数据实时联动，运营全流程可视化闭环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12000" y="3546000"/>
            <a:ext cx="3780000" cy="2861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12000" y="3546000"/>
            <a:ext cx="108000" cy="2861999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392000" y="3654000"/>
            <a:ext cx="234000" cy="2340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80000" y="3636000"/>
            <a:ext cx="313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3A047"/>
                </a:solidFill>
                <a:latin typeface="微软雅黑"/>
              </a:rPr>
              <a:t>存增一体化运营支撑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80000" y="3798000"/>
            <a:ext cx="313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控损稳存增收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92000" y="3960000"/>
            <a:ext cx="3420000" cy="7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28000" y="4050000"/>
            <a:ext cx="64800" cy="648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54000" y="40140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存量客户精准维系，流失风险提前预警</a:t>
            </a:r>
          </a:p>
        </p:txBody>
      </p:sp>
      <p:sp>
        <p:nvSpPr>
          <p:cNvPr id="60" name="Oval 59"/>
          <p:cNvSpPr/>
          <p:nvPr/>
        </p:nvSpPr>
        <p:spPr>
          <a:xfrm>
            <a:off x="4428000" y="4309200"/>
            <a:ext cx="64800" cy="648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54000" y="42732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增量客户高效拓展，商机识别与快速转化</a:t>
            </a:r>
          </a:p>
        </p:txBody>
      </p:sp>
      <p:sp>
        <p:nvSpPr>
          <p:cNvPr id="62" name="Oval 61"/>
          <p:cNvSpPr/>
          <p:nvPr/>
        </p:nvSpPr>
        <p:spPr>
          <a:xfrm>
            <a:off x="4428000" y="4568400"/>
            <a:ext cx="64800" cy="648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4000" y="45324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控损防流失、稳存固基本盘、增收促升档</a:t>
            </a:r>
          </a:p>
        </p:txBody>
      </p:sp>
      <p:sp>
        <p:nvSpPr>
          <p:cNvPr id="64" name="Oval 63"/>
          <p:cNvSpPr/>
          <p:nvPr/>
        </p:nvSpPr>
        <p:spPr>
          <a:xfrm>
            <a:off x="4428000" y="4827600"/>
            <a:ext cx="64800" cy="648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54000" y="47916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存增协同发力，运营资源统一调度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36000" y="3546000"/>
            <a:ext cx="3780000" cy="2861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36000" y="3546000"/>
            <a:ext cx="108000" cy="2861999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316000" y="3654000"/>
            <a:ext cx="234000" cy="234000"/>
          </a:xfrm>
          <a:prstGeom prst="ellipse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04000" y="3636000"/>
            <a:ext cx="313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8B00"/>
                </a:solidFill>
                <a:latin typeface="微软雅黑"/>
              </a:rPr>
              <a:t>察策打评+AI应用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04000" y="3798000"/>
            <a:ext cx="3131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赋能一线提效增收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16000" y="3960000"/>
            <a:ext cx="3420000" cy="7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352000" y="4050000"/>
            <a:ext cx="64800" cy="64800"/>
          </a:xfrm>
          <a:prstGeom prst="ellipse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78000" y="40140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察——数据洞察，指标异动实时监控与根因诊断</a:t>
            </a:r>
          </a:p>
        </p:txBody>
      </p:sp>
      <p:sp>
        <p:nvSpPr>
          <p:cNvPr id="74" name="Oval 73"/>
          <p:cNvSpPr/>
          <p:nvPr/>
        </p:nvSpPr>
        <p:spPr>
          <a:xfrm>
            <a:off x="8352000" y="4309200"/>
            <a:ext cx="64800" cy="64800"/>
          </a:xfrm>
          <a:prstGeom prst="ellipse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78000" y="42732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策——策略匹配，场景驱动的策略与话术推荐</a:t>
            </a:r>
          </a:p>
        </p:txBody>
      </p:sp>
      <p:sp>
        <p:nvSpPr>
          <p:cNvPr id="76" name="Oval 75"/>
          <p:cNvSpPr/>
          <p:nvPr/>
        </p:nvSpPr>
        <p:spPr>
          <a:xfrm>
            <a:off x="8352000" y="4568400"/>
            <a:ext cx="64800" cy="64800"/>
          </a:xfrm>
          <a:prstGeom prst="ellipse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78000" y="45324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打——调度执行，工单派发与多渠道精准触达</a:t>
            </a:r>
          </a:p>
        </p:txBody>
      </p:sp>
      <p:sp>
        <p:nvSpPr>
          <p:cNvPr id="78" name="Oval 77"/>
          <p:cNvSpPr/>
          <p:nvPr/>
        </p:nvSpPr>
        <p:spPr>
          <a:xfrm>
            <a:off x="8352000" y="4827600"/>
            <a:ext cx="64800" cy="64800"/>
          </a:xfrm>
          <a:prstGeom prst="ellipse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78000" y="47916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评——跟踪评估，效果闭环反馈与持续优化</a:t>
            </a:r>
          </a:p>
        </p:txBody>
      </p:sp>
      <p:sp>
        <p:nvSpPr>
          <p:cNvPr id="80" name="Oval 79"/>
          <p:cNvSpPr/>
          <p:nvPr/>
        </p:nvSpPr>
        <p:spPr>
          <a:xfrm>
            <a:off x="8352000" y="5086800"/>
            <a:ext cx="64800" cy="64800"/>
          </a:xfrm>
          <a:prstGeom prst="ellipse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78000" y="5050800"/>
            <a:ext cx="3276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微软雅黑"/>
              </a:rPr>
              <a:t>AI精准推荐与预测，一线运营从人工到智能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ISLIDE.GUIDESSETTING" val="{&quot;Id&quot;:null,&quot;Name&quot;:&quot;适中&quot;,&quot;HeaderHeight&quot;:13.0,&quot;FooterHeight&quot;:6.0,&quot;SideMargin&quot;:4.0,&quot;TopMargin&quot;:0.0,&quot;BottomMargin&quot;:0.0,&quot;IntervalMargin&quot;:1.5,&quot;SettingType&quot;:&quot;System&quot;}"/>
  <p:tag name="COMMONDATA" val="eyJoZGlkIjoiMDljYzUzMWQ4OWI0YzBkYjYzMDRhZTY5ZjZkYmFmYTgifQ=="/>
  <p:tag name="RESOURCE_RECORD_KEY" val="{&quot;10&quot;:[4450793]}"/>
</p:tagLst>
</file>

<file path=ppt/theme/theme1.xml><?xml version="1.0" encoding="utf-8"?>
<a:theme xmlns:a="http://schemas.openxmlformats.org/drawingml/2006/main" name="2_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BF"/>
      </a:accent1>
      <a:accent2>
        <a:srgbClr val="8CC121"/>
      </a:accent2>
      <a:accent3>
        <a:srgbClr val="C6C7C6"/>
      </a:accent3>
      <a:accent4>
        <a:srgbClr val="EEEFEE"/>
      </a:accent4>
      <a:accent5>
        <a:srgbClr val="C00000"/>
      </a:accent5>
      <a:accent6>
        <a:srgbClr val="FFFE01"/>
      </a:accent6>
      <a:hlink>
        <a:srgbClr val="0563C1"/>
      </a:hlink>
      <a:folHlink>
        <a:srgbClr val="954F72"/>
      </a:folHlink>
    </a:clrScheme>
    <a:fontScheme name="fqzmttiu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F0F7FB"/>
        </a:solidFill>
        <a:ln>
          <a:noFill/>
        </a:ln>
      </a:spPr>
      <a:bodyPr vertOverflow="overflow" horzOverflow="overflow" vert="horz" wrap="square" lIns="360000" tIns="0" rIns="360000" bIns="36000" numCol="1" spcCol="0" rtlCol="0" fromWordArt="0" anchor="ctr" anchorCtr="0" compatLnSpc="1">
        <a:noAutofit/>
      </a:bodyPr>
      <a:lstStyle>
        <a:defPPr marL="285750" lvl="1" indent="-285750" algn="l" defTabSz="91440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 typeface="Wingdings" panose="05000000000000000000" pitchFamily="2" charset="2"/>
          <a:buChar char="n"/>
          <a:defRPr kumimoji="1" lang="zh-CN" altLang="en-US" sz="1400" b="1" kern="0" dirty="0">
            <a:ln>
              <a:noFill/>
            </a:ln>
            <a:solidFill>
              <a:srgbClr val="0070BF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BF"/>
      </a:accent1>
      <a:accent2>
        <a:srgbClr val="8CC121"/>
      </a:accent2>
      <a:accent3>
        <a:srgbClr val="C6C7C6"/>
      </a:accent3>
      <a:accent4>
        <a:srgbClr val="EEEFEE"/>
      </a:accent4>
      <a:accent5>
        <a:srgbClr val="C00000"/>
      </a:accent5>
      <a:accent6>
        <a:srgbClr val="FFFE01"/>
      </a:accent6>
      <a:hlink>
        <a:srgbClr val="0563C1"/>
      </a:hlink>
      <a:folHlink>
        <a:srgbClr val="954F72"/>
      </a:folHlink>
    </a:clrScheme>
    <a:fontScheme name="mdkqthcv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defRPr sz="1600" b="1" dirty="0" smtClean="0">
            <a:solidFill>
              <a:schemeClr val="accent1"/>
            </a:solidFill>
            <a:cs typeface="+mn-ea"/>
            <a:sym typeface="+mn-lt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kumimoji="1"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母版格式.V.0309">
  <a:themeElements>
    <a:clrScheme name="AsiaInfo 2020">
      <a:dk1>
        <a:srgbClr val="404040"/>
      </a:dk1>
      <a:lt1>
        <a:srgbClr val="FFFFFF"/>
      </a:lt1>
      <a:dk2>
        <a:srgbClr val="505050"/>
      </a:dk2>
      <a:lt2>
        <a:srgbClr val="D2E2F2"/>
      </a:lt2>
      <a:accent1>
        <a:srgbClr val="0058A7"/>
      </a:accent1>
      <a:accent2>
        <a:srgbClr val="EE770B"/>
      </a:accent2>
      <a:accent3>
        <a:srgbClr val="5AB546"/>
      </a:accent3>
      <a:accent4>
        <a:srgbClr val="B8B5B3"/>
      </a:accent4>
      <a:accent5>
        <a:srgbClr val="3271AD"/>
      </a:accent5>
      <a:accent6>
        <a:srgbClr val="3AA0D3"/>
      </a:accent6>
      <a:hlink>
        <a:srgbClr val="319DFF"/>
      </a:hlink>
      <a:folHlink>
        <a:srgbClr val="8C8784"/>
      </a:folHlink>
    </a:clrScheme>
    <a:fontScheme name="1tl4wyn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flat" cmpd="sng" algn="ctr">
          <a:solidFill>
            <a:srgbClr val="FFC000"/>
          </a:solidFill>
          <a:prstDash val="solid"/>
          <a:miter lim="800000"/>
        </a:ln>
      </a:spPr>
      <a:bodyPr lIns="0" tIns="0" rIns="0" bIns="0" rtlCol="0" anchor="ctr"/>
      <a:lstStyle>
        <a:defPPr algn="ctr" defTabSz="721360">
          <a:defRPr sz="710" kern="0">
            <a:ln>
              <a:solidFill>
                <a:srgbClr val="FFC000"/>
              </a:solidFill>
            </a:ln>
            <a:solidFill>
              <a:srgbClr val="FFFFFF"/>
            </a:solidFill>
            <a:latin typeface="Open Sans" panose="020B0606030504020204" pitchFamily="34" charset="0"/>
            <a:ea typeface="思源黑体 CN Normal" panose="020B0400000000000000" pitchFamily="34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2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3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4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5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6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7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8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9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0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1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2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3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4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5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6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1417</Words>
  <Application>WPS 演示</Application>
  <PresentationFormat>宽屏</PresentationFormat>
  <Paragraphs>128</Paragraphs>
  <Slides>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 Light</vt:lpstr>
      <vt:lpstr>方正黑体简体</vt:lpstr>
      <vt:lpstr>OPPOSans R</vt:lpstr>
      <vt:lpstr>Open Sans</vt:lpstr>
      <vt:lpstr>Segoe Print</vt:lpstr>
      <vt:lpstr>思源黑体 CN Normal</vt:lpstr>
      <vt:lpstr>黑体</vt:lpstr>
      <vt:lpstr>Roboto</vt:lpstr>
      <vt:lpstr>Times New Roman</vt:lpstr>
      <vt:lpstr>Calibri</vt:lpstr>
      <vt:lpstr>华文细黑</vt:lpstr>
      <vt:lpstr>Wingdings</vt:lpstr>
      <vt:lpstr>微软雅黑</vt:lpstr>
      <vt:lpstr>Arial Unicode MS</vt:lpstr>
      <vt:lpstr>2_Office Theme</vt:lpstr>
      <vt:lpstr>5_Office Theme</vt:lpstr>
      <vt:lpstr>母版格式.V.0309</vt:lpstr>
      <vt:lpstr>两级协同调度&amp;省公司专区集成方案</vt:lpstr>
      <vt:lpstr>两级协同调度方案</vt:lpstr>
      <vt:lpstr>PowerPoint 演示文稿</vt:lpstr>
      <vt:lpstr>两级协同调度方案</vt:lpstr>
      <vt:lpstr>省公司专区集成方案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单击此处添加标题</dc:title>
  <dc:creator>Yiwei Chen</dc:creator>
  <cp:lastModifiedBy>Wubi</cp:lastModifiedBy>
  <cp:revision>11858</cp:revision>
  <cp:lastPrinted>2024-12-31T02:34:00Z</cp:lastPrinted>
  <dcterms:created xsi:type="dcterms:W3CDTF">2024-12-31T02:34:00Z</dcterms:created>
  <dcterms:modified xsi:type="dcterms:W3CDTF">2026-05-26T01:06:54Z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C8BD003A0D3F4B978192B3F8F46F4B22</vt:lpwstr>
  </property>
  <property fmtid="{D5CDD505-2E9C-101B-9397-08002B2CF9AE}" pid="4" name="_2015_ms_pID_725343">
    <vt:lpwstr>(2)L74UPaCluyYJY9UKpzrZsHS8IRLl0Amm8fcfm1AF7YpsrfzicAQ+8lLgq0i8PaJWjSm3Mhlo
EIuBZLhVp0mKGOrqVlfurTb+XVHgleDHUcXvVwwb521iWnD3QV0WCSqxBoor7DXIReaH+OYR
Y65FcRpB6U0Iur+nB7QcG5tPH9afyytsL7mP63g3+CE027QwrTPxmpk3B+d4Jbpy9y9yF8MZ
w1XkYIAQY/yKj/d9vD</vt:lpwstr>
  </property>
  <property fmtid="{D5CDD505-2E9C-101B-9397-08002B2CF9AE}" pid="5" name="_2015_ms_pID_7253431">
    <vt:lpwstr>Hb2h92UEYG6nLV9Z5/6QkMJs24k9z5p2m1rwfkWJopDTh+oyV02rwG
9N/nFmizukti2K3BvmcjYKXUvP7d4Weq0f20WPmqSteikL96/1Aroco6naKpjg4948HzLZJj
ena5+lV62DaCYBmAZsREjeq2v9OVLbzIAw3iObvMMRl9WHwD4EA2Z5BkygCrAQ6eSTangbKz
kgh6Us3iC6vatClU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1634611321</vt:lpwstr>
  </property>
</Properties>
</file>