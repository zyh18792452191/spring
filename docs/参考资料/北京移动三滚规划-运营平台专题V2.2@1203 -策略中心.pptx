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81" r:id="rId4"/>
    <p:sldMasterId id="2147483723" r:id="rId5"/>
    <p:sldMasterId id="2147483768" r:id="rId6"/>
    <p:sldMasterId id="2147483792" r:id="rId7"/>
  </p:sldMasterIdLst>
  <p:notesMasterIdLst>
    <p:notesMasterId r:id="rId14"/>
  </p:notesMasterIdLst>
  <p:handoutMasterIdLst>
    <p:handoutMasterId r:id="rId15"/>
  </p:handoutMasterIdLst>
  <p:sldIdLst>
    <p:sldId id="4536" r:id="rId8"/>
    <p:sldId id="4537" r:id="rId9"/>
    <p:sldId id="4538" r:id="rId10"/>
    <p:sldId id="4539" r:id="rId11"/>
    <p:sldId id="4540" r:id="rId12"/>
    <p:sldId id="4541" r:id="rId13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0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n" initials="s" lastIdx="1" clrIdx="0"/>
  <p:cmAuthor id="2069" name="露刚 王" initials="露王" lastIdx="0" clrIdx="2068"/>
  <p:cmAuthor id="1" name="谢杏" initials="XX" lastIdx="4" clrIdx="0"/>
  <p:cmAuthor id="2070" name="B" initials="B" lastIdx="0" clrIdx="2069"/>
  <p:cmAuthor id="2" name="赵飞" initials="c" lastIdx="15" clrIdx="1"/>
  <p:cmAuthor id="2071" name="梁亚栋" initials="authorId_233440905" lastIdx="0" clrIdx="2070"/>
  <p:cmAuthor id="3" name="shawn dong" initials="sd" lastIdx="2" clrIdx="2"/>
  <p:cmAuthor id="2072" name="mu zi" initials="mz" lastIdx="0" clrIdx="2071"/>
  <p:cmAuthor id="4" name="Gu, Yi (ES-CMS-BJ)" initials="GY(" lastIdx="1" clrIdx="3"/>
  <p:cmAuthor id="2073" name="Miranda Bi" initials="M" lastIdx="0" clrIdx="2072"/>
  <p:cmAuthor id="5" name="洪文静" initials="洪" lastIdx="1" clrIdx="1"/>
  <p:cmAuthor id="2074" name="Sylan♈️、" initials="S" lastIdx="0" clrIdx="2073"/>
  <p:cmAuthor id="6" name="guoxx" initials="g" lastIdx="2" clrIdx="8"/>
  <p:cmAuthor id="2075" name="fuyuhan" initials="f" lastIdx="0" clrIdx="2074"/>
  <p:cmAuthor id="7" name="PJ Landwehrle" initials="P" lastIdx="10" clrIdx="3"/>
  <p:cmAuthor id="2076" name="王灏" initials="王灏" lastIdx="0" clrIdx="2075"/>
  <p:cmAuthor id="8" name="Steve Thorne" initials="S" lastIdx="2" clrIdx="4"/>
  <p:cmAuthor id="2077" name="23" initials="2" lastIdx="0" clrIdx="2076"/>
  <p:cmAuthor id="9" name="smkhan" initials="s" lastIdx="6" clrIdx="5"/>
  <p:cmAuthor id="2078" name="Jerry Yu" initials="J" lastIdx="0" clrIdx="2077"/>
  <p:cmAuthor id="10" name="李超（IT）" initials="L" lastIdx="1" clrIdx="9"/>
  <p:cmAuthor id="2079" name="653496265@qq.com" initials="6" lastIdx="0" clrIdx="2078"/>
  <p:cmAuthor id="11" name="朱磊" initials="朱" lastIdx="2" clrIdx="10"/>
  <p:cmAuthor id="2080" name="香水猪" initials="香" lastIdx="0" clrIdx="2079"/>
  <p:cmAuthor id="12" name="dell" initials="d" lastIdx="1" clrIdx="11"/>
  <p:cmAuthor id="2081" name="xiaweiwei" initials="x" lastIdx="0" clrIdx="2080"/>
  <p:cmAuthor id="13" name="杨国" initials="杨" lastIdx="3" clrIdx="0"/>
  <p:cmAuthor id="2082" name="Lilifang (Sophie, BNC)" initials="L(B" lastIdx="0" clrIdx="2081"/>
  <p:cmAuthor id="14" name="李岩（IT）" initials="李" lastIdx="2" clrIdx="13"/>
  <p:cmAuthor id="2083" name="刘昭" initials="x" lastIdx="0" clrIdx="2082"/>
  <p:cmAuthor id="15" name="13686" initials="1" lastIdx="1" clrIdx="14"/>
  <p:cmAuthor id="2084" name="tkuser" initials="t" lastIdx="0" clrIdx="2083"/>
  <p:cmAuthor id="16" name="HiWin10" initials="H" lastIdx="2" clrIdx="15"/>
  <p:cmAuthor id="2085" name="王丹（法律）" initials="王" lastIdx="0" clrIdx="2084"/>
  <p:cmAuthor id="17" name="liuweiwan@hq.cmcc" initials="l" lastIdx="7" clrIdx="16"/>
  <p:cmAuthor id="2086" name="ouyp" initials="o" lastIdx="0" clrIdx="2085"/>
  <p:cmAuthor id="18" name="小 红马" initials="小" lastIdx="1" clrIdx="18"/>
  <p:cmAuthor id="2087" name="sunpp" initials="s" lastIdx="0" clrIdx="2086"/>
  <p:cmAuthor id="19" name="liuwe" initials="l" lastIdx="2" clrIdx="18"/>
  <p:cmAuthor id="2088" name="wujiwen@sn.cmcc" initials="w" lastIdx="0" clrIdx="2087"/>
  <p:cmAuthor id="20" name="作者" initials="A" lastIdx="0" clrIdx="20"/>
  <p:cmAuthor id="2089" name="Hua Guan" initials="H" lastIdx="0" clrIdx="2088"/>
  <p:cmAuthor id="21" name="law yung" initials="ly" lastIdx="2" clrIdx="21"/>
  <p:cmAuthor id="2090" name="吕贺" initials="吕" lastIdx="0" clrIdx="2089"/>
  <p:cmAuthor id="22" name="heyanfeng8293@163.com" initials="" lastIdx="0" clrIdx="22"/>
  <p:cmAuthor id="2091" name="hmz" initials="h" lastIdx="0" clrIdx="2090"/>
  <p:cmAuthor id="23" name="叶 锋" initials="叶" lastIdx="1" clrIdx="23"/>
  <p:cmAuthor id="2092" name="陈召国" initials="c" lastIdx="0" clrIdx="2091"/>
  <p:cmAuthor id="24" name="haomingLiu" initials="h" lastIdx="2" clrIdx="23"/>
  <p:cmAuthor id="2093" name="migu" initials="m" lastIdx="0" clrIdx="2092"/>
  <p:cmAuthor id="25" name="wyz" initials="w" lastIdx="1" clrIdx="24"/>
  <p:cmAuthor id="2094" name="13991283951" initials="1" lastIdx="0" clrIdx="2093"/>
  <p:cmAuthor id="26" name="10270945" initials="1" lastIdx="2" clrIdx="25"/>
  <p:cmAuthor id="2095" name="杨 升格" initials="杨" lastIdx="0" clrIdx="2094"/>
  <p:cmAuthor id="27" name="zrf" initials="zrf" lastIdx="3" clrIdx="26"/>
  <p:cmAuthor id="2096" name="Unknown User80" initials="U" lastIdx="0" clrIdx="2095"/>
  <p:cmAuthor id="28" name="Hou Yingfeng" initials="H" lastIdx="10" clrIdx="23"/>
  <p:cmAuthor id="2097" name="suxia@he.cmcc" initials="suxia@he.cmcc" lastIdx="0" clrIdx="2096"/>
  <p:cmAuthor id="29" name="xx_liuyun" initials="x" lastIdx="1" clrIdx="28"/>
  <p:cmAuthor id="2098" name="许淑雅" initials="xushuya@nx.cmcc" lastIdx="0" clrIdx="2097"/>
  <p:cmAuthor id="30" name="10056791" initials="ZTE" lastIdx="1" clrIdx="29"/>
  <p:cmAuthor id="2099" name="yesg" initials="y" lastIdx="0" clrIdx="2098"/>
  <p:cmAuthor id="31" name="Author" initials="A" lastIdx="0" clrIdx="30"/>
  <p:cmAuthor id="2100" name="进 揭" initials="进" lastIdx="0" clrIdx="2099"/>
  <p:cmAuthor id="32" name="李楠10047711" initials="李楠10047711" lastIdx="2" clrIdx="31"/>
  <p:cmAuthor id="2101" name="10015046" initials="1" lastIdx="0" clrIdx="2100"/>
  <p:cmAuthor id="33" name="10045953" initials="1" lastIdx="1" clrIdx="32"/>
  <p:cmAuthor id="2102" name="zhangliangpeng" initials="z" lastIdx="0" clrIdx="2101"/>
  <p:cmAuthor id="34" name="A6910@365ms.vip" initials="A" lastIdx="1" clrIdx="33"/>
  <p:cmAuthor id="2103" name="张世煊" initials="张" lastIdx="0" clrIdx="2102"/>
  <p:cmAuthor id="35" name="Administrator" initials="A" lastIdx="1" clrIdx="35"/>
  <p:cmAuthor id="2104" name="艾启明" initials="A" lastIdx="0" clrIdx="2103"/>
  <p:cmAuthor id="36" name="Microsoft 帐户" initials="M帐" lastIdx="6" clrIdx="36"/>
  <p:cmAuthor id="2105" name="蒋惠良" initials="a" lastIdx="0" clrIdx="2104"/>
  <p:cmAuthor id="37" name="zhuliang1" initials="z" lastIdx="2" clrIdx="37"/>
  <p:cmAuthor id="2106" name="Wangyan (wangyan, BSS Business Solution)" initials="W(BBS" lastIdx="0" clrIdx="2105"/>
  <p:cmAuthor id="38" name="赵欣" initials="zx" lastIdx="4" clrIdx="37"/>
  <p:cmAuthor id="2107" name="Office 365" initials="O3" lastIdx="0" clrIdx="2106"/>
  <p:cmAuthor id="39" name="山西公司集团客户部张亮" initials="山" lastIdx="4" clrIdx="38"/>
  <p:cmAuthor id="2108" name="jiang" initials="j" lastIdx="0" clrIdx="2107"/>
  <p:cmAuthor id="40" name="李帅" initials="k" lastIdx="1" clrIdx="39"/>
  <p:cmAuthor id="2109" name="huangzhuo" initials="h" lastIdx="0" clrIdx="2108"/>
  <p:cmAuthor id="41" name="10072453" initials="1" lastIdx="1" clrIdx="40"/>
  <p:cmAuthor id="2110" name="jiaxin" initials="jx" lastIdx="0" clrIdx="2109"/>
  <p:cmAuthor id="42" name="卫新新" initials="卫" lastIdx="1" clrIdx="41"/>
  <p:cmAuthor id="2111" name="ISS-ZZX" initials="I" lastIdx="0" clrIdx="2110"/>
  <p:cmAuthor id="43" name="Microsoft Office 用户" initials="MO用 [8] [6]" lastIdx="1" clrIdx="42"/>
  <p:cmAuthor id="2112" name="zhuyx" initials="M" lastIdx="0" clrIdx="2111"/>
  <p:cmAuthor id="44" name="IrisH" initials="I" lastIdx="1" clrIdx="43"/>
  <p:cmAuthor id="2113" name="13999" initials="1" lastIdx="0" clrIdx="2112"/>
  <p:cmAuthor id="45" name="cmri" initials="c" lastIdx="6" clrIdx="0"/>
  <p:cmAuthor id="2114" name="ranxinze" initials="r" lastIdx="0" clrIdx="2113"/>
  <p:cmAuthor id="46" name="User" initials="U" lastIdx="1" clrIdx="45"/>
  <p:cmAuthor id="2115" name="gaols" initials="g" lastIdx="0" clrIdx="2114"/>
  <p:cmAuthor id="47" name="luoli" initials="L" lastIdx="1" clrIdx="46"/>
  <p:cmAuthor id="2116" name="王海静" initials="whj" lastIdx="0" clrIdx="2115"/>
  <p:cmAuthor id="48" name="刘兴" initials="liuxing@h" lastIdx="1" clrIdx="47"/>
  <p:cmAuthor id="2117" name="蒋云霞" initials="蒋" lastIdx="0" clrIdx="2116"/>
  <p:cmAuthor id="49" name="未知用户51" initials="" lastIdx="1" clrIdx="1"/>
  <p:cmAuthor id="2118" name="宁海蓉" initials="海蓉" lastIdx="0" clrIdx="2117"/>
  <p:cmAuthor id="50" name="sizhao@cmsr.cmcc" initials="S" lastIdx="1" clrIdx="49"/>
  <p:cmAuthor id="2119" name="山西公司集团客户部季文海" initials="山" lastIdx="0" clrIdx="2118"/>
  <p:cmAuthor id="51" name="86139" initials="8" lastIdx="1" clrIdx="50"/>
  <p:cmAuthor id="2120" name="ad" initials="a" lastIdx="0" clrIdx="2119"/>
  <p:cmAuthor id="52" name="未知用户17" initials="未" lastIdx="0" clrIdx="1"/>
  <p:cmAuthor id="2121" name="likeyu" initials="kk" lastIdx="0" clrIdx="2120"/>
  <p:cmAuthor id="53" name="未知的使用者118" initials="" lastIdx="1" clrIdx="0"/>
  <p:cmAuthor id="2122" name="zhangzhongmin" initials="z" lastIdx="0" clrIdx="2121"/>
  <p:cmAuthor id="54" name="yuexiaoli@ha.cmcc" initials="yuexiaoli@ha.cmcc" lastIdx="1" clrIdx="53"/>
  <p:cmAuthor id="2123" name="xiehaoming" initials="x" lastIdx="0" clrIdx="2122"/>
  <p:cmAuthor id="55" name="未知的使用者70" initials="" lastIdx="1" clrIdx="0"/>
  <p:cmAuthor id="2124" name="梁田" initials="梁" lastIdx="0" clrIdx="2123"/>
  <p:cmAuthor id="56" name="未知用户15" initials="未" lastIdx="27" clrIdx="1"/>
  <p:cmAuthor id="2125" name="乐" initials="乐" lastIdx="0" clrIdx="2124"/>
  <p:cmAuthor id="57" name="未知用户20" initials="未" lastIdx="1" clrIdx="0"/>
  <p:cmAuthor id="2126" name="lianzi (A)" initials="l(" lastIdx="0" clrIdx="2125"/>
  <p:cmAuthor id="58" name="未知用户21" initials="未" lastIdx="1" clrIdx="0"/>
  <p:cmAuthor id="2127" name="ding ruiwen" initials="d" lastIdx="0" clrIdx="2126"/>
  <p:cmAuthor id="59" name="未知用户13" initials="未" lastIdx="1" clrIdx="0"/>
  <p:cmAuthor id="2128" name="wanghuohuo" initials="w" lastIdx="0" clrIdx="2127"/>
  <p:cmAuthor id="60" name="Liu Dong" initials="L" lastIdx="1" clrIdx="0"/>
  <p:cmAuthor id="2129" name="宋昭姝" initials="宋" lastIdx="0" clrIdx="2128"/>
  <p:cmAuthor id="61" name="Zhao Jing" initials="Z" lastIdx="1" clrIdx="2"/>
  <p:cmAuthor id="2130" name="86157" initials="8" lastIdx="0" clrIdx="2129"/>
  <p:cmAuthor id="62" name="未知用户2" initials="未知用户2" lastIdx="9" clrIdx="0"/>
  <p:cmAuthor id="2131" name="李 剑峰" initials="李" lastIdx="0" clrIdx="2130"/>
  <p:cmAuthor id="63" name="YANQING BAO" initials="Y" lastIdx="3" clrIdx="0"/>
  <p:cmAuthor id="2132" name="li" initials="l" lastIdx="0" clrIdx="2131"/>
  <p:cmAuthor id="64" name="Haiyang Wang" initials="H" lastIdx="4" clrIdx="2"/>
  <p:cmAuthor id="2133" name="俊晔 邱" initials="俊" lastIdx="0" clrIdx="2132"/>
  <p:cmAuthor id="65" name="未知的使用者113" initials="" lastIdx="1" clrIdx="2"/>
  <p:cmAuthor id="2134" name="Chris-Dell-D" initials="C" lastIdx="0" clrIdx="2133"/>
  <p:cmAuthor id="66" name="liucunri" initials="" lastIdx="1" clrIdx="0"/>
  <p:cmAuthor id="2135" name="mario_gk" initials="m" lastIdx="0" clrIdx="2134"/>
  <p:cmAuthor id="67" name="祝惠蓉" initials="祝" lastIdx="3" clrIdx="8"/>
  <p:cmAuthor id="2136" name="Ruan Zhili (Johnny, BNC)" initials="RZ(B" lastIdx="0" clrIdx="2135"/>
  <p:cmAuthor id="68" name="陈俊奕" initials="陈俊奕" lastIdx="1" clrIdx="20"/>
  <p:cmAuthor id="2137" name="USER" initials="U" lastIdx="0" clrIdx="2136"/>
  <p:cmAuthor id="69" name="宋海锐" initials="宋" lastIdx="2" clrIdx="68"/>
  <p:cmAuthor id="2138" name="姓 汤旭铭" initials="姓" lastIdx="0" clrIdx="2137"/>
  <p:cmAuthor id="70" name="zhoulifang" initials="z" lastIdx="1" clrIdx="69"/>
  <p:cmAuthor id="2139" name="Shuang Zheng" initials="S" lastIdx="0" clrIdx="2138"/>
  <p:cmAuthor id="71" name="xiaver xiaver" initials="xx" lastIdx="2" clrIdx="70"/>
  <p:cmAuthor id="2140" name="Danielle Claude" initials="DC" lastIdx="0" clrIdx="2139"/>
  <p:cmAuthor id="72" name="Unknown User50" initials="" lastIdx="1" clrIdx="0"/>
  <p:cmAuthor id="2141" name="li_xiang@bj.cmcc" initials="l" lastIdx="0" clrIdx="2140"/>
  <p:cmAuthor id="73" name="未知的使用者120" initials="" lastIdx="1" clrIdx="0"/>
  <p:cmAuthor id="2142" name="aihui" initials="a" lastIdx="0" clrIdx="2141"/>
  <p:cmAuthor id="74" name="px" initials="" lastIdx="3" clrIdx="1"/>
  <p:cmAuthor id="2143" name="fafa" initials="f" lastIdx="0" clrIdx="2142"/>
  <p:cmAuthor id="75" name="Sky123.Org" initials="" lastIdx="1" clrIdx="0"/>
  <p:cmAuthor id="2144" name="maoheng" initials="mh" lastIdx="0" clrIdx="2143"/>
  <p:cmAuthor id="76" name="丁芙蓉" initials="丁" lastIdx="4" clrIdx="1"/>
  <p:cmAuthor id="2145" name="树明 聂" initials="树明" lastIdx="0" clrIdx="2144"/>
  <p:cmAuthor id="77" name="yj W" initials="yW" lastIdx="1" clrIdx="26"/>
  <p:cmAuthor id="2146" name="184206967" initials="1" lastIdx="0" clrIdx="2145"/>
  <p:cmAuthor id="78" name="徐 超" initials="徐" lastIdx="1" clrIdx="27"/>
  <p:cmAuthor id="2147" name="韩冰" initials="韩" lastIdx="0" clrIdx="2146"/>
  <p:cmAuthor id="79" name="微软用户" initials="" lastIdx="1" clrIdx="0"/>
  <p:cmAuthor id="2148" name="张志云" initials="张" lastIdx="0" clrIdx="2147"/>
  <p:cmAuthor id="80" name="未知的使用者73" initials="" lastIdx="1" clrIdx="0"/>
  <p:cmAuthor id="2149" name="雪松" initials="雪" lastIdx="0" clrIdx="2148"/>
  <p:cmAuthor id="81" name="未知的使用者24" initials="" lastIdx="8" clrIdx="0"/>
  <p:cmAuthor id="2150" name="Wang" initials="wy" lastIdx="0" clrIdx="2149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Calvin G" initials="C" lastIdx="1" clrIdx="0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1" initials="1" lastIdx="1" clrIdx="152"/>
  <p:cmAuthor id="154" name="未知的使用者68" initials="" lastIdx="1" clrIdx="0"/>
  <p:cmAuthor id="155" name="mm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47245819" name="群智集" initials="群" lastIdx="0" clrIdx="0"/>
  <p:cmAuthor id="205" name="未知的使用者48" initials="" lastIdx="1" clrIdx="0"/>
  <p:cmAuthor id="47245820" name="郏 鹏" initials="郏" lastIdx="1" clrIdx="16"/>
  <p:cmAuthor id="206" name="未知的使用者104" initials="" lastIdx="1" clrIdx="0"/>
  <p:cmAuthor id="47245821" name="郏鹏" initials="M" lastIdx="1" clrIdx="17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3" name="未知用户56" initials="" lastIdx="1" clrIdx="0"/>
  <p:cmAuthor id="214" name="未知的使用者14" initials="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le" initials="l" lastIdx="2" clrIdx="321"/>
  <p:cmAuthor id="323" name="xuzhudan" initials="x" lastIdx="1" clrIdx="322"/>
  <p:cmAuthor id="324" name="Aimee-Zhang" initials="A" lastIdx="1" clrIdx="323"/>
  <p:cmAuthor id="329" name="chenpuqiang" initials="c" lastIdx="1" clrIdx="328"/>
  <p:cmAuthor id="330" name="guanxiaoyu" initials="g" lastIdx="1" clrIdx="329"/>
  <p:cmAuthor id="348" name="Nada" initials="N" lastIdx="0" clrIdx="347"/>
  <p:cmAuthor id="349" name="程 瑜檬" initials="程" lastIdx="0" clrIdx="348"/>
  <p:cmAuthor id="350" name="liudehou" initials="l" lastIdx="0" clrIdx="349"/>
  <p:cmAuthor id="351" name="wangwei" initials="vv" lastIdx="0" clrIdx="350"/>
  <p:cmAuthor id="352" name="zhangxin" initials="z" lastIdx="0" clrIdx="351"/>
  <p:cmAuthor id="353" name="wei long" initials="wl" lastIdx="0" clrIdx="352"/>
  <p:cmAuthor id="354" name="夏先生" initials="夏" lastIdx="0" clrIdx="353"/>
  <p:cmAuthor id="355" name="xiaqianqian@hq.cmcc" initials="xiaqianqian@hq.cmcc" lastIdx="0" clrIdx="354"/>
  <p:cmAuthor id="356" name="niuniu" initials="n" lastIdx="0" clrIdx="355"/>
  <p:cmAuthor id="357" name="CMCC" initials="C" lastIdx="0" clrIdx="356"/>
  <p:cmAuthor id="358" name="罗位国/应用平台研发部/软件开发中心/总行机关/ABC" initials="罗" lastIdx="0" clrIdx="357"/>
  <p:cmAuthor id="359" name="周辉" initials="周" lastIdx="0" clrIdx="358"/>
  <p:cmAuthor id="360" name="Xinyue Li" initials="X" lastIdx="0" clrIdx="359"/>
  <p:cmAuthor id="361" name="郭雨婷" initials="郭" lastIdx="0" clrIdx="360"/>
  <p:cmAuthor id="362" name="yanhexin" initials="y" lastIdx="0" clrIdx="361"/>
  <p:cmAuthor id="363" name="Liu Jialin" initials="LJ" lastIdx="0" clrIdx="362"/>
  <p:cmAuthor id="364" name="宋瑞芳" initials="KS" lastIdx="0" clrIdx="363"/>
  <p:cmAuthor id="365" name="张 强" initials="张" lastIdx="0" clrIdx="364"/>
  <p:cmAuthor id="366" name="Lee" initials="L" lastIdx="0" clrIdx="365"/>
  <p:cmAuthor id="367" name="王丽（IT）" initials="王" lastIdx="0" clrIdx="366"/>
  <p:cmAuthor id="368" name="zzy" initials="zzy" lastIdx="0" clrIdx="367"/>
  <p:cmAuthor id="369" name="张馨玲" initials="张" lastIdx="0" clrIdx="368"/>
  <p:cmAuthor id="370" name="Tomorrow" initials="T" lastIdx="0" clrIdx="369"/>
  <p:cmAuthor id="371" name="洋仔" initials="洋" lastIdx="0" clrIdx="370"/>
  <p:cmAuthor id="372" name="zw zhou" initials="zz" lastIdx="0" clrIdx="371"/>
  <p:cmAuthor id="373" name="Y Y" initials="YY" lastIdx="0" clrIdx="372"/>
  <p:cmAuthor id="374" name="HP" initials="H" lastIdx="0" clrIdx="373"/>
  <p:cmAuthor id="375" name="X13" initials="X" lastIdx="0" clrIdx="374"/>
  <p:cmAuthor id="376" name="10206899" initials="1" lastIdx="0" clrIdx="375"/>
  <p:cmAuthor id="377" name="10133177" initials="1" lastIdx="0" clrIdx="376"/>
  <p:cmAuthor id="378" name="yaohuijuan " initials="c" lastIdx="0" clrIdx="377"/>
  <p:cmAuthor id="379" name="zhifubao" initials="z" lastIdx="0" clrIdx="378"/>
  <p:cmAuthor id="380" name="茹志强" initials="U" lastIdx="0" clrIdx="379"/>
  <p:cmAuthor id="381" name="桃豆豆" initials="桃" lastIdx="0" clrIdx="380"/>
  <p:cmAuthor id="382" name="clj" initials="c" lastIdx="0" clrIdx="381"/>
  <p:cmAuthor id="383" name="尹瑶瑶" initials="尹" lastIdx="0" clrIdx="382"/>
  <p:cmAuthor id="384" name="刁航宇" initials="刁" lastIdx="0" clrIdx="383"/>
  <p:cmAuthor id="385" name="user" initials="u" lastIdx="0" clrIdx="384"/>
  <p:cmAuthor id="386" name="张卓豫" initials="zzy" lastIdx="0" clrIdx="385"/>
  <p:cmAuthor id="387" name="admin7" initials="l" lastIdx="0" clrIdx="386"/>
  <p:cmAuthor id="388" name="cmsz" initials="c" lastIdx="0" clrIdx="387"/>
  <p:cmAuthor id="389" name="施旻" initials="施" lastIdx="0" clrIdx="388"/>
  <p:cmAuthor id="390" name="zhangyuexin@hq.cmcc" initials="zhangyuexin@hq.cmcc" lastIdx="0" clrIdx="389"/>
  <p:cmAuthor id="391" name="黎丹" initials="黎" lastIdx="0" clrIdx="390"/>
  <p:cmAuthor id="392" name="Cmit" initials="C" lastIdx="0" clrIdx="391"/>
  <p:cmAuthor id="393" name="未知的使用者40" initials="" lastIdx="0" clrIdx="392"/>
  <p:cmAuthor id="394" name="X1" initials="X" lastIdx="0" clrIdx="393"/>
  <p:cmAuthor id="395" name="LZ" initials="Y" lastIdx="0" clrIdx="394"/>
  <p:cmAuthor id="396" name="lunan" initials="l" lastIdx="0" clrIdx="395"/>
  <p:cmAuthor id="397" name="未知的使用者29" initials="" lastIdx="0" clrIdx="396"/>
  <p:cmAuthor id="398" name="liyuting" initials="l" lastIdx="0" clrIdx="397"/>
  <p:cmAuthor id="399" name="未知的使用者98" initials="" lastIdx="0" clrIdx="398"/>
  <p:cmAuthor id="400" name="gengxuan" initials="g" lastIdx="0" clrIdx="399"/>
  <p:cmAuthor id="401" name="匿名用户" initials="匿" lastIdx="0" clrIdx="400"/>
  <p:cmAuthor id="402" name="未知用户9" initials="" lastIdx="0" clrIdx="401"/>
  <p:cmAuthor id="403" name="Unknown User48" initials="" lastIdx="0" clrIdx="402"/>
  <p:cmAuthor id="404" name="未知用户103" initials="" lastIdx="0" clrIdx="403"/>
  <p:cmAuthor id="405" name="Unknown User52" initials="" lastIdx="0" clrIdx="404"/>
  <p:cmAuthor id="406" name="未知的使用者42" initials="" lastIdx="0" clrIdx="405"/>
  <p:cmAuthor id="407" name="于洁" initials="于" lastIdx="0" clrIdx="406"/>
  <p:cmAuthor id="408" name="陈驹洲" initials="A" lastIdx="0" clrIdx="407"/>
  <p:cmAuthor id="409" name="elfinhsu" initials="" lastIdx="0" clrIdx="408"/>
  <p:cmAuthor id="410" name="何 静" initials="何" lastIdx="0" clrIdx="409"/>
  <p:cmAuthor id="411" name="小州Gg" initials="小" lastIdx="0" clrIdx="410"/>
  <p:cmAuthor id="412" name="13488749431手机用户" initials="1" lastIdx="0" clrIdx="411"/>
  <p:cmAuthor id="394525608" name="仇怿俊" initials="仇" lastIdx="0" clrIdx="0"/>
  <p:cmAuthor id="413" name="大攀" initials="大" lastIdx="0" clrIdx="412"/>
  <p:cmAuthor id="394525609" name="Xiaosu Wang" initials="XW" lastIdx="1" clrIdx="24"/>
  <p:cmAuthor id="414" name="李宁" initials="李" lastIdx="0" clrIdx="413"/>
  <p:cmAuthor id="394525610" name="songyh" initials="s" lastIdx="1" clrIdx="25"/>
  <p:cmAuthor id="415" name="马宇媛" initials="马" lastIdx="0" clrIdx="414"/>
  <p:cmAuthor id="394525611" name="273679546@qq.com" initials="2" lastIdx="2" clrIdx="40"/>
  <p:cmAuthor id="416" name="哎呀呀何牙牙" initials="哎" lastIdx="0" clrIdx="415"/>
  <p:cmAuthor id="394525612" name="li yx" initials="ly" lastIdx="1" clrIdx="41"/>
  <p:cmAuthor id="417" name="罗志军" initials="罗" lastIdx="0" clrIdx="416"/>
  <p:cmAuthor id="418" name="WPS_1679281038" initials="W" lastIdx="0" clrIdx="417"/>
  <p:cmAuthor id="419" name="zzzz" initials="z" lastIdx="0" clrIdx="418"/>
  <p:cmAuthor id="420" name="王旭" initials="王" lastIdx="0" clrIdx="419"/>
  <p:cmAuthor id="421" name="未知用户183" initials="未知用户183" lastIdx="0" clrIdx="420"/>
  <p:cmAuthor id="422" name="shinin" initials="s" lastIdx="0" clrIdx="421"/>
  <p:cmAuthor id="423" name="Unknown User67" initials="U" lastIdx="0" clrIdx="422"/>
  <p:cmAuthor id="424" name="天天" initials="天" lastIdx="0" clrIdx="423"/>
  <p:cmAuthor id="425" name="焱恺 彭" initials="焱" lastIdx="0" clrIdx="424"/>
  <p:cmAuthor id="426" name="未知的使用者140" initials="未" lastIdx="0" clrIdx="425"/>
  <p:cmAuthor id="427" name="小阳光" initials="小" lastIdx="0" clrIdx="426"/>
  <p:cmAuthor id="428" name="未知的使用者197" initials="未" lastIdx="0" clrIdx="427"/>
  <p:cmAuthor id="429" name="guanhh" initials="g" lastIdx="0" clrIdx="428"/>
  <p:cmAuthor id="430" name="初七之月亮" initials="初" lastIdx="0" clrIdx="429"/>
  <p:cmAuthor id="431" name="JeanMayLee" initials="J" lastIdx="0" clrIdx="430"/>
  <p:cmAuthor id="432" name="Jason" initials="J" lastIdx="0" clrIdx="431"/>
  <p:cmAuthor id="433" name="WPS" initials="W" lastIdx="0" clrIdx="432"/>
  <p:cmAuthor id="434" name=" LION" initials=" " lastIdx="0" clrIdx="433"/>
  <p:cmAuthor id="435" name="康斯坦尼斯拉夫斯基" initials="康" lastIdx="0" clrIdx="434"/>
  <p:cmAuthor id="436" name="刘晓杨" initials="刘" lastIdx="0" clrIdx="435"/>
  <p:cmAuthor id="437" name="10177653" initials="1" lastIdx="0" clrIdx="436"/>
  <p:cmAuthor id="438" name="一个不愿意透露姓名" initials="lasdf" lastIdx="0" clrIdx="437"/>
  <p:cmAuthor id="439" name="86188" initials="8" lastIdx="0" clrIdx="438"/>
  <p:cmAuthor id="440" name="朱雪萍" initials="朱" lastIdx="0" clrIdx="439"/>
  <p:cmAuthor id="441" name="10205805" initials="1" lastIdx="0" clrIdx="440"/>
  <p:cmAuthor id="442" name="xueyan" initials="x" lastIdx="0" clrIdx="441"/>
  <p:cmAuthor id="443" name="ZF" initials="ZF" lastIdx="0" clrIdx="442"/>
  <p:cmAuthor id="444" name="KZY" initials="K" lastIdx="0" clrIdx="443"/>
  <p:cmAuthor id="445" name="WHF" initials="W" lastIdx="0" clrIdx="444"/>
  <p:cmAuthor id="353158055" name="韩雨" initials="韩" lastIdx="0" clrIdx="0"/>
  <p:cmAuthor id="446" name="J0" initials="J" lastIdx="0" clrIdx="445"/>
  <p:cmAuthor id="447" name="wangxinran" initials="w" lastIdx="0" clrIdx="446"/>
  <p:cmAuthor id="448" name="huxiaolu" initials="h" lastIdx="0" clrIdx="447"/>
  <p:cmAuthor id="449" name="zhoux" initials="z" lastIdx="0" clrIdx="448"/>
  <p:cmAuthor id="450" name="flower" initials="f" lastIdx="0" clrIdx="449"/>
  <p:cmAuthor id="451" name="咘嘚咘嘚" initials="咘" lastIdx="0" clrIdx="450"/>
  <p:cmAuthor id="452" name="mzj" initials="m" lastIdx="0" clrIdx="451"/>
  <p:cmAuthor id="453" name="WIN10" initials="W" lastIdx="0" clrIdx="452"/>
  <p:cmAuthor id="454" name="hwjjjjjjjj" initials="h" lastIdx="0" clrIdx="453"/>
  <p:cmAuthor id="455" name="Q" initials="Q" lastIdx="0" clrIdx="454"/>
  <p:cmAuthor id="456" name="thinkin" initials="t" lastIdx="0" clrIdx="455"/>
  <p:cmAuthor id="457" name="黄薇（IT）" initials="l" lastIdx="0" clrIdx="456"/>
  <p:cmAuthor id="458" name="zhoupeng" initials="z" lastIdx="0" clrIdx="457"/>
  <p:cmAuthor id="459" name="Randolph" initials="R" lastIdx="0" clrIdx="458"/>
  <p:cmAuthor id="460" name="yangjianhe1" initials="y" lastIdx="0" clrIdx="459"/>
  <p:cmAuthor id="461" name="wangchangkun@cmhi.cmcc" initials="wangchangkun@cmhi.cmcc" lastIdx="0" clrIdx="460"/>
  <p:cmAuthor id="462" name="tong" initials="t" lastIdx="0" clrIdx="461"/>
  <p:cmAuthor id="463" name="cpic" initials="c" lastIdx="0" clrIdx="462"/>
  <p:cmAuthor id="464" name="Frank" initials="F" lastIdx="0" clrIdx="463"/>
  <p:cmAuthor id="465" name="PC" initials="P" lastIdx="0" clrIdx="464"/>
  <p:cmAuthor id="466" name="张松蕾" initials="C" lastIdx="0" clrIdx="465"/>
  <p:cmAuthor id="467" name="zhangxinyao" initials="z" lastIdx="0" clrIdx="466"/>
  <p:cmAuthor id="468" name="M" initials="IT" lastIdx="0" clrIdx="467"/>
  <p:cmAuthor id="469" name="未知的使用者169" initials="未" lastIdx="0" clrIdx="468"/>
  <p:cmAuthor id="470" name="Dizzy" initials="D" lastIdx="0" clrIdx="469"/>
  <p:cmAuthor id="471" name="huawei" initials="h" lastIdx="0" clrIdx="470"/>
  <p:cmAuthor id="472" name="yezengwei" initials="y" lastIdx="0" clrIdx="471"/>
  <p:cmAuthor id="473" name="孙璐璐" initials="孙" lastIdx="0" clrIdx="472"/>
  <p:cmAuthor id="474" name="1003776019@qq.com" initials="1" lastIdx="0" clrIdx="473"/>
  <p:cmAuthor id="475" name="cici" initials="c" lastIdx="0" clrIdx="474"/>
  <p:cmAuthor id="476" name="未知的使用者152" initials="未" lastIdx="0" clrIdx="475"/>
  <p:cmAuthor id="477" name="86134" initials="8" lastIdx="0" clrIdx="476"/>
  <p:cmAuthor id="478" name="方绍波|fangshaobo" initials="方" lastIdx="0" clrIdx="477"/>
  <p:cmAuthor id="479" name="王 金谦" initials="王" lastIdx="0" clrIdx="478"/>
  <p:cmAuthor id="480" name="Mary Beattie" initials="M" lastIdx="0" clrIdx="479"/>
  <p:cmAuthor id="481" name="15090" initials="1" lastIdx="0" clrIdx="480"/>
  <p:cmAuthor id="482" name="Andrea Michels" initials="A" lastIdx="0" clrIdx="481"/>
  <p:cmAuthor id="483" name="石晓利" initials="C" lastIdx="0" clrIdx="482"/>
  <p:cmAuthor id="484" name="admin" initials="a" lastIdx="0" clrIdx="483"/>
  <p:cmAuthor id="485" name="chris" initials="c" lastIdx="0" clrIdx="484"/>
  <p:cmAuthor id="486" name="anni" initials="a" lastIdx="0" clrIdx="485"/>
  <p:cmAuthor id="487" name="ma yanru" initials="my" lastIdx="0" clrIdx="486"/>
  <p:cmAuthor id="488" name="songlinyan" initials="s" lastIdx="0" clrIdx="487"/>
  <p:cmAuthor id="489" name="liuyanxue" initials="l" lastIdx="0" clrIdx="488"/>
  <p:cmAuthor id="490" name="Mark McGregor (HI)" initials="M" lastIdx="0" clrIdx="489"/>
  <p:cmAuthor id="491" name="59314" initials="5" lastIdx="0" clrIdx="490"/>
  <p:cmAuthor id="492" name="方少_UbQfrimU" initials="authorId_442114952" lastIdx="0" clrIdx="491"/>
  <p:cmAuthor id="493" name="赵芬芳" initials="赵" lastIdx="0" clrIdx="492"/>
  <p:cmAuthor id="494" name="叶盛_Q3A3IfEf" initials="authorId_506280334" lastIdx="0" clrIdx="493"/>
  <p:cmAuthor id="495" name="wangdaiyuan" initials="w" lastIdx="0" clrIdx="494"/>
  <p:cmAuthor id="496" name="Harley._bEJrUJ7r" initials="authorId_432156705" lastIdx="0" clrIdx="495"/>
  <p:cmAuthor id="497" name="YUN Jiayue" initials="Y" lastIdx="0" clrIdx="496"/>
  <p:cmAuthor id="498" name="罗平_VB7vJb2E" initials="authorId_305049361" lastIdx="0" clrIdx="497"/>
  <p:cmAuthor id="499" name="Louise Adamson (HI)" initials="L" lastIdx="0" clrIdx="498"/>
  <p:cmAuthor id="500" name="xixi_nUjqe22E" initials="authorId_359229261" lastIdx="0" clrIdx="499"/>
  <p:cmAuthor id="501" name="不明使用者2" initials="不" lastIdx="0" clrIdx="500"/>
  <p:cmAuthor id="502" name="安安_zm6nYnYZ" initials="authorId_347340296" lastIdx="0" clrIdx="501"/>
  <p:cmAuthor id="503" name="Yoda KK" initials="Y" lastIdx="0" clrIdx="502"/>
  <p:cmAuthor id="504" name="nature_emInFJF7" initials="authorId_313163542" lastIdx="0" clrIdx="503"/>
  <p:cmAuthor id="505" name="ZYM" initials="Z" lastIdx="0" clrIdx="504"/>
  <p:cmAuthor id="506" name="杨思思_VNjyvY7j" initials="authorId_430925712" lastIdx="0" clrIdx="505"/>
  <p:cmAuthor id="507" name="周君_MfIffYra" initials="authorId_375419134" lastIdx="0" clrIdx="506"/>
  <p:cmAuthor id="508" name="zhouyangfan" initials="z" lastIdx="0" clrIdx="507"/>
  <p:cmAuthor id="509" name="HNN" initials="H" lastIdx="0" clrIdx="508"/>
  <p:cmAuthor id="510" name="乐燕" initials="乐" lastIdx="0" clrIdx="509"/>
  <p:cmAuthor id="511" name="fengyuan03" initials="f" lastIdx="0" clrIdx="510"/>
  <p:cmAuthor id="512" name="刘国强" initials="刘" lastIdx="0" clrIdx="511"/>
  <p:cmAuthor id="513" name="Melanie Smitt" initials="M" lastIdx="0" clrIdx="512"/>
  <p:cmAuthor id="514" name="miaott" initials="m" lastIdx="0" clrIdx="513"/>
  <p:cmAuthor id="515" name="未知用户132" initials="未" lastIdx="0" clrIdx="514"/>
  <p:cmAuthor id="516" name="未知的使用者194" initials="未" lastIdx="0" clrIdx="515"/>
  <p:cmAuthor id="517" name="xusha" initials="x" lastIdx="0" clrIdx="516"/>
  <p:cmAuthor id="518" name="未知用户137" initials="未" lastIdx="0" clrIdx="517"/>
  <p:cmAuthor id="519" name="王源" initials="王" lastIdx="0" clrIdx="518"/>
  <p:cmAuthor id="520" name="未知用户220" initials="未" lastIdx="0" clrIdx="519"/>
  <p:cmAuthor id="521" name="李 东科" initials="李" lastIdx="0" clrIdx="520"/>
  <p:cmAuthor id="522" name="未知用户199" initials="未" lastIdx="0" clrIdx="521"/>
  <p:cmAuthor id="523" name="未知用户200" initials="未" lastIdx="0" clrIdx="522"/>
  <p:cmAuthor id="524" name="未知用户201" initials="未" lastIdx="0" clrIdx="523"/>
  <p:cmAuthor id="525" name="FAN" initials="F" lastIdx="0" clrIdx="524"/>
  <p:cmAuthor id="526" name="未知用户214" initials="未" lastIdx="0" clrIdx="525"/>
  <p:cmAuthor id="527" name="sunaoran" initials="s" lastIdx="0" clrIdx="526"/>
  <p:cmAuthor id="528" name="夜尽迟渊_UrQfrmQZ" initials="夜" lastIdx="0" clrIdx="527"/>
  <p:cmAuthor id="529" name="未知的使用者196" initials="未" lastIdx="0" clrIdx="528"/>
  <p:cmAuthor id="530" name="未知的使用者222" initials="" lastIdx="0" clrIdx="529"/>
  <p:cmAuthor id="531" name="未知用户204" initials="未" lastIdx="0" clrIdx="530"/>
  <p:cmAuthor id="532" name="王 钰" initials="王" lastIdx="0" clrIdx="531"/>
  <p:cmAuthor id="533" name="未知用户206" initials="未" lastIdx="0" clrIdx="532"/>
  <p:cmAuthor id="534" name="罗 罗" initials="罗" lastIdx="0" clrIdx="533"/>
  <p:cmAuthor id="535" name="未知用户207" initials="未" lastIdx="0" clrIdx="534"/>
  <p:cmAuthor id="536" name="ShanQiu LH" initials="SL" lastIdx="0" clrIdx="535"/>
  <p:cmAuthor id="537" name="未知用户84" initials="未" lastIdx="0" clrIdx="536"/>
  <p:cmAuthor id="538" name="goulei" initials="g" lastIdx="0" clrIdx="537"/>
  <p:cmAuthor id="539" name="未知的使用者217" initials="" lastIdx="0" clrIdx="538"/>
  <p:cmAuthor id="540" name="未知用户210" initials="未" lastIdx="0" clrIdx="539"/>
  <p:cmAuthor id="541" name="未知的使用者219" initials="" lastIdx="0" clrIdx="540"/>
  <p:cmAuthor id="542" name="?定义" initials="?" lastIdx="0" clrIdx="541"/>
  <p:cmAuthor id="543" name="sxp" initials="s" lastIdx="0" clrIdx="542"/>
  <p:cmAuthor id="544" name="allan" initials="a" lastIdx="0" clrIdx="543"/>
  <p:cmAuthor id="545" name="未知的使用者231" initials="" lastIdx="0" clrIdx="544"/>
  <p:cmAuthor id="546" name="未知的使用者232" initials="" lastIdx="0" clrIdx="545"/>
  <p:cmAuthor id="547" name="alpha" initials="a" lastIdx="0" clrIdx="546"/>
  <p:cmAuthor id="548" name="未知的使用者161" initials="未" lastIdx="0" clrIdx="547"/>
  <p:cmAuthor id="549" name="begin" initials="b" lastIdx="0" clrIdx="548"/>
  <p:cmAuthor id="550" name="未知的使用者130" initials="" lastIdx="0" clrIdx="549"/>
  <p:cmAuthor id="551" name="Unknown User22" initials="U" lastIdx="0" clrIdx="550"/>
  <p:cmAuthor id="552" name="未知的使用者132" initials="" lastIdx="0" clrIdx="551"/>
  <p:cmAuthor id="553" name="胡益铭" initials="胡" lastIdx="0" clrIdx="552"/>
  <p:cmAuthor id="554" name="Unknown User23" initials="U" lastIdx="0" clrIdx="553"/>
  <p:cmAuthor id="555" name="未知的使用者75" initials="未" lastIdx="0" clrIdx="554"/>
  <p:cmAuthor id="556" name="未知的使用者77" initials="未" lastIdx="0" clrIdx="555"/>
  <p:cmAuthor id="557" name="LBB" initials="L" lastIdx="0" clrIdx="556"/>
  <p:cmAuthor id="558" name="未知的使用者78" initials="未" lastIdx="0" clrIdx="557"/>
  <p:cmAuthor id="559" name="未知的使用者239" initials="" lastIdx="0" clrIdx="558"/>
  <p:cmAuthor id="560" name="未知用户186" initials="未" lastIdx="0" clrIdx="559"/>
  <p:cmAuthor id="561" name="未知的使用者206" initials="" lastIdx="0" clrIdx="560"/>
  <p:cmAuthor id="562" name="未知用户63" initials="未" lastIdx="0" clrIdx="561"/>
  <p:cmAuthor id="563" name="未知的使用者102" initials="未" lastIdx="0" clrIdx="562"/>
  <p:cmAuthor id="564" name="cyq" initials="c" lastIdx="0" clrIdx="563"/>
  <p:cmAuthor id="565" name="未知的使用者61" initials="未" lastIdx="0" clrIdx="564"/>
  <p:cmAuthor id="566" name="仝德志" initials="仝" lastIdx="0" clrIdx="565"/>
  <p:cmAuthor id="567" name="未知用户112" initials="未" lastIdx="0" clrIdx="566"/>
  <p:cmAuthor id="568" name="未知的使用者183" initials="未" lastIdx="0" clrIdx="567"/>
  <p:cmAuthor id="569" name="未知用户162" initials="未" lastIdx="0" clrIdx="568"/>
  <p:cmAuthor id="570" name="未知用户163" initials="未" lastIdx="0" clrIdx="569"/>
  <p:cmAuthor id="571" name="針對所選的門市進行小範圍實驗，捕捉驅動績效的關鍵影響因子" initials="針" lastIdx="0" clrIdx="570"/>
  <p:cmAuthor id="572" name="James" initials="J" lastIdx="0" clrIdx="571"/>
  <p:cmAuthor id="573" name="WPS_1669175722" initials="W" lastIdx="0" clrIdx="572"/>
  <p:cmAuthor id="574" name="未知的使用者114" initials="未" lastIdx="0" clrIdx="573"/>
  <p:cmAuthor id="575" name="未知用户164" initials="未" lastIdx="0" clrIdx="574"/>
  <p:cmAuthor id="576" name="未知的使用者184" initials="未" lastIdx="0" clrIdx="575"/>
  <p:cmAuthor id="577" name="半暖时光" initials="半" lastIdx="0" clrIdx="576"/>
  <p:cmAuthor id="578" name="未知的使用者185" initials="未" lastIdx="0" clrIdx="577"/>
  <p:cmAuthor id="579" name="杜立旺" initials="杜" lastIdx="0" clrIdx="578"/>
  <p:cmAuthor id="580" name="未知的使用者186" initials="未" lastIdx="0" clrIdx="579"/>
  <p:cmAuthor id="581" name="未知的使用者175" initials="未" lastIdx="0" clrIdx="580"/>
  <p:cmAuthor id="582" name="yangsong" initials="y" lastIdx="0" clrIdx="581"/>
  <p:cmAuthor id="583" name="未知的使用者176" initials="未" lastIdx="0" clrIdx="582"/>
  <p:cmAuthor id="584" name="未知的使用者187" initials="未" lastIdx="0" clrIdx="583"/>
  <p:cmAuthor id="585" name="未知的使用者178" initials="未" lastIdx="0" clrIdx="584"/>
  <p:cmAuthor id="586" name="未知的使用者179" initials="未" lastIdx="0" clrIdx="585"/>
  <p:cmAuthor id="587" name="未知的使用者180" initials="未" lastIdx="0" clrIdx="586"/>
  <p:cmAuthor id="588" name="未知的使用者181" initials="未" lastIdx="0" clrIdx="587"/>
  <p:cmAuthor id="589" name="未知的使用者170" initials="未" lastIdx="0" clrIdx="588"/>
  <p:cmAuthor id="590" name="未知的使用者190" initials="未" lastIdx="0" clrIdx="589"/>
  <p:cmAuthor id="591" name="未知的使用者191" initials="未" lastIdx="0" clrIdx="590"/>
  <p:cmAuthor id="592" name="未知的使用者141" initials="未" lastIdx="0" clrIdx="591"/>
  <p:cmAuthor id="593" name="未知的使用者142" initials="未" lastIdx="0" clrIdx="592"/>
  <p:cmAuthor id="594" name="不明使用者6" initials="不" lastIdx="0" clrIdx="593"/>
  <p:cmAuthor id="595" name="未知的使用者143" initials="未" lastIdx="0" clrIdx="594"/>
  <p:cmAuthor id="596" name="王薇（政企）" initials="王" lastIdx="0" clrIdx="595"/>
  <p:cmAuthor id="597" name="未知的使用者144" initials="未" lastIdx="0" clrIdx="596"/>
  <p:cmAuthor id="598" name="未知的使用者145" initials="未" lastIdx="0" clrIdx="597"/>
  <p:cmAuthor id="599" name="PENG" initials="P" lastIdx="0" clrIdx="598"/>
  <p:cmAuthor id="600" name="未知用户165" initials="未" lastIdx="0" clrIdx="599"/>
  <p:cmAuthor id="601" name="未知的使用者147" initials="未" lastIdx="0" clrIdx="600"/>
  <p:cmAuthor id="602" name="未知用户166" initials="未" lastIdx="0" clrIdx="601"/>
  <p:cmAuthor id="603" name="未知的使用者149" initials="未" lastIdx="0" clrIdx="602"/>
  <p:cmAuthor id="604" name="未知用户167" initials="未" lastIdx="0" clrIdx="603"/>
  <p:cmAuthor id="605" name="未知用户168" initials="未" lastIdx="0" clrIdx="604"/>
  <p:cmAuthor id="606" name="未知用户169" initials="未" lastIdx="0" clrIdx="605"/>
  <p:cmAuthor id="607" name="未知用户202" initials="未" lastIdx="0" clrIdx="606"/>
  <p:cmAuthor id="608" name="未知的使用者220" initials="未" lastIdx="0" clrIdx="607"/>
  <p:cmAuthor id="609" name="未知用户134" initials="未" lastIdx="0" clrIdx="608"/>
  <p:cmAuthor id="610" name="未知用户135" initials="未" lastIdx="0" clrIdx="609"/>
  <p:cmAuthor id="611" name="未知用户205" initials="未" lastIdx="0" clrIdx="610"/>
  <p:cmAuthor id="612" name="未知的使用者157" initials="未" lastIdx="0" clrIdx="611"/>
  <p:cmAuthor id="613" name="未知的使用者204" initials="未" lastIdx="0" clrIdx="612"/>
  <p:cmAuthor id="614" name="Yoyo Wu" initials="Y" lastIdx="0" clrIdx="613"/>
  <p:cmAuthor id="615" name="zhangbin" initials="z" lastIdx="0" clrIdx="614"/>
  <p:cmAuthor id="616" name="Oscar" initials="O" lastIdx="0" clrIdx="615"/>
  <p:cmAuthor id="617" name="Arno.Du(杜明星)" initials="A" lastIdx="0" clrIdx="616"/>
  <p:cmAuthor id="618" name="未知用户174" initials="未" lastIdx="0" clrIdx="617"/>
  <p:cmAuthor id="619" name="未知用户175" initials="未" lastIdx="0" clrIdx="618"/>
  <p:cmAuthor id="620" name="Unknown User27" initials="U" lastIdx="0" clrIdx="619"/>
  <p:cmAuthor id="621" name="Unknown User11" initials="U" lastIdx="0" clrIdx="620"/>
  <p:cmAuthor id="622" name="Unknown User112" initials="U" lastIdx="0" clrIdx="621"/>
  <p:cmAuthor id="623" name="Unknown User59" initials="U" lastIdx="0" clrIdx="622"/>
  <p:cmAuthor id="624" name="未知用户176" initials="未" lastIdx="0" clrIdx="623"/>
  <p:cmAuthor id="625" name="未知的使用者249" initials="未" lastIdx="0" clrIdx="624"/>
  <p:cmAuthor id="626" name="未知的使用者250" initials="未" lastIdx="0" clrIdx="625"/>
  <p:cmAuthor id="627" name="未知的使用者251" initials="未" lastIdx="0" clrIdx="626"/>
  <p:cmAuthor id="628" name="未知的使用者246" initials="未" lastIdx="0" clrIdx="627"/>
  <p:cmAuthor id="629" name="未知的使用者224" initials="未" lastIdx="0" clrIdx="628"/>
  <p:cmAuthor id="630" name="未知的使用者252" initials="未" lastIdx="0" clrIdx="629"/>
  <p:cmAuthor id="631" name="黄常宇" initials="黄" lastIdx="0" clrIdx="630"/>
  <p:cmAuthor id="632" name="未知的使用者253" initials="未" lastIdx="0" clrIdx="631"/>
  <p:cmAuthor id="633" name="曾蓓/贝贝" initials="曾" lastIdx="0" clrIdx="632"/>
  <p:cmAuthor id="634" name="未知的使用者254" initials="未" lastIdx="0" clrIdx="633"/>
  <p:cmAuthor id="635" name="未知的使用者255" initials="未" lastIdx="0" clrIdx="634"/>
  <p:cmAuthor id="636" name="未知的使用者226" initials="未" lastIdx="0" clrIdx="635"/>
  <p:cmAuthor id="637" name="未知用户195" initials="未" lastIdx="0" clrIdx="636"/>
  <p:cmAuthor id="638" name="raymond luan" initials="r" lastIdx="0" clrIdx="637"/>
  <p:cmAuthor id="639" name="未知用户208" initials="未" lastIdx="0" clrIdx="638"/>
  <p:cmAuthor id="640" name="未知用户198" initials="未" lastIdx="0" clrIdx="639"/>
  <p:cmAuthor id="641" name="未知用户209" initials="未" lastIdx="0" clrIdx="640"/>
  <p:cmAuthor id="642" name="依依" initials="依" lastIdx="0" clrIdx="641"/>
  <p:cmAuthor id="643" name="未知用户36" initials="未" lastIdx="0" clrIdx="642"/>
  <p:cmAuthor id="644" name="Evonlin" initials="E" lastIdx="0" clrIdx="643"/>
  <p:cmAuthor id="645" name="WANGZF" initials="W" lastIdx="0" clrIdx="644"/>
  <p:cmAuthor id="646" name="未知用户94" initials="未" lastIdx="0" clrIdx="645"/>
  <p:cmAuthor id="647" name="未知的使用者188" initials="未" lastIdx="0" clrIdx="646"/>
  <p:cmAuthor id="648" name="未知用户118" initials="未" lastIdx="0" clrIdx="647"/>
  <p:cmAuthor id="649" name="未知用户119" initials="未" lastIdx="0" clrIdx="648"/>
  <p:cmAuthor id="650" name="未知用户120" initials="未" lastIdx="0" clrIdx="649"/>
  <p:cmAuthor id="651" name="未知用户121" initials="未" lastIdx="0" clrIdx="650"/>
  <p:cmAuthor id="652" name="未知用户122" initials="未" lastIdx="0" clrIdx="651"/>
  <p:cmAuthor id="653" name="梅芬 吳" initials="梅" lastIdx="0" clrIdx="652"/>
  <p:cmAuthor id="654" name="未知的使用者134" initials="未" lastIdx="0" clrIdx="653"/>
  <p:cmAuthor id="655" name="未知的使用者136" initials="未" lastIdx="0" clrIdx="654"/>
  <p:cmAuthor id="656" name="未知的使用者139" initials="未" lastIdx="0" clrIdx="655"/>
  <p:cmAuthor id="657" name="未知的使用者247" initials="未" lastIdx="0" clrIdx="656"/>
  <p:cmAuthor id="658" name="Ohayolanda" initials="O" lastIdx="0" clrIdx="657"/>
  <p:cmAuthor id="659" name="王 刚" initials="王" lastIdx="0" clrIdx="658"/>
  <p:cmAuthor id="660" name="谢学斌" initials="谢" lastIdx="0" clrIdx="659"/>
  <p:cmAuthor id="661" name="未知用户191" initials="未" lastIdx="0" clrIdx="660"/>
  <p:cmAuthor id="662" name="张静_Anua7Nne" initials="authorId_935319063" lastIdx="0" clrIdx="661"/>
  <p:cmAuthor id="663" name="41586" initials="4" lastIdx="0" clrIdx="662"/>
  <p:cmAuthor id="664" name="唐 赛" initials="唐" lastIdx="0" clrIdx="663"/>
  <p:cmAuthor id="665" name="未知的使用者163" initials="未" lastIdx="0" clrIdx="664"/>
  <p:cmAuthor id="666" name="曹劲然" initials="曹" lastIdx="0" clrIdx="665"/>
  <p:cmAuthor id="667" name="未知用户197" initials="未" lastIdx="0" clrIdx="666"/>
  <p:cmAuthor id="668" name="alexw" initials="a" lastIdx="0" clrIdx="667"/>
  <p:cmAuthor id="669" name="未知的使用者158" initials="未" lastIdx="0" clrIdx="668"/>
  <p:cmAuthor id="670" name="未知的使用者148" initials="" lastIdx="0" clrIdx="669"/>
  <p:cmAuthor id="671" name="Well Li" initials="W" lastIdx="0" clrIdx="670"/>
  <p:cmAuthor id="672" name="任俊宣" initials="任" lastIdx="0" clrIdx="671"/>
  <p:cmAuthor id="673" name="未知用户269" initials="未" lastIdx="0" clrIdx="672"/>
  <p:cmAuthor id="674" name="渠沛" initials="渠" lastIdx="0" clrIdx="673"/>
  <p:cmAuthor id="675" name="未知用户189" initials="未" lastIdx="0" clrIdx="674"/>
  <p:cmAuthor id="676" name="席琛" initials="" lastIdx="0" clrIdx="675"/>
  <p:cmAuthor id="677" name="未知用户250" initials="未" lastIdx="0" clrIdx="676"/>
  <p:cmAuthor id="678" name="韩剑侠" initials="P" lastIdx="0" clrIdx="677"/>
  <p:cmAuthor id="679" name="未知用户272" initials="未" lastIdx="0" clrIdx="678"/>
  <p:cmAuthor id="680" name="sjzx" initials="s" lastIdx="0" clrIdx="679"/>
  <p:cmAuthor id="681" name="张婷婷" initials="c" lastIdx="0" clrIdx="680"/>
  <p:cmAuthor id="682" name="yang.yuan" initials="y" lastIdx="0" clrIdx="681"/>
  <p:cmAuthor id="683" name="不明使用者7" initials="不" lastIdx="0" clrIdx="682"/>
  <p:cmAuthor id="684" name="王娟" initials="1" lastIdx="0" clrIdx="683"/>
  <p:cmAuthor id="685" name="cs" initials="x" lastIdx="0" clrIdx="684"/>
  <p:cmAuthor id="686" name="孟令坤" initials="MLK" lastIdx="0" clrIdx="685"/>
  <p:cmAuthor id="687" name="未知用户139" initials="未" lastIdx="0" clrIdx="686"/>
  <p:cmAuthor id="688" name="myl" initials="m" lastIdx="0" clrIdx="687"/>
  <p:cmAuthor id="689" name="未知的使用者200" initials="未" lastIdx="0" clrIdx="688"/>
  <p:cmAuthor id="690" name="未知的使用者257" initials="未" lastIdx="0" clrIdx="689"/>
  <p:cmAuthor id="691" name="未知的使用者171" initials="未" lastIdx="0" clrIdx="690"/>
  <p:cmAuthor id="692" name="未知用户140" initials="未" lastIdx="0" clrIdx="691"/>
  <p:cmAuthor id="693" name="未知的使用者240" initials="未" lastIdx="0" clrIdx="692"/>
  <p:cmAuthor id="694" name="未知的使用者241" initials="未" lastIdx="0" clrIdx="693"/>
  <p:cmAuthor id="695" name="未知的使用者242" initials="未" lastIdx="0" clrIdx="694"/>
  <p:cmAuthor id="696" name="未知的使用者243" initials="未" lastIdx="0" clrIdx="695"/>
  <p:cmAuthor id="697" name="未知的使用者258" initials="未" lastIdx="0" clrIdx="696"/>
  <p:cmAuthor id="698" name="未知的使用者259" initials="未" lastIdx="0" clrIdx="697"/>
  <p:cmAuthor id="699" name="jialuo" initials="j" lastIdx="0" clrIdx="698"/>
  <p:cmAuthor id="700" name="未知的使用者260" initials="未" lastIdx="0" clrIdx="699"/>
  <p:cmAuthor id="701" name="haoxiaoxue" initials="h" lastIdx="0" clrIdx="700"/>
  <p:cmAuthor id="702" name="未知的使用者261" initials="未" lastIdx="0" clrIdx="701"/>
  <p:cmAuthor id="703" name="曼 王" initials="曼王" lastIdx="0" clrIdx="702"/>
  <p:cmAuthor id="704" name="未知的使用者262" initials="未" lastIdx="0" clrIdx="703"/>
  <p:cmAuthor id="705" name="刘晓富" initials="User" lastIdx="0" clrIdx="704"/>
  <p:cmAuthor id="706" name="未知的使用者263" initials="未" lastIdx="0" clrIdx="705"/>
  <p:cmAuthor id="707" name="未知的使用者264" initials="未" lastIdx="0" clrIdx="706"/>
  <p:cmAuthor id="708" name="未知的使用者265" initials="未" lastIdx="0" clrIdx="707"/>
  <p:cmAuthor id="709" name="未知的使用者266" initials="未" lastIdx="0" clrIdx="708"/>
  <p:cmAuthor id="710" name="未知的使用者267" initials="未" lastIdx="0" clrIdx="709"/>
  <p:cmAuthor id="711" name="未知的使用者268" initials="未" lastIdx="0" clrIdx="710"/>
  <p:cmAuthor id="712" name="未知的使用者269" initials="未" lastIdx="0" clrIdx="711"/>
  <p:cmAuthor id="713" name="刘晖" initials="刘" lastIdx="0" clrIdx="712"/>
  <p:cmAuthor id="714" name="piccotina" initials="p" lastIdx="0" clrIdx="713"/>
  <p:cmAuthor id="715" name="lillian" initials="l" lastIdx="0" clrIdx="714"/>
  <p:cmAuthor id="716" name="未知用户146" initials="未" lastIdx="0" clrIdx="715"/>
  <p:cmAuthor id="717" name="未知用户157" initials="未" lastIdx="0" clrIdx="716"/>
  <p:cmAuthor id="718" name="未知用户158" initials="未" lastIdx="0" clrIdx="717"/>
  <p:cmAuthor id="719" name="未知用户159" initials="未" lastIdx="0" clrIdx="718"/>
  <p:cmAuthor id="720" name="姚琳" initials="姚" lastIdx="0" clrIdx="719"/>
  <p:cmAuthor id="721" name="未知用户160" initials="未" lastIdx="0" clrIdx="720"/>
  <p:cmAuthor id="722" name="chen" initials="c" lastIdx="0" clrIdx="721"/>
  <p:cmAuthor id="723" name="未知的使用者211" initials="未" lastIdx="0" clrIdx="722"/>
  <p:cmAuthor id="724" name="王 成岩" initials="王" lastIdx="0" clrIdx="723"/>
  <p:cmAuthor id="725" name="順天" initials="順" lastIdx="0" clrIdx="724"/>
  <p:cmAuthor id="726" name="陶夏溦" initials="陶夏溦" lastIdx="0" clrIdx="725"/>
  <p:cmAuthor id="727" name=" " initials="" lastIdx="0" clrIdx="726"/>
  <p:cmAuthor id="728" name="未知用户319" initials="未" lastIdx="0" clrIdx="727"/>
  <p:cmAuthor id="729" name="未知用户222" initials="未" lastIdx="0" clrIdx="728"/>
  <p:cmAuthor id="730" name="未知用户87" initials="未" lastIdx="0" clrIdx="729"/>
  <p:cmAuthor id="731" name="Mmm" initials="M" lastIdx="0" clrIdx="730"/>
  <p:cmAuthor id="732" name="未知用户88" initials="未" lastIdx="0" clrIdx="731"/>
  <p:cmAuthor id="733" name="未知用户325" initials="未" lastIdx="0" clrIdx="732"/>
  <p:cmAuthor id="734" name="CabayJenne" initials="C" lastIdx="0" clrIdx="733"/>
  <p:cmAuthor id="735" name="未知用户211" initials="未" lastIdx="0" clrIdx="734"/>
  <p:cmAuthor id="736" name="未知用户110" initials="未" lastIdx="0" clrIdx="735"/>
  <p:cmAuthor id="737" name="未知用户293" initials="未" lastIdx="0" clrIdx="736"/>
  <p:cmAuthor id="738" name="未知用户234" initials="未" lastIdx="0" clrIdx="737"/>
  <p:cmAuthor id="739" name="未知用户294" initials="未" lastIdx="0" clrIdx="738"/>
  <p:cmAuthor id="740" name="未知用户278" initials="未" lastIdx="0" clrIdx="739"/>
  <p:cmAuthor id="741" name="未知用户279" initials="未" lastIdx="0" clrIdx="740"/>
  <p:cmAuthor id="742" name="未知用户280" initials="未" lastIdx="0" clrIdx="741"/>
  <p:cmAuthor id="743" name="未知用户281" initials="未" lastIdx="0" clrIdx="742"/>
  <p:cmAuthor id="744" name="未知用户282" initials="未" lastIdx="0" clrIdx="743"/>
  <p:cmAuthor id="745" name="未知用户283" initials="未" lastIdx="0" clrIdx="744"/>
  <p:cmAuthor id="746" name="未知用户284" initials="未" lastIdx="0" clrIdx="745"/>
  <p:cmAuthor id="747" name="未知用户302" initials="未" lastIdx="0" clrIdx="746"/>
  <p:cmAuthor id="748" name="未知用户303" initials="未" lastIdx="0" clrIdx="747"/>
  <p:cmAuthor id="749" name="78234500@qq.com" initials="7" lastIdx="0" clrIdx="748"/>
  <p:cmAuthor id="750" name="未知用户203" initials="未" lastIdx="0" clrIdx="749"/>
  <p:cmAuthor id="751" name="未知用户290" initials="未" lastIdx="0" clrIdx="750"/>
  <p:cmAuthor id="752" name="未知用户291" initials="未" lastIdx="0" clrIdx="751"/>
  <p:cmAuthor id="753" name="未知用户292" initials="未" lastIdx="0" clrIdx="752"/>
  <p:cmAuthor id="754" name="未知用户184" initials="未" lastIdx="0" clrIdx="753"/>
  <p:cmAuthor id="755" name="未知用户295" initials="未" lastIdx="0" clrIdx="754"/>
  <p:cmAuthor id="756" name="邢开" initials="邢" lastIdx="0" clrIdx="755"/>
  <p:cmAuthor id="757" name="未知用户297" initials="未" lastIdx="0" clrIdx="756"/>
  <p:cmAuthor id="758" name="panjm" initials="p" lastIdx="0" clrIdx="757"/>
  <p:cmAuthor id="759" name="ye gusong" initials="y" lastIdx="0" clrIdx="758"/>
  <p:cmAuthor id="760" name="wei muzi" initials="w" lastIdx="0" clrIdx="759"/>
  <p:cmAuthor id="761" name="孙" initials="孙" lastIdx="0" clrIdx="760"/>
  <p:cmAuthor id="762" name="liuchunhua199110" initials="l" lastIdx="0" clrIdx="761"/>
  <p:cmAuthor id="763" name="Microsoft Office User" initials="M" lastIdx="0" clrIdx="762"/>
  <p:cmAuthor id="764" name="未知用户256" initials="未" lastIdx="0" clrIdx="763"/>
  <p:cmAuthor id="765" name="未知用户257" initials="未" lastIdx="0" clrIdx="764"/>
  <p:cmAuthor id="766" name="未知用户258" initials="未" lastIdx="0" clrIdx="765"/>
  <p:cmAuthor id="767" name="未知用户287" initials="未" lastIdx="0" clrIdx="766"/>
  <p:cmAuthor id="768" name="未知用户288" initials="未" lastIdx="0" clrIdx="767"/>
  <p:cmAuthor id="769" name="未知用户229" initials="未" lastIdx="0" clrIdx="768"/>
  <p:cmAuthor id="1411827" name="黄晓平" initials="黄" lastIdx="0" clrIdx="0"/>
  <p:cmAuthor id="770" name="未知用户262" initials="未" lastIdx="0" clrIdx="769"/>
  <p:cmAuthor id="1411828" name="山西公司计划部刘智" initials="u" lastIdx="1" clrIdx="18"/>
  <p:cmAuthor id="771" name="未知用户274" initials="未" lastIdx="0" clrIdx="770"/>
  <p:cmAuthor id="1411829" name="haha" initials="h" lastIdx="2" clrIdx="44"/>
  <p:cmAuthor id="772" name="yudi lin" initials="y" lastIdx="0" clrIdx="771"/>
  <p:cmAuthor id="773" name="未知用户249" initials="未" lastIdx="0" clrIdx="772"/>
  <p:cmAuthor id="774" name="sunqi" initials="s" lastIdx="0" clrIdx="773"/>
  <p:cmAuthor id="775" name="liuzga" initials="l" lastIdx="0" clrIdx="774"/>
  <p:cmAuthor id="776" name="永月墨夜" initials="永" lastIdx="0" clrIdx="775"/>
  <p:cmAuthor id="777" name="49554261@qq.com" initials="4" lastIdx="0" clrIdx="776"/>
  <p:cmAuthor id="778" name="未知用户230" initials="未" lastIdx="0" clrIdx="777"/>
  <p:cmAuthor id="779" name="未知用户241" initials="未" lastIdx="0" clrIdx="778"/>
  <p:cmAuthor id="780" name="未知用户313" initials="未" lastIdx="0" clrIdx="779"/>
  <p:cmAuthor id="781" name="胡岱雯" initials="胡" lastIdx="0" clrIdx="780"/>
  <p:cmAuthor id="782" name="张 成亚" initials="张" lastIdx="0" clrIdx="781"/>
  <p:cmAuthor id="783" name="未知用户268" initials="未" lastIdx="0" clrIdx="782"/>
  <p:cmAuthor id="784" name="未知用户246" initials="未" lastIdx="0" clrIdx="783"/>
  <p:cmAuthor id="785" name="未知用户213" initials="未" lastIdx="0" clrIdx="784"/>
  <p:cmAuthor id="786" name="未知用户218" initials="未" lastIdx="0" clrIdx="785"/>
  <p:cmAuthor id="787" name="未知用户219" initials="未" lastIdx="0" clrIdx="786"/>
  <p:cmAuthor id="788" name="未知用户344" initials="未" lastIdx="0" clrIdx="787"/>
  <p:cmAuthor id="789" name="未知用户345" initials="未" lastIdx="0" clrIdx="788"/>
  <p:cmAuthor id="790" name="未知用户347" initials="未" lastIdx="0" clrIdx="789"/>
  <p:cmAuthor id="791" name="未知用户348" initials="未" lastIdx="0" clrIdx="790"/>
  <p:cmAuthor id="792" name="糕酥...●—●" initials="糕" lastIdx="0" clrIdx="791"/>
  <p:cmAuthor id="793" name="jian Ray" initials="j" lastIdx="0" clrIdx="792"/>
  <p:cmAuthor id="794" name="未知用户255" initials="未" lastIdx="0" clrIdx="793"/>
  <p:cmAuthor id="795" name="未知用户235" initials="未" lastIdx="0" clrIdx="794"/>
  <p:cmAuthor id="796" name="未知用户236" initials="未" lastIdx="0" clrIdx="795"/>
  <p:cmAuthor id="797" name="未知用户237" initials="未" lastIdx="0" clrIdx="796"/>
  <p:cmAuthor id="798" name="�Ÿ�" initials="�" lastIdx="0" clrIdx="797"/>
  <p:cmAuthor id="799" name="未知用户221" initials="未" lastIdx="0" clrIdx="798"/>
  <p:cmAuthor id="800" name="jesschin" initials="j" lastIdx="0" clrIdx="799"/>
  <p:cmAuthor id="801" name="未知用户276" initials="未" lastIdx="0" clrIdx="800"/>
  <p:cmAuthor id="802" name="未知用户263" initials="未" lastIdx="0" clrIdx="801"/>
  <p:cmAuthor id="803" name="Carol Kelly" initials="C" lastIdx="0" clrIdx="802"/>
  <p:cmAuthor id="804" name="未知的使用者155" initials="未" lastIdx="0" clrIdx="803"/>
  <p:cmAuthor id="805" name="未知用户266" initials="未" lastIdx="0" clrIdx="804"/>
  <p:cmAuthor id="806" name="Unknown User58" initials="U" lastIdx="0" clrIdx="805"/>
  <p:cmAuthor id="807" name="Unknown User55" initials="U" lastIdx="0" clrIdx="806"/>
  <p:cmAuthor id="808" name="未知用户343" initials="未" lastIdx="0" clrIdx="807"/>
  <p:cmAuthor id="809" name="Huipeng Cao" initials="H" lastIdx="0" clrIdx="808"/>
  <p:cmAuthor id="810" name="李 雷雨" initials="李" lastIdx="0" clrIdx="809"/>
  <p:cmAuthor id="811" name="91257" initials="9" lastIdx="0" clrIdx="810"/>
  <p:cmAuthor id="812" name="vicky" initials="v" lastIdx="0" clrIdx="811"/>
  <p:cmAuthor id="813" name="未知用户358" initials="未" lastIdx="0" clrIdx="812"/>
  <p:cmAuthor id="814" name="未知用户359" initials="未" lastIdx="0" clrIdx="813"/>
  <p:cmAuthor id="815" name="未知用户360" initials="未" lastIdx="0" clrIdx="814"/>
  <p:cmAuthor id="816" name="未知用户361" initials="未" lastIdx="0" clrIdx="815"/>
  <p:cmAuthor id="817" name="未知用户364" initials="未" lastIdx="0" clrIdx="816"/>
  <p:cmAuthor id="818" name="Heyhx" initials="H" lastIdx="0" clrIdx="817"/>
  <p:cmAuthor id="819" name="不明使用者4" initials="不" lastIdx="0" clrIdx="818"/>
  <p:cmAuthor id="820" name="未知用户298" initials="未" lastIdx="0" clrIdx="819"/>
  <p:cmAuthor id="821" name="未知用户307" initials="未" lastIdx="0" clrIdx="820"/>
  <p:cmAuthor id="822" name="未知用户296" initials="未" lastIdx="0" clrIdx="821"/>
  <p:cmAuthor id="823" name="未知用户315" initials="未" lastIdx="0" clrIdx="822"/>
  <p:cmAuthor id="824" name="未知用户317" initials="未" lastIdx="0" clrIdx="823"/>
  <p:cmAuthor id="825" name="未知用户329" initials="未" lastIdx="0" clrIdx="824"/>
  <p:cmAuthor id="826" name="赵永成" initials="赵" lastIdx="0" clrIdx="825"/>
  <p:cmAuthor id="827" name="未知用户333" initials="未" lastIdx="0" clrIdx="826"/>
  <p:cmAuthor id="828" name="16640" initials="1" lastIdx="0" clrIdx="827"/>
  <p:cmAuthor id="829" name="Carol Wu" initials="C" lastIdx="0" clrIdx="828"/>
  <p:cmAuthor id="830" name="袖盈嘉茉" initials="袖" lastIdx="0" clrIdx="829"/>
  <p:cmAuthor id="831" name="Think" initials="T" lastIdx="0" clrIdx="830"/>
  <p:cmAuthor id="832" name="未知用户341" initials="未" lastIdx="0" clrIdx="831"/>
  <p:cmAuthor id="833" name="未知用户304" initials="未" lastIdx="0" clrIdx="832"/>
  <p:cmAuthor id="834" name="未知用户305" initials="未" lastIdx="0" clrIdx="833"/>
  <p:cmAuthor id="835" name="敢 王" initials="敢" lastIdx="0" clrIdx="834"/>
  <p:cmAuthor id="836" name="邓 勇" initials="邓" lastIdx="0" clrIdx="835"/>
  <p:cmAuthor id="837" name="陈城" initials="陈" lastIdx="0" clrIdx="836"/>
  <p:cmAuthor id="838" name="未知用户309" initials="未" lastIdx="0" clrIdx="837"/>
  <p:cmAuthor id="839" name="yangxy" initials="y" lastIdx="0" clrIdx="838"/>
  <p:cmAuthor id="840" name="未知用户311" initials="未" lastIdx="0" clrIdx="839"/>
  <p:cmAuthor id="841" name="未知用户312" initials="未" lastIdx="0" clrIdx="840"/>
  <p:cmAuthor id="842" name="未知用户402" initials="未" lastIdx="0" clrIdx="841"/>
  <p:cmAuthor id="843" name="未知用户314" initials="未" lastIdx="0" clrIdx="842"/>
  <p:cmAuthor id="844" name="晓  曲" initials="晓" lastIdx="0" clrIdx="843"/>
  <p:cmAuthor id="845" name="未知用户405" initials="未" lastIdx="0" clrIdx="844"/>
  <p:cmAuthor id="846" name="未知用户216" initials="未" lastIdx="0" clrIdx="845"/>
  <p:cmAuthor id="847" name="孟连磊" initials="孟" lastIdx="0" clrIdx="846"/>
  <p:cmAuthor id="848" name="未知用户384" initials="未" lastIdx="0" clrIdx="847"/>
  <p:cmAuthor id="849" name="未知的使用者177" initials="未" lastIdx="0" clrIdx="848"/>
  <p:cmAuthor id="850" name="未知用户386" initials="未" lastIdx="0" clrIdx="849"/>
  <p:cmAuthor id="851" name="未知用户387" initials="未" lastIdx="0" clrIdx="850"/>
  <p:cmAuthor id="852" name="未知用户388" initials="未" lastIdx="0" clrIdx="851"/>
  <p:cmAuthor id="853" name="未知用户411" initials="未" lastIdx="0" clrIdx="852"/>
  <p:cmAuthor id="854" name="未知用户389" initials="未" lastIdx="0" clrIdx="853"/>
  <p:cmAuthor id="855" name="西赆南琛" initials="西" lastIdx="0" clrIdx="854"/>
  <p:cmAuthor id="856" name="未知用户390" initials="未" lastIdx="0" clrIdx="855"/>
  <p:cmAuthor id="857" name="未知用户391" initials="未" lastIdx="0" clrIdx="856"/>
  <p:cmAuthor id="858" name="未知用户392" initials="未" lastIdx="0" clrIdx="857"/>
  <p:cmAuthor id="859" name="未知用户393" initials="未" lastIdx="0" clrIdx="858"/>
  <p:cmAuthor id="860" name="武戎" initials="武" lastIdx="0" clrIdx="859"/>
  <p:cmAuthor id="861" name="未知用户394" initials="未" lastIdx="0" clrIdx="860"/>
  <p:cmAuthor id="862" name="未知用户395" initials="未" lastIdx="0" clrIdx="861"/>
  <p:cmAuthor id="863" name="未知用户396" initials="未" lastIdx="0" clrIdx="862"/>
  <p:cmAuthor id="864" name="未知用户406" initials="未" lastIdx="0" clrIdx="863"/>
  <p:cmAuthor id="865" name="未知用户397" initials="未" lastIdx="0" clrIdx="864"/>
  <p:cmAuthor id="866" name="未知用户407" initials="未" lastIdx="0" clrIdx="865"/>
  <p:cmAuthor id="867" name="未知用户398" initials="未" lastIdx="0" clrIdx="866"/>
  <p:cmAuthor id="868" name="未知用户399" initials="未" lastIdx="0" clrIdx="867"/>
  <p:cmAuthor id="869" name="未知用户400" initials="未" lastIdx="0" clrIdx="868"/>
  <p:cmAuthor id="870" name="未知用户401" initials="未" lastIdx="0" clrIdx="869"/>
  <p:cmAuthor id="871" name="未知用户420" initials="未" lastIdx="0" clrIdx="870"/>
  <p:cmAuthor id="872" name="未知用户421" initials="未" lastIdx="0" clrIdx="871"/>
  <p:cmAuthor id="873" name="未知用户422" initials="未" lastIdx="0" clrIdx="872"/>
  <p:cmAuthor id="874" name="未知用户423" initials="未" lastIdx="0" clrIdx="873"/>
  <p:cmAuthor id="875" name="奇点" initials="奇" lastIdx="0" clrIdx="874"/>
  <p:cmAuthor id="876" name="未知用户424" initials="未" lastIdx="0" clrIdx="875"/>
  <p:cmAuthor id="877" name="未知用户419" initials="未" lastIdx="0" clrIdx="876"/>
  <p:cmAuthor id="878" name="未知用户425" initials="未" lastIdx="0" clrIdx="877"/>
  <p:cmAuthor id="879" name="未知用户426" initials="未" lastIdx="0" clrIdx="878"/>
  <p:cmAuthor id="880" name="未知用户427" initials="未" lastIdx="0" clrIdx="879"/>
  <p:cmAuthor id="881" name="未知用户428" initials="未" lastIdx="0" clrIdx="880"/>
  <p:cmAuthor id="882" name="未知用户429" initials="未" lastIdx="0" clrIdx="881"/>
  <p:cmAuthor id="883" name="未知用户430" initials="未" lastIdx="0" clrIdx="882"/>
  <p:cmAuthor id="884" name="刘付平" initials="刘" lastIdx="0" clrIdx="883"/>
  <p:cmAuthor id="885" name="未知用户431" initials="未" lastIdx="0" clrIdx="884"/>
  <p:cmAuthor id="886" name="未知用户432" initials="未" lastIdx="0" clrIdx="885"/>
  <p:cmAuthor id="887" name="晚·峰" initials="晚" lastIdx="0" clrIdx="886"/>
  <p:cmAuthor id="888" name="未知用户433" initials="未" lastIdx="0" clrIdx="887"/>
  <p:cmAuthor id="889" name="未知用户434" initials="未" lastIdx="0" clrIdx="888"/>
  <p:cmAuthor id="890" name="未知用户435" initials="未" lastIdx="0" clrIdx="889"/>
  <p:cmAuthor id="891" name="未知用户436" initials="未" lastIdx="0" clrIdx="890"/>
  <p:cmAuthor id="892" name="未知用户437" initials="未" lastIdx="0" clrIdx="891"/>
  <p:cmAuthor id="893" name="未知用户438" initials="未" lastIdx="0" clrIdx="892"/>
  <p:cmAuthor id="894" name="未知用户417" initials="未" lastIdx="0" clrIdx="893"/>
  <p:cmAuthor id="895" name="未知用户439" initials="未" lastIdx="0" clrIdx="894"/>
  <p:cmAuthor id="896" name="未知用户440" initials="未" lastIdx="0" clrIdx="895"/>
  <p:cmAuthor id="897" name="未知用户441" initials="未" lastIdx="0" clrIdx="896"/>
  <p:cmAuthor id="898" name="ccc" initials="c" lastIdx="0" clrIdx="897"/>
  <p:cmAuthor id="899" name="未知用户442" initials="未" lastIdx="0" clrIdx="898"/>
  <p:cmAuthor id="900" name="未知用户443" initials="未" lastIdx="0" clrIdx="899"/>
  <p:cmAuthor id="901" name="未知用户444" initials="未" lastIdx="0" clrIdx="900"/>
  <p:cmAuthor id="902" name="未知用户445" initials="未" lastIdx="0" clrIdx="901"/>
  <p:cmAuthor id="903" name="未知用户446" initials="未" lastIdx="0" clrIdx="902"/>
  <p:cmAuthor id="904" name="未知用户447" initials="未" lastIdx="0" clrIdx="903"/>
  <p:cmAuthor id="905" name="未知用户448" initials="未" lastIdx="0" clrIdx="904"/>
  <p:cmAuthor id="906" name="未知用户326" initials="未" lastIdx="0" clrIdx="905"/>
  <p:cmAuthor id="907" name="未知用户365" initials="未" lastIdx="0" clrIdx="906"/>
  <p:cmAuthor id="908" name="zcy" initials="z" lastIdx="0" clrIdx="907"/>
  <p:cmAuthor id="909" name="未知用户366" initials="未" lastIdx="0" clrIdx="908"/>
  <p:cmAuthor id="910" name="崔艳鹏" initials="崔" lastIdx="0" clrIdx="909"/>
  <p:cmAuthor id="911" name="未知用户367" initials="未" lastIdx="0" clrIdx="910"/>
  <p:cmAuthor id="912" name="DELL" initials="D" lastIdx="0" clrIdx="911"/>
  <p:cmAuthor id="913" name="未知用户368" initials="未" lastIdx="0" clrIdx="912"/>
  <p:cmAuthor id="914" name="HZS00" initials="H" lastIdx="0" clrIdx="913"/>
  <p:cmAuthor id="915" name="8613250766486" initials="8" lastIdx="0" clrIdx="914"/>
  <p:cmAuthor id="916" name="丁喆彤" initials="丁" lastIdx="0" clrIdx="915"/>
  <p:cmAuthor id="917" name="yeqq06" initials="y" lastIdx="0" clrIdx="916"/>
  <p:cmAuthor id="918" name="张辉" initials="张" lastIdx="0" clrIdx="917"/>
  <p:cmAuthor id="919" name="hainan zheng" initials="h" lastIdx="0" clrIdx="918"/>
  <p:cmAuthor id="920" name="杨强" initials="杨" lastIdx="0" clrIdx="919"/>
  <p:cmAuthor id="921" name="gayxb" initials="g" lastIdx="0" clrIdx="920"/>
  <p:cmAuthor id="922" name="檀晟 陈" initials="檀晟" lastIdx="0" clrIdx="921"/>
  <p:cmAuthor id="923" name="lish54" initials="l" lastIdx="0" clrIdx="922"/>
  <p:cmAuthor id="924" name="百里 长青" initials="百" lastIdx="0" clrIdx="923"/>
  <p:cmAuthor id="925" name="wenle369@sina.com" initials="w" lastIdx="0" clrIdx="924"/>
  <p:cmAuthor id="926" name="殷 积波" initials="殷" lastIdx="0" clrIdx="925"/>
  <p:cmAuthor id="927" name="启浩" initials="启" lastIdx="0" clrIdx="926"/>
  <p:cmAuthor id="928" name="袨?嗴?傤?" initials="袨" lastIdx="0" clrIdx="927"/>
  <p:cmAuthor id="929" name="林玲 郑" initials="林" lastIdx="0" clrIdx="928"/>
  <p:cmAuthor id="930" name="554154816@qq.com" initials="5" lastIdx="0" clrIdx="929"/>
  <p:cmAuthor id="931" name="未知用户192" initials="未" lastIdx="0" clrIdx="930"/>
  <p:cmAuthor id="932" name="未知用户379" initials="未" lastIdx="0" clrIdx="931"/>
  <p:cmAuthor id="933" name="未知用户418" initials="未" lastIdx="0" clrIdx="932"/>
  <p:cmAuthor id="934" name="未知用户271" initials="未" lastIdx="0" clrIdx="933"/>
  <p:cmAuthor id="935" name="未知用户381" initials="未" lastIdx="0" clrIdx="934"/>
  <p:cmAuthor id="936" name="未知用户382" initials="未" lastIdx="0" clrIdx="935"/>
  <p:cmAuthor id="937" name="未知用户383" initials="未" lastIdx="0" clrIdx="936"/>
  <p:cmAuthor id="938" name="sizx" initials="s" lastIdx="0" clrIdx="937"/>
  <p:cmAuthor id="939" name="雨林木风" initials="雨" lastIdx="0" clrIdx="938"/>
  <p:cmAuthor id="940" name="未知用户385" initials="未" lastIdx="0" clrIdx="939"/>
  <p:cmAuthor id="941" name="池依曼" initials="池" lastIdx="0" clrIdx="940"/>
  <p:cmAuthor id="942" name="未知用户231" initials="未" lastIdx="0" clrIdx="941"/>
  <p:cmAuthor id="943" name="未知用户232" initials="未" lastIdx="0" clrIdx="942"/>
  <p:cmAuthor id="944" name="未知用户226" initials="未" lastIdx="0" clrIdx="943"/>
  <p:cmAuthor id="945" name="亚运 曹" initials="亚" lastIdx="0" clrIdx="944"/>
  <p:cmAuthor id="946" name="车旭" initials="车" lastIdx="0" clrIdx="945"/>
  <p:cmAuthor id="947" name="lp" initials="l" lastIdx="0" clrIdx="946"/>
  <p:cmAuthor id="948" name="张正明" initials="张" lastIdx="0" clrIdx="947"/>
  <p:cmAuthor id="949" name="FANG SUN" initials="F" lastIdx="0" clrIdx="948"/>
  <p:cmAuthor id="950" name="富德生命人寿" initials="富" lastIdx="0" clrIdx="949"/>
  <p:cmAuthor id="951" name="袁缘" initials="袁" lastIdx="0" clrIdx="950"/>
  <p:cmAuthor id="952" name="未知用户416" initials="未" lastIdx="0" clrIdx="951"/>
  <p:cmAuthor id="953" name="tonghailan" initials="t" lastIdx="0" clrIdx="952"/>
  <p:cmAuthor id="954" name="未知用户404" initials="未" lastIdx="0" clrIdx="953"/>
  <p:cmAuthor id="955" name="未知用户408" initials="未" lastIdx="0" clrIdx="954"/>
  <p:cmAuthor id="287643681" name="殷格非" initials="殷" lastIdx="2" clrIdx="0"/>
  <p:cmAuthor id="956" name="未知用户409" initials="未" lastIdx="0" clrIdx="955"/>
  <p:cmAuthor id="287643682" name="z r" initials="zr" lastIdx="5" clrIdx="12"/>
  <p:cmAuthor id="957" name="未知用户412" initials="未" lastIdx="0" clrIdx="956"/>
  <p:cmAuthor id="287643683" name="lc xue" initials="lx" lastIdx="1" clrIdx="22"/>
  <p:cmAuthor id="958" name="未知用户413" initials="未" lastIdx="0" clrIdx="957"/>
  <p:cmAuthor id="287643684" name="孟芳芳（借调）" initials="V" lastIdx="2" clrIdx="37"/>
  <p:cmAuthor id="959" name="未知用户414" initials="未" lastIdx="0" clrIdx="958"/>
  <p:cmAuthor id="287643685" name="安 启飞" initials="安" lastIdx="2" clrIdx="37"/>
  <p:cmAuthor id="960" name="未知用户415" initials="未" lastIdx="0" clrIdx="959"/>
  <p:cmAuthor id="287643686" name="YaoChunfen" initials="Y" lastIdx="1" clrIdx="39"/>
  <p:cmAuthor id="961" name="未知用户215" initials="未" lastIdx="0" clrIdx="960"/>
  <p:cmAuthor id="287643687" name="cheng" initials="c" lastIdx="13" clrIdx="0"/>
  <p:cmAuthor id="962" name="未知用户217" initials="未" lastIdx="0" clrIdx="961"/>
  <p:cmAuthor id="963" name="未知用户261" initials="未" lastIdx="0" clrIdx="962"/>
  <p:cmAuthor id="964" name="未知用户371" initials="未" lastIdx="0" clrIdx="963"/>
  <p:cmAuthor id="965" name="未知用户370" initials="未" lastIdx="0" clrIdx="964"/>
  <p:cmAuthor id="966" name="DldUlcks" initials="D" lastIdx="0" clrIdx="965"/>
  <p:cmAuthor id="967" name="未知用户286" initials="未" lastIdx="0" clrIdx="966"/>
  <p:cmAuthor id="968" name="未知用户373" initials="未" lastIdx="0" clrIdx="967"/>
  <p:cmAuthor id="969" name="未知用户350" initials="未" lastIdx="0" clrIdx="968"/>
  <p:cmAuthor id="970" name="WPS_1716908770" initials="W" lastIdx="0" clrIdx="969"/>
  <p:cmAuthor id="971" name="未知用户351" initials="未" lastIdx="0" clrIdx="970"/>
  <p:cmAuthor id="972" name="未知用户352" initials="未" lastIdx="0" clrIdx="971"/>
  <p:cmAuthor id="973" name="未知用户353" initials="未" lastIdx="0" clrIdx="972"/>
  <p:cmAuthor id="974" name="未知用户354" initials="未" lastIdx="0" clrIdx="973"/>
  <p:cmAuthor id="975" name="未知用户355" initials="未" lastIdx="0" clrIdx="974"/>
  <p:cmAuthor id="976" name="未知用户356" initials="未" lastIdx="0" clrIdx="975"/>
  <p:cmAuthor id="977" name="未知用户378" initials="未" lastIdx="0" clrIdx="976"/>
  <p:cmAuthor id="978" name="未知用户357" initials="未" lastIdx="0" clrIdx="977"/>
  <p:cmAuthor id="979" name="未知用户362" initials="未" lastIdx="0" clrIdx="978"/>
  <p:cmAuthor id="980" name="未知用户363" initials="未" lastIdx="0" clrIdx="979"/>
  <p:cmAuthor id="981" name="未知用户374" initials="未" lastIdx="0" clrIdx="980"/>
  <p:cmAuthor id="982" name="未知用户375" initials="未" lastIdx="0" clrIdx="981"/>
  <p:cmAuthor id="983" name="未知用户369" initials="未" lastIdx="0" clrIdx="982"/>
  <p:cmAuthor id="984" name="未知用户376" initials="未" lastIdx="0" clrIdx="983"/>
  <p:cmAuthor id="985" name="吴开云" initials="吴" lastIdx="0" clrIdx="984"/>
  <p:cmAuthor id="986" name="未知用户377" initials="未" lastIdx="0" clrIdx="985"/>
  <p:cmAuthor id="987" name="未知用户372" initials="未" lastIdx="0" clrIdx="986"/>
  <p:cmAuthor id="988" name="Xzjd" initials="X" lastIdx="0" clrIdx="987"/>
  <p:cmAuthor id="989" name="于浣" initials="于" lastIdx="0" clrIdx="988"/>
  <p:cmAuthor id="990" name="未知用户451" initials="未" lastIdx="0" clrIdx="989"/>
  <p:cmAuthor id="991" name="未知用户466" initials="未" lastIdx="0" clrIdx="990"/>
  <p:cmAuthor id="992" name="李进进" initials="李" lastIdx="0" clrIdx="991"/>
  <p:cmAuthor id="993" name="未知用户460" initials="未" lastIdx="0" clrIdx="992"/>
  <p:cmAuthor id="994" name="小粟勺" initials="小" lastIdx="0" clrIdx="993"/>
  <p:cmAuthor id="995" name="未知用户454" initials="未" lastIdx="0" clrIdx="994"/>
  <p:cmAuthor id="996" name="未知用户461" initials="未" lastIdx="0" clrIdx="995"/>
  <p:cmAuthor id="997" name="未知用户455" initials="未" lastIdx="0" clrIdx="996"/>
  <p:cmAuthor id="998" name="未知用户462" initials="未" lastIdx="0" clrIdx="997"/>
  <p:cmAuthor id="999" name="未知用户465" initials="未" lastIdx="0" clrIdx="998"/>
  <p:cmAuthor id="1000" name="未知用户457" initials="未" lastIdx="0" clrIdx="999"/>
  <p:cmAuthor id="1001" name="未知用户450" initials="未" lastIdx="0" clrIdx="1000"/>
  <p:cmAuthor id="1002" name="时光" initials="时" lastIdx="0" clrIdx="1001"/>
  <p:cmAuthor id="1003" name="黄炜" initials="黄" lastIdx="0" clrIdx="1002"/>
  <p:cmAuthor id="1004" name="未知用户463" initials="未" lastIdx="0" clrIdx="1003"/>
  <p:cmAuthor id="1005" name="未知用户467" initials="未" lastIdx="0" clrIdx="1004"/>
  <p:cmAuthor id="1006" name="NTKO" initials="H" lastIdx="0" clrIdx="1005"/>
  <p:cmAuthor id="1007" name="未知用户468" initials="未" lastIdx="0" clrIdx="1006"/>
  <p:cmAuthor id="1008" name="未知用户469" initials="未" lastIdx="0" clrIdx="1007"/>
  <p:cmAuthor id="1009" name="秀雪 贾" initials="秀贾" lastIdx="0" clrIdx="1008"/>
  <p:cmAuthor id="1010" name="未知用户458" initials="未" lastIdx="0" clrIdx="1009"/>
  <p:cmAuthor id="1011" name="xiaoming chang" initials="xc" lastIdx="0" clrIdx="1010"/>
  <p:cmAuthor id="1012" name="未知用户470" initials="未" lastIdx="0" clrIdx="1011"/>
  <p:cmAuthor id="1013" name="梁光灯_iI7bJ7vm" initials="authorId_510858482" lastIdx="0" clrIdx="1012"/>
  <p:cmAuthor id="1014" name="未知用户471" initials="未" lastIdx="0" clrIdx="1013"/>
  <p:cmAuthor id="1015" name="AI" initials="A" lastIdx="0" clrIdx="1014"/>
  <p:cmAuthor id="1016" name="WPS_1686010660" initials="W" lastIdx="0" clrIdx="1015"/>
  <p:cmAuthor id="1017" name="未知用户472" initials="未" lastIdx="0" clrIdx="1016"/>
  <p:cmAuthor id="1018" name="罗平_QfY3MnyU" initials="authorId_1512265542" lastIdx="0" clrIdx="1017"/>
  <p:cmAuthor id="1019" name="未知用户473" initials="未" lastIdx="0" clrIdx="1018"/>
  <p:cmAuthor id="1020" name="虞新颖_36fmV3QV" initials="authorId_321496044" lastIdx="0" clrIdx="1019"/>
  <p:cmAuthor id="1021" name="zhaojunjie" initials="z" lastIdx="0" clrIdx="1020"/>
  <p:cmAuthor id="1022" name="鲁琪_ayIzYrYZ" initials="authorId_602698507" lastIdx="0" clrIdx="1021"/>
  <p:cmAuthor id="1023" name="未知用户453" initials="未" lastIdx="0" clrIdx="1022"/>
  <p:cmAuthor id="1024" name="黄百成_m6Jjq6bQ" initials="authorId_901868002" lastIdx="0" clrIdx="1023"/>
  <p:cmAuthor id="1025" name="未知用户474" initials="未" lastIdx="0" clrIdx="1024"/>
  <p:cmAuthor id="1026" name="刘浩" initials="刘" lastIdx="0" clrIdx="1025"/>
  <p:cmAuthor id="1027" name="未知用户475" initials="未" lastIdx="0" clrIdx="1026"/>
  <p:cmAuthor id="1028" name="Vivian Liu" initials="VL" lastIdx="0" clrIdx="1027"/>
  <p:cmAuthor id="1029" name="未知用户476" initials="未" lastIdx="0" clrIdx="1028"/>
  <p:cmAuthor id="1030" name="李 富岩" initials="李" lastIdx="0" clrIdx="1029"/>
  <p:cmAuthor id="1031" name="未知用户459" initials="未" lastIdx="0" clrIdx="1030"/>
  <p:cmAuthor id="1032" name="伟哥" initials="伟哥" lastIdx="0" clrIdx="1031"/>
  <p:cmAuthor id="1033" name="未知用户489" initials="未" lastIdx="0" clrIdx="1032"/>
  <p:cmAuthor id="1034" name="YY" initials="Y" lastIdx="0" clrIdx="1033"/>
  <p:cmAuthor id="1035" name="lihui" initials="l" lastIdx="0" clrIdx="1034"/>
  <p:cmAuthor id="1036" name="未知用户488" initials="未" lastIdx="0" clrIdx="1035"/>
  <p:cmAuthor id="1037" name="朗 月" initials="朗" lastIdx="0" clrIdx="1036"/>
  <p:cmAuthor id="1038" name="木漏れ日" initials="木" lastIdx="0" clrIdx="1037"/>
  <p:cmAuthor id="1039" name="未知用户490" initials="未" lastIdx="0" clrIdx="1038"/>
  <p:cmAuthor id="1040" name="sk" initials="s" lastIdx="0" clrIdx="1039"/>
  <p:cmAuthor id="1041" name="未知用户477" initials="未" lastIdx="0" clrIdx="1040"/>
  <p:cmAuthor id="1042" name="未知用户478" initials="未" lastIdx="0" clrIdx="1041"/>
  <p:cmAuthor id="1043" name="张磊" initials="张" lastIdx="0" clrIdx="1042"/>
  <p:cmAuthor id="1044" name="未知用户479" initials="未" lastIdx="0" clrIdx="1043"/>
  <p:cmAuthor id="1045" name="未知用户480" initials="未" lastIdx="0" clrIdx="1044"/>
  <p:cmAuthor id="1046" name="未知用户481" initials="未" lastIdx="0" clrIdx="1045"/>
  <p:cmAuthor id="1047" name="未知用户482" initials="未" lastIdx="0" clrIdx="1046"/>
  <p:cmAuthor id="1048" name="未知用户483" initials="未" lastIdx="0" clrIdx="1047"/>
  <p:cmAuthor id="1049" name="未知用户484" initials="未" lastIdx="0" clrIdx="1048"/>
  <p:cmAuthor id="1050" name="未知用户485" initials="未" lastIdx="0" clrIdx="1049"/>
  <p:cmAuthor id="1051" name="未知用户486" initials="未" lastIdx="0" clrIdx="1050"/>
  <p:cmAuthor id="1052" name="未知用户452" initials="未" lastIdx="0" clrIdx="1051"/>
  <p:cmAuthor id="1053" name="未知用户456" initials="未" lastIdx="0" clrIdx="1052"/>
  <p:cmAuthor id="1054" name="未知用户464" initials="未" lastIdx="0" clrIdx="1053"/>
  <p:cmAuthor id="1055" name="未知用户487" initials="未" lastIdx="0" clrIdx="1054"/>
  <p:cmAuthor id="1056" name="部室管理员/软件开发中心/总行机关/ABC" initials="部" lastIdx="0" clrIdx="1055"/>
  <p:cmAuthor id="1057" name="未知用户259" initials="未" lastIdx="0" clrIdx="1056"/>
  <p:cmAuthor id="1058" name="XIAN" initials="X" lastIdx="0" clrIdx="1057"/>
  <p:cmAuthor id="1059" name="weilizz" initials="weilizz" lastIdx="0" clrIdx="1058"/>
  <p:cmAuthor id="1060" name="Wang lei" initials="W" lastIdx="0" clrIdx="1059"/>
  <p:cmAuthor id="1061" name="shanshuyao@sd.cmcc" initials="shanshuyao@sd.cmcc" lastIdx="0" clrIdx="1060"/>
  <p:cmAuthor id="1062" name="huangweijing" initials="h" lastIdx="0" clrIdx="1061"/>
  <p:cmAuthor id="1063" name="seki" initials="s" lastIdx="0" clrIdx="1062"/>
  <p:cmAuthor id="1064" name="guoshasha@hq.cmcc" initials="guoshasha" lastIdx="0" clrIdx="1063"/>
  <p:cmAuthor id="1065" name="刘佳颖" initials="刘" lastIdx="0" clrIdx="1064"/>
  <p:cmAuthor id="1066" name="未知用户270" initials="未" lastIdx="0" clrIdx="1065"/>
  <p:cmAuthor id="1067" name="USER631805" initials="U" lastIdx="0" clrIdx="1066"/>
  <p:cmAuthor id="1068" name="zhangbai" initials="z" lastIdx="0" clrIdx="1067"/>
  <p:cmAuthor id="1069" name="Daigy" initials="D" lastIdx="0" clrIdx="1068"/>
  <p:cmAuthor id="1070" name="俊呈 賴" initials="俊" lastIdx="0" clrIdx="1069"/>
  <p:cmAuthor id="1071" name="姜香利" initials="姜" lastIdx="0" clrIdx="1070"/>
  <p:cmAuthor id="1072" name="wink" initials="w" lastIdx="0" clrIdx="1071"/>
  <p:cmAuthor id="1073" name="Nero" initials="N" lastIdx="0" clrIdx="1072"/>
  <p:cmAuthor id="1074" name="yifan song" initials="y" lastIdx="0" clrIdx="1073"/>
  <p:cmAuthor id="1075" name="00332340" initials="0" lastIdx="0" clrIdx="1074"/>
  <p:cmAuthor id="1076" name="00260515" initials="HRP" lastIdx="0" clrIdx="1075"/>
  <p:cmAuthor id="1077" name="莊安君" initials="莊" lastIdx="0" clrIdx="1076"/>
  <p:cmAuthor id="1078" name="陳建璋" initials="陳" lastIdx="0" clrIdx="1077"/>
  <p:cmAuthor id="1079" name="建璋" initials="建" lastIdx="0" clrIdx="1078"/>
  <p:cmAuthor id="1080" name="77482" initials="7" lastIdx="0" clrIdx="1079"/>
  <p:cmAuthor id="1081" name="未知用户265" initials="未" lastIdx="0" clrIdx="1080"/>
  <p:cmAuthor id="1082" name="未知用户267" initials="未" lastIdx="0" clrIdx="1081"/>
  <p:cmAuthor id="1083" name="WPS_1592556096" initials="W" lastIdx="0" clrIdx="1082"/>
  <p:cmAuthor id="1084" name="liuxie" initials="l" lastIdx="0" clrIdx="1083"/>
  <p:cmAuthor id="1085" name="张因然10112423" initials="1" lastIdx="0" clrIdx="1084"/>
  <p:cmAuthor id="1086" name="陈依依" initials="陈" lastIdx="0" clrIdx="1085"/>
  <p:cmAuthor id="1087" name="未知用户242" initials="未" lastIdx="0" clrIdx="1086"/>
  <p:cmAuthor id="1088" name="10024885" initials="1" lastIdx="0" clrIdx="1087"/>
  <p:cmAuthor id="1089" name="未知用户227" initials="未" lastIdx="0" clrIdx="1088"/>
  <p:cmAuthor id="1090" name="未知用户299" initials="未" lastIdx="0" clrIdx="1089"/>
  <p:cmAuthor id="1091" name="10181267" initials="1" lastIdx="0" clrIdx="1090"/>
  <p:cmAuthor id="1092" name="10009993" initials="1" lastIdx="0" clrIdx="1091"/>
  <p:cmAuthor id="1093" name="10161768" initials="1" lastIdx="0" clrIdx="1092"/>
  <p:cmAuthor id="1094" name="10023731" initials="1" lastIdx="0" clrIdx="1093"/>
  <p:cmAuthor id="1095" name="許詩婕" initials="許" lastIdx="0" clrIdx="1094"/>
  <p:cmAuthor id="1096" name="jinpengcheng" initials="j" lastIdx="0" clrIdx="1095"/>
  <p:cmAuthor id="1097" name="高飞" initials="高" lastIdx="0" clrIdx="1096"/>
  <p:cmAuthor id="1098" name="minil" initials="m" lastIdx="0" clrIdx="1097"/>
  <p:cmAuthor id="1099" name="xzb1" initials="x" lastIdx="0" clrIdx="1098"/>
  <p:cmAuthor id="1100" name="15106" initials="1" lastIdx="0" clrIdx="1099"/>
  <p:cmAuthor id="1101" name="赵 璐" initials="赵" lastIdx="0" clrIdx="1100"/>
  <p:cmAuthor id="1102" name="Zhu, Hawk" initials="Z" lastIdx="0" clrIdx="1101"/>
  <p:cmAuthor id="1103" name="tanjp" initials="t" lastIdx="0" clrIdx="1102"/>
  <p:cmAuthor id="1104" name="ma jialin" initials="mj" lastIdx="0" clrIdx="1103"/>
  <p:cmAuthor id="1105" name="YS" initials="Y" lastIdx="0" clrIdx="1104"/>
  <p:cmAuthor id="1106" name="q1521" initials="q" lastIdx="0" clrIdx="1105"/>
  <p:cmAuthor id="1107" name="刘海娜|liuhaina" initials="W用" lastIdx="0" clrIdx="1106"/>
  <p:cmAuthor id="1108" name="goforever814" initials="g" lastIdx="0" clrIdx="1107"/>
  <p:cmAuthor id="1109" name="10285279" initials="1" lastIdx="0" clrIdx="1108"/>
  <p:cmAuthor id="1110" name="10036782" initials="1" lastIdx="0" clrIdx="1109"/>
  <p:cmAuthor id="1111" name="Jdi" initials="J" lastIdx="0" clrIdx="1110"/>
  <p:cmAuthor id="1112" name="番茄^_^" initials="番" lastIdx="0" clrIdx="1111"/>
  <p:cmAuthor id="1113" name="未知用户337" initials="未" lastIdx="0" clrIdx="1112"/>
  <p:cmAuthor id="1114" name="未知用户239" initials="未" lastIdx="0" clrIdx="1113"/>
  <p:cmAuthor id="1115" name="chenmh" initials="c" lastIdx="0" clrIdx="1114"/>
  <p:cmAuthor id="1116" name="CVTEr" initials="C" lastIdx="0" clrIdx="1115"/>
  <p:cmAuthor id="1117" name="许愿池的~" initials="许" lastIdx="0" clrIdx="1116"/>
  <p:cmAuthor id="1118" name="June C" initials="J" lastIdx="0" clrIdx="1117"/>
  <p:cmAuthor id="1119" name="00270" initials="0" lastIdx="0" clrIdx="1118"/>
  <p:cmAuthor id="1120" name="IBM_USER" initials="I" lastIdx="0" clrIdx="1119"/>
  <p:cmAuthor id="1121" name="aa" initials="a" lastIdx="0" clrIdx="1120"/>
  <p:cmAuthor id="1122" name="shinevin liu" initials="s" lastIdx="0" clrIdx="1121"/>
  <p:cmAuthor id="1123" name="Davidpeng" initials="D" lastIdx="0" clrIdx="1122"/>
  <p:cmAuthor id="1124" name="dbc" initials="d" lastIdx="0" clrIdx="1123"/>
  <p:cmAuthor id="1125" name="吴军影" initials="吴" lastIdx="0" clrIdx="1124"/>
  <p:cmAuthor id="1126" name="冯学沛" initials="冯" lastIdx="0" clrIdx="1125"/>
  <p:cmAuthor id="1127" name="杨 超" initials="杨" lastIdx="0" clrIdx="1126"/>
  <p:cmAuthor id="1128" name="董艺萱00344473" initials="董艺萱003444" lastIdx="0" clrIdx="1127"/>
  <p:cmAuthor id="1129" name="Rex" initials="R" lastIdx="0" clrIdx="1128"/>
  <p:cmAuthor id="1130" name="张晓燕(内蒙古巴彦淖尔)" initials="张" lastIdx="0" clrIdx="1129"/>
  <p:cmAuthor id="1131" name="10270505" initials="1" lastIdx="0" clrIdx="1130"/>
  <p:cmAuthor id="1132" name="10145512" initials="1" lastIdx="0" clrIdx="1131"/>
  <p:cmAuthor id="1133" name="liyanit02" initials="l" lastIdx="0" clrIdx="1132"/>
  <p:cmAuthor id="1134" name="00025099" initials="0" lastIdx="0" clrIdx="1133"/>
  <p:cmAuthor id="1135" name="10225041" initials="1" lastIdx="0" clrIdx="1134"/>
  <p:cmAuthor id="1136" name="00242950" initials="0" lastIdx="0" clrIdx="1135"/>
  <p:cmAuthor id="1137" name="Evander Wan" initials="E" lastIdx="0" clrIdx="1136"/>
  <p:cmAuthor id="1138" name="10129659" initials="1" lastIdx="0" clrIdx="1137"/>
  <p:cmAuthor id="1139" name="10033218" initials="1" lastIdx="0" clrIdx="1138"/>
  <p:cmAuthor id="1140" name="10096786" initials="1" lastIdx="0" clrIdx="1139"/>
  <p:cmAuthor id="1141" name="bing" initials="b" lastIdx="0" clrIdx="1140"/>
  <p:cmAuthor id="1142" name="hh" initials="h" lastIdx="0" clrIdx="1141"/>
  <p:cmAuthor id="1143" name="jinfanbo" initials="j" lastIdx="0" clrIdx="1142"/>
  <p:cmAuthor id="1144" name="Hope0187" initials="H" lastIdx="0" clrIdx="1143"/>
  <p:cmAuthor id="1145" name="daiyi06" initials="d" lastIdx="0" clrIdx="1144"/>
  <p:cmAuthor id="1146" name="James Conard" initials="J" lastIdx="0" clrIdx="1145"/>
  <p:cmAuthor id="1147" name="10078316" initials="1" lastIdx="0" clrIdx="1146"/>
  <p:cmAuthor id="1148" name="Cpic" initials="C" lastIdx="0" clrIdx="1147"/>
  <p:cmAuthor id="1149" name="Tea" initials="T" lastIdx="0" clrIdx="1148"/>
  <p:cmAuthor id="1150" name="储贤民" initials="储" lastIdx="0" clrIdx="1149"/>
  <p:cmAuthor id="1151" name="刘 念" initials="刘" lastIdx="0" clrIdx="1150"/>
  <p:cmAuthor id="1152" name="Wangzhi gang" initials="W" lastIdx="0" clrIdx="1151"/>
  <p:cmAuthor id="1153" name="微笑" initials="微" lastIdx="0" clrIdx="1152"/>
  <p:cmAuthor id="1154" name="李柯然" initials="李" lastIdx="0" clrIdx="1153"/>
  <p:cmAuthor id="1155" name="LENOVO" initials="L" lastIdx="0" clrIdx="1154"/>
  <p:cmAuthor id="1156" name="王玉" initials="王" lastIdx="0" clrIdx="1155"/>
  <p:cmAuthor id="1157" name="小迷糊" initials="小" lastIdx="0" clrIdx="1156"/>
  <p:cmAuthor id="1158" name="Ming Zuo" initials="M" lastIdx="0" clrIdx="1157"/>
  <p:cmAuthor id="1159" name="dreamsummit" initials="d" lastIdx="0" clrIdx="1158"/>
  <p:cmAuthor id="1160" name="张 博" initials="张" lastIdx="0" clrIdx="1159"/>
  <p:cmAuthor id="1161" name="LS" initials="L" lastIdx="0" clrIdx="1160"/>
  <p:cmAuthor id="1162" name="McGlasson, Louise" initials="M" lastIdx="0" clrIdx="1161"/>
  <p:cmAuthor id="1163" name="Morgan, Aaron" initials="M" lastIdx="0" clrIdx="1162"/>
  <p:cmAuthor id="1164" name="weige" initials="w" lastIdx="0" clrIdx="1163"/>
  <p:cmAuthor id="1165" name="shye_EbMrZnMJ" initials="authorId_858303361" lastIdx="0" clrIdx="1164"/>
  <p:cmAuthor id="1166" name="李 俊琦" initials="李" lastIdx="0" clrIdx="1165"/>
  <p:cmAuthor id="1167" name="王伟栋_ymIjy2uI" initials="authorId_1008746-10055544" lastIdx="0" clrIdx="1166"/>
  <p:cmAuthor id="1168" name="沈 鹤" initials="沈" lastIdx="0" clrIdx="1167"/>
  <p:cmAuthor id="1169" name="jilin" initials="j" lastIdx="0" clrIdx="1168"/>
  <p:cmAuthor id="1170" name="xuting@sn.cmcc" initials="A" lastIdx="0" clrIdx="1169"/>
  <p:cmAuthor id="1171" name="王保青-pah" initials="王" lastIdx="0" clrIdx="1170"/>
  <p:cmAuthor id="1172" name="范 斌" initials="范" lastIdx="0" clrIdx="1171"/>
  <p:cmAuthor id="1173" name="毕邺" initials="党委办公室" lastIdx="0" clrIdx="1172"/>
  <p:cmAuthor id="1174" name="Jason Li" initials="J" lastIdx="0" clrIdx="1173"/>
  <p:cmAuthor id="1175" name="jiaru tiger" initials="jt" lastIdx="0" clrIdx="1174"/>
  <p:cmAuthor id="1176" name="duxingge" initials="d" lastIdx="0" clrIdx="1175"/>
  <p:cmAuthor id="1177" name="yingchao xi" initials="y" lastIdx="0" clrIdx="1176"/>
  <p:cmAuthor id="1178" name="depeng diao" initials="d" lastIdx="0" clrIdx="1177"/>
  <p:cmAuthor id="1179" name="amyzhang" initials="a" lastIdx="0" clrIdx="1178"/>
  <p:cmAuthor id="1180" name="施普希（菜菜）" initials="施" lastIdx="0" clrIdx="1179"/>
  <p:cmAuthor id="1181" name="JerryW" initials="J" lastIdx="0" clrIdx="1180"/>
  <p:cmAuthor id="1182" name="曹 朝辉" initials="曹" lastIdx="0" clrIdx="1181"/>
  <p:cmAuthor id="1183" name="shenyy" initials="s" lastIdx="0" clrIdx="1182"/>
  <p:cmAuthor id="1184" name="李 嘉" initials="李" lastIdx="0" clrIdx="1183"/>
  <p:cmAuthor id="1185" name="Jason Cheung" initials="J" lastIdx="0" clrIdx="1184"/>
  <p:cmAuthor id="1186" name="gus9@chinaunicom.cn" initials="g" lastIdx="0" clrIdx="1185"/>
  <p:cmAuthor id="1187" name="刘笑" initials="刘" lastIdx="0" clrIdx="1186"/>
  <p:cmAuthor id="1188" name="月亮是我啃弯的" initials="月" lastIdx="0" clrIdx="1187"/>
  <p:cmAuthor id="1189" name="Maggie" initials="M" lastIdx="0" clrIdx="1188"/>
  <p:cmAuthor id="1190" name="UOS" initials="U" lastIdx="0" clrIdx="1189"/>
  <p:cmAuthor id="1191" name="妍" initials="妍" lastIdx="0" clrIdx="1190"/>
  <p:cmAuthor id="1192" name="✨ Nicole " initials="✨" lastIdx="0" clrIdx="1191"/>
  <p:cmAuthor id="1193" name="李凤仪" initials="李" lastIdx="0" clrIdx="1192"/>
  <p:cmAuthor id="1194" name="X13-Y" initials="X" lastIdx="0" clrIdx="1193"/>
  <p:cmAuthor id="1195" name="gmcc" initials="g" lastIdx="0" clrIdx="1194"/>
  <p:cmAuthor id="1196" name=" 胖哒慧" initials="" lastIdx="0" clrIdx="1195"/>
  <p:cmAuthor id="1197" name="colin" initials="c" lastIdx="0" clrIdx="1196"/>
  <p:cmAuthor id="1198" name="谭淼" initials="谭" lastIdx="0" clrIdx="1197"/>
  <p:cmAuthor id="1199" name="SFY" initials="S" lastIdx="0" clrIdx="1198"/>
  <p:cmAuthor id="1200" name="Wanglexun(Leo,CMCC Marketing)" initials="WM" lastIdx="0" clrIdx="1199"/>
  <p:cmAuthor id="1201" name="不明使用者11" initials="不" lastIdx="0" clrIdx="1200"/>
  <p:cmAuthor id="1202" name="Fanny" initials="F" lastIdx="0" clrIdx="1201"/>
  <p:cmAuthor id="1203" name="朱朱朱_EfIvmAF7" initials="朱" lastIdx="0" clrIdx="1202"/>
  <p:cmAuthor id="1204" name="桑榆" initials="桑" lastIdx="0" clrIdx="1203"/>
  <p:cmAuthor id="1205" name="华" initials="华" lastIdx="0" clrIdx="1204"/>
  <p:cmAuthor id="1206" name="张鑫" initials="张" lastIdx="0" clrIdx="1205"/>
  <p:cmAuthor id="1207" name="Pearson.Zhao" initials="P" lastIdx="0" clrIdx="1206"/>
  <p:cmAuthor id="1208" name="吴体华" initials="吴" lastIdx="0" clrIdx="1207"/>
  <p:cmAuthor id="1209" name="lin" initials="l" lastIdx="0" clrIdx="1208"/>
  <p:cmAuthor id="1210" name="-facile" initials="-" lastIdx="0" clrIdx="1209"/>
  <p:cmAuthor id="1211" name="guron" initials="g" lastIdx="0" clrIdx="1210"/>
  <p:cmAuthor id="1212" name="鱼爱吃猫8" initials="鱼" lastIdx="0" clrIdx="1211"/>
  <p:cmAuthor id="1213" name="WPS_1689822718" initials="W" lastIdx="0" clrIdx="1212"/>
  <p:cmAuthor id="1214" name="wangzhuodong" initials="w" lastIdx="0" clrIdx="1213"/>
  <p:cmAuthor id="1215" name="MC.C" initials="M" lastIdx="0" clrIdx="1214"/>
  <p:cmAuthor id="1216" name="ce_wangyixian" initials="c" lastIdx="0" clrIdx="1215"/>
  <p:cmAuthor id="1217" name="几点" initials="几" lastIdx="0" clrIdx="1216"/>
  <p:cmAuthor id="1218" name="All Hope Is Gone" initials="A" lastIdx="0" clrIdx="1217"/>
  <p:cmAuthor id="1219" name="Kristin" initials="K" lastIdx="0" clrIdx="1218"/>
  <p:cmAuthor id="1220" name="烬飞默途" initials="烬" lastIdx="0" clrIdx="1219"/>
  <p:cmAuthor id="1221" name="Halfmoon" initials="H" lastIdx="0" clrIdx="1220"/>
  <p:cmAuthor id="1222" name="xxx" initials="x" lastIdx="0" clrIdx="1221"/>
  <p:cmAuthor id="1223" name="zhouqiongling" initials="z" lastIdx="0" clrIdx="1222"/>
  <p:cmAuthor id="1224" name="su" initials="s" lastIdx="0" clrIdx="1223"/>
  <p:cmAuthor id="1225" name="dht96" initials="d" lastIdx="0" clrIdx="1224"/>
  <p:cmAuthor id="1226" name="马雷明" initials="mlm" lastIdx="0" clrIdx="1225"/>
  <p:cmAuthor id="1227" name="马云飞10014438" initials="马" lastIdx="0" clrIdx="1226"/>
  <p:cmAuthor id="1228" name="10078380" initials="1" lastIdx="0" clrIdx="1227"/>
  <p:cmAuthor id="1229" name="00035181" initials="0" lastIdx="0" clrIdx="1228"/>
  <p:cmAuthor id="1230" name="张燕" initials="MSOffice" lastIdx="0" clrIdx="1229"/>
  <p:cmAuthor id="1231" name="Saku Uchikawa" initials="S" lastIdx="0" clrIdx="1230"/>
  <p:cmAuthor id="1232" name="10066351" initials="1" lastIdx="0" clrIdx="1231"/>
  <p:cmAuthor id="1233" name="蔡建楠" initials="caijianna" lastIdx="0" clrIdx="1232"/>
  <p:cmAuthor id="1234" name="10009110" initials="1" lastIdx="0" clrIdx="1233"/>
  <p:cmAuthor id="1235" name="徐琳00159163" initials="徐琳00159163" lastIdx="0" clrIdx="1234"/>
  <p:cmAuthor id="1236" name="李蕾00009994" initials="李" lastIdx="0" clrIdx="1235"/>
  <p:cmAuthor id="1237" name="赵诚荣10027092" initials="赵" lastIdx="0" clrIdx="1236"/>
  <p:cmAuthor id="1238" name="未知用户1" initials="未知用户1" lastIdx="0" clrIdx="1237"/>
  <p:cmAuthor id="1239" name="黄珂10009187" initials="黄珂10009187" lastIdx="0" clrIdx="1238"/>
  <p:cmAuthor id="1240" name="张 庆飞" initials="张" lastIdx="0" clrIdx="1239"/>
  <p:cmAuthor id="1241" name="Ra7ER" initials="R" lastIdx="0" clrIdx="1240"/>
  <p:cmAuthor id="1242" name="未知的使用者92" initials="" lastIdx="0" clrIdx="1241"/>
  <p:cmAuthor id="1243" name="10319231" initials="1" lastIdx="0" clrIdx="1242"/>
  <p:cmAuthor id="1244" name="未知的使用者79" initials="" lastIdx="0" clrIdx="1243"/>
  <p:cmAuthor id="1245" name="未知用户107" initials="" lastIdx="0" clrIdx="1244"/>
  <p:cmAuthor id="1246" name="未知的使用者80" initials="" lastIdx="0" clrIdx="1245"/>
  <p:cmAuthor id="1247" name="未知的使用者82" initials="" lastIdx="0" clrIdx="1246"/>
  <p:cmAuthor id="1248" name="未知的使用者83" initials="" lastIdx="0" clrIdx="1247"/>
  <p:cmAuthor id="1249" name="未知的使用者84" initials="" lastIdx="0" clrIdx="1248"/>
  <p:cmAuthor id="1250" name="未知的使用者85" initials="" lastIdx="0" clrIdx="1249"/>
  <p:cmAuthor id="1251" name="未知的使用者87" initials="" lastIdx="0" clrIdx="1250"/>
  <p:cmAuthor id="1252" name="曾红" initials="" lastIdx="0" clrIdx="1251"/>
  <p:cmAuthor id="1253" name="未知的使用者90" initials="" lastIdx="0" clrIdx="1252"/>
  <p:cmAuthor id="1254" name="未知的使用者91" initials="" lastIdx="0" clrIdx="1253"/>
  <p:cmAuthor id="1255" name="CHRISYU" initials="" lastIdx="0" clrIdx="1254"/>
  <p:cmAuthor id="1256" name="未知用户39" initials="未" lastIdx="0" clrIdx="1255"/>
  <p:cmAuthor id="1257" name="喻 海超" initials="喻" lastIdx="0" clrIdx="1256"/>
  <p:cmAuthor id="1258" name="Q Q" initials="Q" lastIdx="0" clrIdx="1257"/>
  <p:cmAuthor id="1259" name="史璐瑶" initials="史" lastIdx="0" clrIdx="1258"/>
  <p:cmAuthor id="1260" name="幺以谦" initials="幺" lastIdx="0" clrIdx="1259"/>
  <p:cmAuthor id="1261" name="张妍" initials="张" lastIdx="0" clrIdx="1260"/>
  <p:cmAuthor id="1262" name="山西公司集团客户部DICT及云能力中心高新宇" initials="山" lastIdx="0" clrIdx="1261"/>
  <p:cmAuthor id="1263" name="郭婧" initials="郭" lastIdx="0" clrIdx="1262"/>
  <p:cmAuthor id="1264" name="10090896" initials="1" lastIdx="0" clrIdx="1263"/>
  <p:cmAuthor id="1265" name="唐芸" initials="唐" lastIdx="0" clrIdx="1264"/>
  <p:cmAuthor id="1266" name="范汗杰10197873" initials="范" lastIdx="0" clrIdx="1265"/>
  <p:cmAuthor id="1267" name="倪燕子00036324" initials="倪" lastIdx="0" clrIdx="1266"/>
  <p:cmAuthor id="1268" name="袁丽欢" initials="袁" lastIdx="0" clrIdx="1267"/>
  <p:cmAuthor id="1269" name="未知用户86" initials="未" lastIdx="0" clrIdx="1268"/>
  <p:cmAuthor id="1270" name="未知用户129" initials="未" lastIdx="0" clrIdx="1269"/>
  <p:cmAuthor id="1271" name="未知用户127" initials="未" lastIdx="0" clrIdx="1270"/>
  <p:cmAuthor id="1272" name="彭楷博" initials="彭" lastIdx="0" clrIdx="1271"/>
  <p:cmAuthor id="1273" name="tonyliu" initials="t" lastIdx="0" clrIdx="1272"/>
  <p:cmAuthor id="1274" name="zongjinchong_hs@he.cmcc" initials="z" lastIdx="0" clrIdx="1273"/>
  <p:cmAuthor id="1275" name="韩 俊" initials="韩" lastIdx="0" clrIdx="1274"/>
  <p:cmAuthor id="1276" name="杜群|lhdq" initials="杜群" lastIdx="0" clrIdx="1275"/>
  <p:cmAuthor id="1277" name="wang hongli" initials="wh" lastIdx="0" clrIdx="1276"/>
  <p:cmAuthor id="1278" name="fengjianyou" initials="f" lastIdx="0" clrIdx="1277"/>
  <p:cmAuthor id="1279" name="lirui" initials="l" lastIdx="0" clrIdx="1278"/>
  <p:cmAuthor id="1280" name="巴 乔" initials="巴乔" lastIdx="0" clrIdx="1279"/>
  <p:cmAuthor id="1281" name="黄崑" initials="HK" lastIdx="0" clrIdx="1280"/>
  <p:cmAuthor id="1282" name="I_u6feq6Zr" initials="authorId_300885863" lastIdx="0" clrIdx="1281"/>
  <p:cmAuthor id="1283" name="zhangting" initials="z" lastIdx="0" clrIdx="1282"/>
  <p:cmAuthor id="1284" name="lidi" initials="l" lastIdx="0" clrIdx="1283"/>
  <p:cmAuthor id="1285" name="未知用户133" initials="未" lastIdx="0" clrIdx="1284"/>
  <p:cmAuthor id="1286" name="Kent" initials="K" lastIdx="0" clrIdx="1285"/>
  <p:cmAuthor id="1287" name="王嘉偉" initials="王" lastIdx="0" clrIdx="1286"/>
  <p:cmAuthor id="1288" name="未知的使用者210" initials="" lastIdx="0" clrIdx="1287"/>
  <p:cmAuthor id="1289" name="王丽君" initials="王" lastIdx="0" clrIdx="1288"/>
  <p:cmAuthor id="1290" name="Xia Ting" initials="X" lastIdx="0" clrIdx="1289"/>
  <p:cmAuthor id="1291" name="未知的使用者153" initials="未" lastIdx="0" clrIdx="1290"/>
  <p:cmAuthor id="1292" name="未知的使用者154" initials="未" lastIdx="0" clrIdx="1291"/>
  <p:cmAuthor id="1293" name="未知用户10" initials="未" lastIdx="0" clrIdx="1292"/>
  <p:cmAuthor id="1294" name="未知用户11" initials="未" lastIdx="0" clrIdx="1293"/>
  <p:cmAuthor id="1295" name="未知的使用者151" initials="未" lastIdx="0" clrIdx="1294"/>
  <p:cmAuthor id="1296" name="未知的使用者89" initials="未" lastIdx="0" clrIdx="1295"/>
  <p:cmAuthor id="1297" name="未知的使用者88" initials="未" lastIdx="0" clrIdx="1296"/>
  <p:cmAuthor id="1298" name="未知用户89" initials="未" lastIdx="0" clrIdx="1297"/>
  <p:cmAuthor id="1299" name="庆芳 许" initials="庆" lastIdx="0" clrIdx="1298"/>
  <p:cmAuthor id="1300" name="jerrychou" initials="j" lastIdx="0" clrIdx="1299"/>
  <p:cmAuthor id="1301" name="不明使用者12" initials="不" lastIdx="0" clrIdx="1300"/>
  <p:cmAuthor id="1302" name="不明使用者1" initials="不" lastIdx="0" clrIdx="1301"/>
  <p:cmAuthor id="1303" name="不明使用者3" initials="不" lastIdx="0" clrIdx="1302"/>
  <p:cmAuthor id="1304" name="不明使用者5" initials="不" lastIdx="0" clrIdx="1303"/>
  <p:cmAuthor id="1305" name="不明使用者8" initials="不" lastIdx="0" clrIdx="1304"/>
  <p:cmAuthor id="1306" name="不明使用者9" initials="不" lastIdx="0" clrIdx="1305"/>
  <p:cmAuthor id="1307" name="不明使用者10" initials="不" lastIdx="0" clrIdx="1306"/>
  <p:cmAuthor id="1308" name="未知的使用者227" initials="未" lastIdx="0" clrIdx="1307"/>
  <p:cmAuthor id="1309" name="未知的使用者270" initials="未" lastIdx="0" clrIdx="1308"/>
  <p:cmAuthor id="1310" name="未知的使用者228" initials="未" lastIdx="0" clrIdx="1309"/>
  <p:cmAuthor id="1311" name="未知的使用者229" initials="未" lastIdx="0" clrIdx="1310"/>
  <p:cmAuthor id="1312" name="未知的使用者230" initials="未" lastIdx="0" clrIdx="1311"/>
  <p:cmAuthor id="1313" name="未知的使用者256" initials="未" lastIdx="0" clrIdx="1312"/>
  <p:cmAuthor id="1314" name="未知的使用者233" initials="未" lastIdx="0" clrIdx="1313"/>
  <p:cmAuthor id="1315" name="未知的使用者234" initials="未" lastIdx="0" clrIdx="1314"/>
  <p:cmAuthor id="1316" name="未知的使用者235" initials="未" lastIdx="0" clrIdx="1315"/>
  <p:cmAuthor id="1317" name="未知的使用者236" initials="未" lastIdx="0" clrIdx="1316"/>
  <p:cmAuthor id="1318" name="未知的使用者237" initials="未" lastIdx="0" clrIdx="1317"/>
  <p:cmAuthor id="1319" name="未知的使用者238" initials="未" lastIdx="0" clrIdx="1318"/>
  <p:cmAuthor id="1320" name="张 曦" initials="张" lastIdx="0" clrIdx="1319"/>
  <p:cmAuthor id="1321" name="未知的使用者218" initials="未" lastIdx="0" clrIdx="1320"/>
  <p:cmAuthor id="1322" name="未知的使用者162" initials="未" lastIdx="0" clrIdx="1321"/>
  <p:cmAuthor id="1323" name="1 mac" initials="1" lastIdx="0" clrIdx="1322"/>
  <p:cmAuthor id="1324" name="未知的使用者156" initials="未" lastIdx="0" clrIdx="1323"/>
  <p:cmAuthor id="1325" name="宋春华" initials="宋" lastIdx="0" clrIdx="1324"/>
  <p:cmAuthor id="1326" name="lixiaosong" initials="l" lastIdx="0" clrIdx="1325"/>
  <p:cmAuthor id="1327" name="未知的使用者129" initials="未" lastIdx="0" clrIdx="1326"/>
  <p:cmAuthor id="1328" name="未知的使用者131" initials="未" lastIdx="0" clrIdx="1327"/>
  <p:cmAuthor id="1329" name="未知的使用者164" initials="未" lastIdx="0" clrIdx="1328"/>
  <p:cmAuthor id="1330" name="未知的使用者172" initials="未" lastIdx="0" clrIdx="1329"/>
  <p:cmAuthor id="1331" name="未知的使用者174" initials="未" lastIdx="0" clrIdx="1330"/>
  <p:cmAuthor id="1332" name="W Nic" initials="W" lastIdx="0" clrIdx="1331"/>
  <p:cmAuthor id="1333" name="张博" initials="张" lastIdx="0" clrIdx="1332"/>
  <p:cmAuthor id="1334" name="柳 先涛" initials="柳" lastIdx="0" clrIdx="1333"/>
  <p:cmAuthor id="1335" name="董晔" initials="董" lastIdx="0" clrIdx="1334"/>
  <p:cmAuthor id="1336" name="周芳|zhoufang" initials="周" lastIdx="0" clrIdx="1335"/>
  <p:cmAuthor id="1337" name="未知用户131" initials="未" lastIdx="0" clrIdx="1336"/>
  <p:cmAuthor id="1338" name="18043170808" initials="1" lastIdx="0" clrIdx="1337"/>
  <p:cmAuthor id="1339" name="未知的使用者213" initials="未" lastIdx="0" clrIdx="1338"/>
  <p:cmAuthor id="1340" name="25399" initials="2" lastIdx="0" clrIdx="1339"/>
  <p:cmAuthor id="1341" name="shinan29" initials="s" lastIdx="0" clrIdx="1340"/>
  <p:cmAuthor id="1342" name="wangzibao@ha.cmcc" initials="w" lastIdx="0" clrIdx="1341"/>
  <p:cmAuthor id="1343" name="TaiKang" initials="T" lastIdx="0" clrIdx="1342"/>
  <p:cmAuthor id="1344" name="njlife" initials="n" lastIdx="0" clrIdx="1343"/>
  <p:cmAuthor id="1345" name="未知用户12" initials="未" lastIdx="0" clrIdx="1344"/>
  <p:cmAuthor id="1346" name="未知的使用者165" initials="未" lastIdx="0" clrIdx="1345"/>
  <p:cmAuthor id="1347" name="未知的使用者223" initials="" lastIdx="0" clrIdx="1346"/>
  <p:cmAuthor id="1348" name="黄 俊楠" initials="黄" lastIdx="0" clrIdx="1347"/>
  <p:cmAuthor id="1349" name="未知的使用者173" initials="未" lastIdx="0" clrIdx="1348"/>
  <p:cmAuthor id="1350" name="未知的使用者166" initials="未" lastIdx="0" clrIdx="1349"/>
  <p:cmAuthor id="1351" name="未知的使用者167" initials="未" lastIdx="0" clrIdx="1350"/>
  <p:cmAuthor id="1352" name="未知的使用者159" initials="未" lastIdx="0" clrIdx="1351"/>
  <p:cmAuthor id="1353" name="未知的使用者160" initials="未" lastIdx="0" clrIdx="1352"/>
  <p:cmAuthor id="1354" name="未知的使用者168" initials="未" lastIdx="0" clrIdx="1353"/>
  <p:cmAuthor id="1355" name="15536" initials="1" lastIdx="0" clrIdx="1354"/>
  <p:cmAuthor id="1356" name="Unknown User24" initials="U" lastIdx="0" clrIdx="1355"/>
  <p:cmAuthor id="1357" name="未知用户141" initials="未" lastIdx="0" clrIdx="1356"/>
  <p:cmAuthor id="1358" name="齐登宝" initials="齐" lastIdx="0" clrIdx="1357"/>
  <p:cmAuthor id="1359" name="未知用户143" initials="未" lastIdx="0" clrIdx="1358"/>
  <p:cmAuthor id="1360" name="未知用户289" initials="未" lastIdx="0" clrIdx="1359"/>
  <p:cmAuthor id="1361" name="未知的使用者207" initials="未" lastIdx="0" clrIdx="1360"/>
  <p:cmAuthor id="1362" name="未知的使用者189" initials="未" lastIdx="0" clrIdx="1361"/>
  <p:cmAuthor id="1363" name="未知用户181" initials="未" lastIdx="0" clrIdx="1362"/>
  <p:cmAuthor id="1364" name="未知用户187" initials="未" lastIdx="0" clrIdx="1363"/>
  <p:cmAuthor id="1365" name="catherine" initials="c" lastIdx="0" clrIdx="1364"/>
  <p:cmAuthor id="1366" name="dd" initials="d" lastIdx="0" clrIdx="1365"/>
  <p:cmAuthor id="1367" name="未知用户148" initials="" lastIdx="0" clrIdx="1366"/>
  <p:cmAuthor id="1368" name="11839" initials="1" lastIdx="0" clrIdx="1367"/>
  <p:cmAuthor id="1369" name="未知用户243" initials="未" lastIdx="0" clrIdx="1368"/>
  <p:cmAuthor id="1370" name="未知用户196" initials="未" lastIdx="0" clrIdx="1369"/>
  <p:cmAuthor id="1371" name="未知用户233" initials="未" lastIdx="0" clrIdx="1370"/>
  <p:cmAuthor id="1372" name="未知用户240" initials="未" lastIdx="0" clrIdx="1371"/>
  <p:cmAuthor id="1373" name="v15194" initials="v" lastIdx="0" clrIdx="1372"/>
  <p:cmAuthor id="1374" name="zhanglipingsj@hq.cmcc" initials="zhanglipi" lastIdx="0" clrIdx="1373"/>
  <p:cmAuthor id="1375" name="姚丽娟" initials="姚" lastIdx="0" clrIdx="1374"/>
  <p:cmAuthor id="1376" name="zhangxiaoyan" initials="z" lastIdx="0" clrIdx="1375"/>
  <p:cmAuthor id="1377" name="李阳" initials="liyang37@ha.cmcc" lastIdx="0" clrIdx="1376"/>
  <p:cmAuthor id="1378" name="GBX" initials="G" lastIdx="0" clrIdx="1377"/>
  <p:cmAuthor id="1379" name="YiS P" initials="Y" lastIdx="0" clrIdx="1378"/>
  <p:cmAuthor id="1380" name="王启良" initials="王" lastIdx="0" clrIdx="1379"/>
  <p:cmAuthor id="1381" name="qijf" initials="q" lastIdx="0" clrIdx="1380"/>
  <p:cmAuthor id="1382" name="wjy" initials="w" lastIdx="0" clrIdx="1381"/>
  <p:cmAuthor id="1383" name="尹睿哲" initials="尹" lastIdx="0" clrIdx="1382"/>
  <p:cmAuthor id="1384" name="Sharon" initials="S" lastIdx="0" clrIdx="1383"/>
  <p:cmAuthor id="1385" name="LF T" initials="LT" lastIdx="0" clrIdx="1384"/>
  <p:cmAuthor id="1386" name="George Clooney" initials="GC" lastIdx="0" clrIdx="1385"/>
  <p:cmAuthor id="1387" name="lvjun" initials="l" lastIdx="0" clrIdx="1386"/>
  <p:cmAuthor id="1388" name="zheng kedan" initials="zk" lastIdx="0" clrIdx="1387"/>
  <p:cmAuthor id="1389" name="86135" initials="8" lastIdx="0" clrIdx="1388"/>
  <p:cmAuthor id="1390" name="祝希路" initials="祝" lastIdx="0" clrIdx="1389"/>
  <p:cmAuthor id="1391" name="晓琳 李" initials="晓琳" lastIdx="0" clrIdx="1390"/>
  <p:cmAuthor id="1392" name="lusheng xu" initials="lx" lastIdx="0" clrIdx="1391"/>
  <p:cmAuthor id="1393" name="think" initials="t" lastIdx="0" clrIdx="1392"/>
  <p:cmAuthor id="1394" name="wangchunhong@sh.cmcc" initials="l" lastIdx="0" clrIdx="1393"/>
  <p:cmAuthor id="1395" name="许超" initials="许超" lastIdx="0" clrIdx="1394"/>
  <p:cmAuthor id="1396" name="Windows 用户" initials="W用" lastIdx="0" clrIdx="1395"/>
  <p:cmAuthor id="1397" name="happylifeccj happylifeccj" initials="hh" lastIdx="0" clrIdx="1396"/>
  <p:cmAuthor id="1398" name="ASUS" initials="A" lastIdx="0" clrIdx="1397"/>
  <p:cmAuthor id="1399" name="12075" initials="1" lastIdx="0" clrIdx="1398"/>
  <p:cmAuthor id="1400" name="姜伟光" initials="姜" lastIdx="0" clrIdx="1399"/>
  <p:cmAuthor id="1401" name="00006891" initials="0" lastIdx="0" clrIdx="1400"/>
  <p:cmAuthor id="1402" name="熊先奎10009191" initials="熊先奎10009191" lastIdx="0" clrIdx="1401"/>
  <p:cmAuthor id="1403" name="10107538" initials="1" lastIdx="0" clrIdx="1402"/>
  <p:cmAuthor id="1404" name="bokite" initials="b" lastIdx="0" clrIdx="1403"/>
  <p:cmAuthor id="1405" name="zhouwd" initials="1" lastIdx="0" clrIdx="1404"/>
  <p:cmAuthor id="1406" name="yang li" initials="yl" lastIdx="0" clrIdx="1405"/>
  <p:cmAuthor id="1407" name="10025093" initials="1" lastIdx="0" clrIdx="1406"/>
  <p:cmAuthor id="1408" name="MQ" initials="M" lastIdx="0" clrIdx="1407"/>
  <p:cmAuthor id="1409" name="李 里" initials="李" lastIdx="0" clrIdx="1408"/>
  <p:cmAuthor id="1410" name="王 曦" initials="王" lastIdx="0" clrIdx="1409"/>
  <p:cmAuthor id="1411" name="li kai" initials="lk" lastIdx="0" clrIdx="1410"/>
  <p:cmAuthor id="1412" name="解飞|xief" initials="解飞" lastIdx="0" clrIdx="1411"/>
  <p:cmAuthor id="1413" name="soga" initials="s" lastIdx="0" clrIdx="1412"/>
  <p:cmAuthor id="1414" name="wuzongzheng@hi.cmcc" initials="w" lastIdx="0" clrIdx="1413"/>
  <p:cmAuthor id="1415" name="lenovo" initials="l" lastIdx="0" clrIdx="1414"/>
  <p:cmAuthor id="1416" name="10118178" initials="1" lastIdx="0" clrIdx="1415"/>
  <p:cmAuthor id="1417" name="liuyumei" initials="C" lastIdx="0" clrIdx="1416"/>
  <p:cmAuthor id="1418" name="丁华乐_qaMraEby" initials="authorId_616659736" lastIdx="0" clrIdx="1417"/>
  <p:cmAuthor id="1419" name="Qlstc" initials="Q" lastIdx="0" clrIdx="1418"/>
  <p:cmAuthor id="1420" name="泾伦" initials="泾伦" lastIdx="0" clrIdx="1419"/>
  <p:cmAuthor id="1421" name="wanggangzq@hq.cmcc" initials="w" lastIdx="0" clrIdx="1420"/>
  <p:cmAuthor id="1422" name="18603367231@wo.cn" initials="1" lastIdx="0" clrIdx="1421"/>
  <p:cmAuthor id="1423" name="武晓红" initials="武" lastIdx="0" clrIdx="1422"/>
  <p:cmAuthor id="1424" name="sharon" initials="s" lastIdx="0" clrIdx="1423"/>
  <p:cmAuthor id="1425" name="sc_chenjia" initials="s" lastIdx="0" clrIdx="1424"/>
  <p:cmAuthor id="1426" name="孔祥云" initials="孔" lastIdx="0" clrIdx="1425"/>
  <p:cmAuthor id="1427" name="未知的使用者201" initials="未" lastIdx="0" clrIdx="1426"/>
  <p:cmAuthor id="1428" name="未知的使用者202" initials="未" lastIdx="0" clrIdx="1427"/>
  <p:cmAuthor id="1429" name="未知的使用者195" initials="未" lastIdx="0" clrIdx="1428"/>
  <p:cmAuthor id="1430" name="罗玉碧" initials="罗" lastIdx="0" clrIdx="1429"/>
  <p:cmAuthor id="1431" name="未知用户193" initials="未" lastIdx="0" clrIdx="1430"/>
  <p:cmAuthor id="1432" name="未知用户194" initials="未" lastIdx="0" clrIdx="1431"/>
  <p:cmAuthor id="1433" name="王长青" initials="王长青" lastIdx="0" clrIdx="1432"/>
  <p:cmAuthor id="1434" name="jiangmm10" initials="j" lastIdx="0" clrIdx="1433"/>
  <p:cmAuthor id="1435" name="yangqd3" initials="y" lastIdx="0" clrIdx="1434"/>
  <p:cmAuthor id="1436" name="Mengqy61" initials="M" lastIdx="0" clrIdx="1435"/>
  <p:cmAuthor id="1437" name="longyamei-1" initials="l" lastIdx="0" clrIdx="1436"/>
  <p:cmAuthor id="1438" name="程佳琳" initials="程" lastIdx="0" clrIdx="1437"/>
  <p:cmAuthor id="1439" name="dongxin" initials="d" lastIdx="0" clrIdx="1438"/>
  <p:cmAuthor id="1440" name="yangl155" initials="y" lastIdx="0" clrIdx="1439"/>
  <p:cmAuthor id="1441" name="刘泽思" initials="刘" lastIdx="0" clrIdx="1440"/>
  <p:cmAuthor id="1442" name="jcwang" initials="j" lastIdx="0" clrIdx="1441"/>
  <p:cmAuthor id="1443" name="吴萌" initials="吴" lastIdx="0" clrIdx="1442"/>
  <p:cmAuthor id="1444" name="anima" initials="a" lastIdx="0" clrIdx="1443"/>
  <p:cmAuthor id="1445" name="刘蕾蕾" initials="刘" lastIdx="0" clrIdx="1444"/>
  <p:cmAuthor id="1446" name="370369741@qq.com" initials="3" lastIdx="0" clrIdx="1445"/>
  <p:cmAuthor id="1447" name="yumengfei@bj.cmcc" initials="yumengfei@bj.cmcc" lastIdx="0" clrIdx="1446"/>
  <p:cmAuthor id="1448" name="高欢" initials="高" lastIdx="0" clrIdx="1447"/>
  <p:cmAuthor id="1449" name="L Y" initials="LY" lastIdx="0" clrIdx="1448"/>
  <p:cmAuthor id="1450" name="王凯10177225" initials="王凯10177225" lastIdx="0" clrIdx="1449"/>
  <p:cmAuthor id="191251535" name="沈霄雷" initials="沈" lastIdx="833089" clrIdx="0"/>
  <p:cmAuthor id="1451" name="cmcc" initials="c" lastIdx="0" clrIdx="1450"/>
  <p:cmAuthor id="191251536" name="SF" initials="S" lastIdx="6" clrIdx="11"/>
  <p:cmAuthor id="1452" name="徐亮" initials="XL" lastIdx="0" clrIdx="1451"/>
  <p:cmAuthor id="191251537" name="sammi" initials="s" lastIdx="0" clrIdx="12"/>
  <p:cmAuthor id="1453" name="wangyueran" initials="w" lastIdx="0" clrIdx="1452"/>
  <p:cmAuthor id="1454" name="周 宸宇" initials="周" lastIdx="0" clrIdx="1453"/>
  <p:cmAuthor id="1455" name="王明明" initials="王" lastIdx="0" clrIdx="1454"/>
  <p:cmAuthor id="1456" name="Kevin" initials="K" lastIdx="0" clrIdx="1455"/>
  <p:cmAuthor id="1457" name="caipeiyuan@sd.cmcc" initials="caipeiyuan" lastIdx="0" clrIdx="1456"/>
  <p:cmAuthor id="1458" name="番茄花园" initials="番" lastIdx="0" clrIdx="1457"/>
  <p:cmAuthor id="1459" name="张钰" initials="张" lastIdx="0" clrIdx="1458"/>
  <p:cmAuthor id="1460" name="朱悦龙" initials="朱" lastIdx="0" clrIdx="1459"/>
  <p:cmAuthor id="1461" name="郭 浩" initials="郭" lastIdx="0" clrIdx="1460"/>
  <p:cmAuthor id="1462" name="evil" initials="e" lastIdx="0" clrIdx="1461"/>
  <p:cmAuthor id="1463" name="吕志勇" initials="吕" lastIdx="0" clrIdx="1462"/>
  <p:cmAuthor id="1464" name="何已龙" initials="何" lastIdx="0" clrIdx="1463"/>
  <p:cmAuthor id="1465" name="叶得会" initials="叶" lastIdx="0" clrIdx="1464"/>
  <p:cmAuthor id="1466" name="郝崇" initials="郝" lastIdx="0" clrIdx="1465"/>
  <p:cmAuthor id="1467" name="吴杰" initials="吴" lastIdx="0" clrIdx="1466"/>
  <p:cmAuthor id="1468" name="杨艳霞" initials="杨" lastIdx="0" clrIdx="1467"/>
  <p:cmAuthor id="1469" name="rq fan" initials="r" lastIdx="0" clrIdx="1468"/>
  <p:cmAuthor id="1470" name="许弘扬" initials="许" lastIdx="0" clrIdx="1469"/>
  <p:cmAuthor id="1471" name="徐 正国" initials="徐" lastIdx="0" clrIdx="1470"/>
  <p:cmAuthor id="1472" name="陈尚文" initials="陈" lastIdx="0" clrIdx="1471"/>
  <p:cmAuthor id="1473" name="Yuan Hu" initials="Y" lastIdx="0" clrIdx="1472"/>
  <p:cmAuthor id="1474" name="Pei" initials="P" lastIdx="0" clrIdx="1473"/>
  <p:cmAuthor id="1475" name="sunyujing" initials="s" lastIdx="0" clrIdx="1474"/>
  <p:cmAuthor id="1476" name="包珊珊" initials="包" lastIdx="0" clrIdx="1475"/>
  <p:cmAuthor id="1477" name="庄卫华" initials="庄" lastIdx="0" clrIdx="1476"/>
  <p:cmAuthor id="1478" name="dongwen" initials="d" lastIdx="0" clrIdx="1477"/>
  <p:cmAuthor id="1479" name="�ǲ�����" initials="�" lastIdx="0" clrIdx="1478"/>
  <p:cmAuthor id="1480" name="牛宏民" initials="牛" lastIdx="0" clrIdx="1479"/>
  <p:cmAuthor id="1481" name="行 朱" initials="行" lastIdx="0" clrIdx="1480"/>
  <p:cmAuthor id="1482" name="毛香勤" initials="毛" lastIdx="0" clrIdx="1481"/>
  <p:cmAuthor id="1483" name="zhouyangcheng" initials="z" lastIdx="0" clrIdx="1482"/>
  <p:cmAuthor id="1484" name="李苏薇" initials="李" lastIdx="0" clrIdx="1483"/>
  <p:cmAuthor id="1485" name="郑廷东" initials="郑" lastIdx="0" clrIdx="1484"/>
  <p:cmAuthor id="1486" name="王丰_aE3uARfm" initials="authorId_383357774" lastIdx="0" clrIdx="1485"/>
  <p:cmAuthor id="1487" name="徐光宇" initials="徐" lastIdx="0" clrIdx="1486"/>
  <p:cmAuthor id="1488" name="mac" initials="m" lastIdx="0" clrIdx="1487"/>
  <p:cmAuthor id="1489" name="孙大威" initials="孙" lastIdx="0" clrIdx="1488"/>
  <p:cmAuthor id="1490" name="席美娟" initials="席" lastIdx="0" clrIdx="1489"/>
  <p:cmAuthor id="1491" name="樊佳佳" initials="樊" lastIdx="0" clrIdx="1490"/>
  <p:cmAuthor id="1492" name="盖珂" initials="GK" lastIdx="0" clrIdx="1491"/>
  <p:cmAuthor id="1493" name="fgx" initials="f" lastIdx="0" clrIdx="1492"/>
  <p:cmAuthor id="1494" name="惠莲" initials="惠" lastIdx="0" clrIdx="1493"/>
  <p:cmAuthor id="1495" name="光启" initials="光" lastIdx="0" clrIdx="1494"/>
  <p:cmAuthor id="1496" name="caorui" initials="c" lastIdx="0" clrIdx="1495"/>
  <p:cmAuthor id="1497" name="侯雪飞" initials="侯" lastIdx="0" clrIdx="1496"/>
  <p:cmAuthor id="1498" name="太海峰" initials="太" lastIdx="0" clrIdx="1497"/>
  <p:cmAuthor id="1499" name="刘云湘" initials="刘" lastIdx="0" clrIdx="1498"/>
  <p:cmAuthor id="1500" name="Mjf" initials="M" lastIdx="0" clrIdx="1499"/>
  <p:cmAuthor id="1501" name="yangxiaohui (G)" initials="y(" lastIdx="0" clrIdx="1500"/>
  <p:cmAuthor id="1502" name="yangyang chen" initials="yc" lastIdx="0" clrIdx="1501"/>
  <p:cmAuthor id="1503" name="Wei Yang" initials="WY" lastIdx="0" clrIdx="1502"/>
  <p:cmAuthor id="1504" name="阮 德平" initials="阮" lastIdx="0" clrIdx="1503"/>
  <p:cmAuthor id="1505" name="范小双" initials="u" lastIdx="0" clrIdx="1504"/>
  <p:cmAuthor id="1506" name="Tianyang Feng(联通集团信息化部（信息安全部）)" initials="TF" lastIdx="0" clrIdx="1505"/>
  <p:cmAuthor id="1507" name="S 风" initials="S风" lastIdx="0" clrIdx="1506"/>
  <p:cmAuthor id="1508" name="付豪" initials="付" lastIdx="0" clrIdx="1507"/>
  <p:cmAuthor id="1509" name="胡文慧" initials="胡" lastIdx="0" clrIdx="1508"/>
  <p:cmAuthor id="1510" name="宁安亮" initials="N" lastIdx="0" clrIdx="1509"/>
  <p:cmAuthor id="1511" name="sss" initials="s" lastIdx="0" clrIdx="1510"/>
  <p:cmAuthor id="1512" name="未知用户3" initials="未" lastIdx="0" clrIdx="1511"/>
  <p:cmAuthor id="1513" name="xujh" initials="x" lastIdx="0" clrIdx="1512"/>
  <p:cmAuthor id="1514" name="Unicom" initials="U" lastIdx="0" clrIdx="1513"/>
  <p:cmAuthor id="1515" name="yuxue" initials="y" lastIdx="0" clrIdx="1514"/>
  <p:cmAuthor id="1516" name="张艳芳" initials="张" lastIdx="0" clrIdx="1515"/>
  <p:cmAuthor id="1517" name="sx_xuzx" initials="s" lastIdx="0" clrIdx="1516"/>
  <p:cmAuthor id="1518" name="王志刚" initials="王" lastIdx="0" clrIdx="1517"/>
  <p:cmAuthor id="1519" name="tplife" initials="t" lastIdx="0" clrIdx="1518"/>
  <p:cmAuthor id="1520" name="孟 昕" initials="孟" lastIdx="0" clrIdx="1519"/>
  <p:cmAuthor id="1521" name="徐杰" initials="徐" lastIdx="0" clrIdx="1520"/>
  <p:cmAuthor id="1522" name="Eraser-CV_732yNZVB" initials="authorId_935319539" lastIdx="0" clrIdx="1521"/>
  <p:cmAuthor id="1523" name="crespo lee" initials="cl" lastIdx="0" clrIdx="1522"/>
  <p:cmAuthor id="1524" name="朱 楠楠" initials="朱" lastIdx="0" clrIdx="1523"/>
  <p:cmAuthor id="1525" name="Zhao Yecheng" initials="ZY" lastIdx="0" clrIdx="1524"/>
  <p:cmAuthor id="1526" name="朱海平" initials="朱" lastIdx="0" clrIdx="1525"/>
  <p:cmAuthor id="1527" name="619963410@qq.com" initials="6" lastIdx="0" clrIdx="1526"/>
  <p:cmAuthor id="1528" name="王景红" initials="王" lastIdx="0" clrIdx="1527"/>
  <p:cmAuthor id="1529" name="Jasmine" initials="J" lastIdx="0" clrIdx="1528"/>
  <p:cmAuthor id="1530" name="席金煜" initials="席" lastIdx="0" clrIdx="1529"/>
  <p:cmAuthor id="1531" name="administrator" initials="ad" lastIdx="0" clrIdx="1530"/>
  <p:cmAuthor id="1532" name="mouse zz" initials="mz" lastIdx="0" clrIdx="1531"/>
  <p:cmAuthor id="1533" name="玮军 钟" initials="玮钟" lastIdx="0" clrIdx="1532"/>
  <p:cmAuthor id="1534" name="陈曦(平台)" initials="陈曦(平台)" lastIdx="0" clrIdx="1533"/>
  <p:cmAuthor id="1535" name="王 亚辉" initials="王" lastIdx="0" clrIdx="1534"/>
  <p:cmAuthor id="1536" name="国辉 刘" initials="国辉" lastIdx="0" clrIdx="1535"/>
  <p:cmAuthor id="1537" name="杨秀丰" initials="杨" lastIdx="0" clrIdx="1536"/>
  <p:cmAuthor id="1538" name="linzhenglai@bj.cmcc" initials="l" lastIdx="0" clrIdx="1537"/>
  <p:cmAuthor id="1539" name="liang ma" initials="l" lastIdx="0" clrIdx="1538"/>
  <p:cmAuthor id="1540" name="高永刚" initials="高" lastIdx="0" clrIdx="1539"/>
  <p:cmAuthor id="1541" name="chenlin02" initials="c" lastIdx="0" clrIdx="1540"/>
  <p:cmAuthor id="1542" name="wuxiaoli" initials="w" lastIdx="0" clrIdx="1541"/>
  <p:cmAuthor id="1543" name="A6910" initials="A" lastIdx="0" clrIdx="1542"/>
  <p:cmAuthor id="1544" name="未知用户54" initials="未" lastIdx="0" clrIdx="1543"/>
  <p:cmAuthor id="1545" name="maxinli@bj.cmcc" initials="maxinli@bj.cmcc" lastIdx="0" clrIdx="1544"/>
  <p:cmAuthor id="1546" name="wanghe@bj.cmcc" initials="wanghe@bj.cmcc" lastIdx="0" clrIdx="1545"/>
  <p:cmAuthor id="1547" name="cs_wuyue" initials="c" lastIdx="0" clrIdx="1546"/>
  <p:cmAuthor id="1548" name="王林10186938" initials="王" lastIdx="0" clrIdx="1547"/>
  <p:cmAuthor id="1549" name="Yukun Zhang" initials="Y" lastIdx="0" clrIdx="1548"/>
  <p:cmAuthor id="1550" name="mei shuo" initials="mei shuo" lastIdx="0" clrIdx="1549"/>
  <p:cmAuthor id="1551" name="闫硕" initials="闫" lastIdx="0" clrIdx="1550"/>
  <p:cmAuthor id="1552" name="liuyy" initials="l" lastIdx="0" clrIdx="1551"/>
  <p:cmAuthor id="1553" name="梁叶欢" initials="梁" lastIdx="0" clrIdx="1552"/>
  <p:cmAuthor id="1554" name="Lihongxia Lihongxia" initials="LL" lastIdx="0" clrIdx="1553"/>
  <p:cmAuthor id="1555" name="于书丹" initials="C" lastIdx="0" clrIdx="1554"/>
  <p:cmAuthor id="1556" name="wangyuan1" initials="w" lastIdx="0" clrIdx="1555"/>
  <p:cmAuthor id="1557" name="wrr" initials="w" lastIdx="0" clrIdx="1556"/>
  <p:cmAuthor id="1558" name="孙忆雯|sunyiwen" initials="孙" lastIdx="0" clrIdx="1557"/>
  <p:cmAuthor id="1559" name="wangziran" initials="w" lastIdx="0" clrIdx="1558"/>
  <p:cmAuthor id="1560" name="baimingxuan" initials="b" lastIdx="0" clrIdx="1559"/>
  <p:cmAuthor id="1561" name="liuxi1@bj.cmcc" initials="liuxi1@bj.cmcc" lastIdx="0" clrIdx="1560"/>
  <p:cmAuthor id="1562" name="未知用户178" initials="未" lastIdx="0" clrIdx="1561"/>
  <p:cmAuthor id="1563" name="陈宇" initials="陈" lastIdx="0" clrIdx="1562"/>
  <p:cmAuthor id="1564" name="CMIT" initials="C" lastIdx="0" clrIdx="1563"/>
  <p:cmAuthor id="1565" name="wangwenjun1@bj.cmcc" initials="wangwenju" lastIdx="0" clrIdx="1564"/>
  <p:cmAuthor id="1566" name="未知的使用者182" initials="未" lastIdx="0" clrIdx="1565"/>
  <p:cmAuthor id="1567" name="刘文举" initials="刘" lastIdx="0" clrIdx="1566"/>
  <p:cmAuthor id="1568" name="33505" initials="3" lastIdx="0" clrIdx="1567"/>
  <p:cmAuthor id="1569" name="未知的使用者146" initials="未" lastIdx="0" clrIdx="1568"/>
  <p:cmAuthor id="1570" name="未知用户138" initials="未" lastIdx="0" clrIdx="1569"/>
  <p:cmAuthor id="1571" name="未知用户130" initials="未" lastIdx="0" clrIdx="1570"/>
  <p:cmAuthor id="1572" name="未知的使用者221" initials="" lastIdx="0" clrIdx="1571"/>
  <p:cmAuthor id="1573" name="未知的使用者225" initials="" lastIdx="0" clrIdx="1572"/>
  <p:cmAuthor id="1574" name="未知的使用者212" initials="" lastIdx="0" clrIdx="1573"/>
  <p:cmAuthor id="1575" name="未知的使用者214" initials="" lastIdx="0" clrIdx="1574"/>
  <p:cmAuthor id="1576" name="未知的使用者215" initials="" lastIdx="0" clrIdx="1575"/>
  <p:cmAuthor id="1577" name="未知的使用者216" initials="" lastIdx="0" clrIdx="1576"/>
  <p:cmAuthor id="1578" name="未知用户145" initials="未" lastIdx="0" clrIdx="1577"/>
  <p:cmAuthor id="1579" name="未知的使用者208" initials="未" lastIdx="0" clrIdx="1578"/>
  <p:cmAuthor id="1580" name="未知的使用者192" initials="未" lastIdx="0" clrIdx="1579"/>
  <p:cmAuthor id="1581" name="未知的使用者193" initials="未" lastIdx="0" clrIdx="1580"/>
  <p:cmAuthor id="1582" name="未知的使用者209" initials="未" lastIdx="0" clrIdx="1581"/>
  <p:cmAuthor id="1583" name="未知用户147" initials="未" lastIdx="0" clrIdx="1582"/>
  <p:cmAuthor id="1584" name="未知的使用者96" initials="未" lastIdx="0" clrIdx="1583"/>
  <p:cmAuthor id="1585" name="李婧宜_YBferYVR" initials="authorId_1217247658" lastIdx="0" clrIdx="1584"/>
  <p:cmAuthor id="1586" name="A3416" initials="A" lastIdx="0" clrIdx="1585"/>
  <p:cmAuthor id="1587" name="杜梦楠" initials="杜梦楠" lastIdx="0" clrIdx="1586"/>
  <p:cmAuthor id="1588" name="liang" initials="l" lastIdx="0" clrIdx="1587"/>
  <p:cmAuthor id="1589" name="王元" initials="R" lastIdx="0" clrIdx="1588"/>
  <p:cmAuthor id="1590" name="庞亦龙" initials="庞亦龙" lastIdx="0" clrIdx="1589"/>
  <p:cmAuthor id="1591" name="张逸晨" initials="张" lastIdx="0" clrIdx="1590"/>
  <p:cmAuthor id="1592" name="张洁01-lhq" initials="张" lastIdx="0" clrIdx="1591"/>
  <p:cmAuthor id="1593" name="along along" initials="aa" lastIdx="0" clrIdx="1592"/>
  <p:cmAuthor id="1594" name="Li Xinyi" initials="LX" lastIdx="0" clrIdx="1593"/>
  <p:cmAuthor id="1595" name="未知用户123" initials="未" lastIdx="0" clrIdx="1594"/>
  <p:cmAuthor id="1596" name="Alex" initials="A" lastIdx="0" clrIdx="1595"/>
  <p:cmAuthor id="1597" name="xuerongx" initials="x" lastIdx="0" clrIdx="1596"/>
  <p:cmAuthor id="1598" name="huangyonghua" initials="h" lastIdx="0" clrIdx="1597"/>
  <p:cmAuthor id="1599" name="黄 晓贤" initials="黄" lastIdx="0" clrIdx="1598"/>
  <p:cmAuthor id="1600" name="454659240@qq.com" initials="4" lastIdx="0" clrIdx="1599"/>
  <p:cmAuthor id="1601" name="杨 贺春" initials="杨" lastIdx="0" clrIdx="1600"/>
  <p:cmAuthor id="1602" name="wlj352" initials="w" lastIdx="0" clrIdx="1601"/>
  <p:cmAuthor id="1603" name="qizhichao" initials="qizhichao" lastIdx="0" clrIdx="1602"/>
  <p:cmAuthor id="1604" name="未知用户25" initials="未" lastIdx="0" clrIdx="1603"/>
  <p:cmAuthor id="1605" name="Janie" initials="J" lastIdx="0" clrIdx="1604"/>
  <p:cmAuthor id="1606" name="GYD" initials="G" lastIdx="0" clrIdx="1605"/>
  <p:cmAuthor id="1607" name="yang_yi" initials="y" lastIdx="0" clrIdx="1606"/>
  <p:cmAuthor id="1608" name="18811" initials="1" lastIdx="0" clrIdx="1607"/>
  <p:cmAuthor id="1609" name="caihui" initials="c" lastIdx="0" clrIdx="1608"/>
  <p:cmAuthor id="1610" name="liuyuanyuan1" initials="l" lastIdx="0" clrIdx="1609"/>
  <p:cmAuthor id="1611" name="likaixi@bj.cmcc" initials="likaixi@bj.cmcc" lastIdx="0" clrIdx="1610"/>
  <p:cmAuthor id="1612" name="13810" initials="1" lastIdx="0" clrIdx="1611"/>
  <p:cmAuthor id="1613" name="王叶烨" initials="王" lastIdx="0" clrIdx="1612"/>
  <p:cmAuthor id="1614" name="weiya" initials="w" lastIdx="0" clrIdx="1613"/>
  <p:cmAuthor id="1615" name="hd_zhangyue@bj.cmcc" initials="hd_zhangyue@bj.cmcc" lastIdx="0" clrIdx="1614"/>
  <p:cmAuthor id="1616" name="浮浮浮云" initials="浮" lastIdx="0" clrIdx="1615"/>
  <p:cmAuthor id="1617" name="45383746@qq.com" initials="4" lastIdx="0" clrIdx="1616"/>
  <p:cmAuthor id="1618" name="zoupei" initials="z" lastIdx="0" clrIdx="1617"/>
  <p:cmAuthor id="1619" name="yl" initials="y" lastIdx="0" clrIdx="1618"/>
  <p:cmAuthor id="1620" name="hjx" initials="h" lastIdx="0" clrIdx="1619"/>
  <p:cmAuthor id="1621" name="manman" initials="m" lastIdx="0" clrIdx="1620"/>
  <p:cmAuthor id="1622" name="汪勇" initials="汪" lastIdx="0" clrIdx="1621"/>
  <p:cmAuthor id="1623" name="liuti" initials="l" lastIdx="0" clrIdx="1622"/>
  <p:cmAuthor id="1624" name="zsc" initials="z" lastIdx="0" clrIdx="1623"/>
  <p:cmAuthor id="1625" name="hauwei" initials="h" lastIdx="0" clrIdx="1624"/>
  <p:cmAuthor id="1626" name="tianatan" initials="t" lastIdx="0" clrIdx="1625"/>
  <p:cmAuthor id="1627" name="Juliet猪立业" initials="J" lastIdx="0" clrIdx="1626"/>
  <p:cmAuthor id="1628" name="wmcmdi" initials="w" lastIdx="0" clrIdx="1627"/>
  <p:cmAuthor id="1629" name="李强" initials="A" lastIdx="0" clrIdx="1628"/>
  <p:cmAuthor id="1630" name="Hey！Judy" initials="H" lastIdx="0" clrIdx="1629"/>
  <p:cmAuthor id="1631" name="孙傲" initials="孙" lastIdx="0" clrIdx="1630"/>
  <p:cmAuthor id="1632" name="Melody流星" initials="M" lastIdx="0" clrIdx="1631"/>
  <p:cmAuthor id="1633" name="K_Jank" initials="K" lastIdx="0" clrIdx="1632"/>
  <p:cmAuthor id="1634" name="段瑞祥" initials="段" lastIdx="0" clrIdx="1633"/>
  <p:cmAuthor id="1635" name="朱玉龙" initials="朱" lastIdx="0" clrIdx="1634"/>
  <p:cmAuthor id="1636" name="zqsgs" initials="z" lastIdx="0" clrIdx="1635"/>
  <p:cmAuthor id="1637" name="WPS_1729045279" initials="W" lastIdx="0" clrIdx="1636"/>
  <p:cmAuthor id="1638" name="燕" initials="燕" lastIdx="0" clrIdx="1637"/>
  <p:cmAuthor id="1639" name="A宗介" initials="A" lastIdx="0" clrIdx="1638"/>
  <p:cmAuthor id="1640" name="zilong.li" initials="z" lastIdx="0" clrIdx="1639"/>
  <p:cmAuthor id="1641" name="xq" initials="x" lastIdx="0" clrIdx="1640"/>
  <p:cmAuthor id="1642" name="王凯" initials="王" lastIdx="0" clrIdx="1641"/>
  <p:cmAuthor id="1643" name="10169602" initials="1" lastIdx="0" clrIdx="1642"/>
  <p:cmAuthor id="1644" name="LUO CHENG" initials="L" lastIdx="0" clrIdx="1643"/>
  <p:cmAuthor id="1645" name="00158845" initials="0" lastIdx="0" clrIdx="1644"/>
  <p:cmAuthor id="1646" name="shenyanning-001" initials="s" lastIdx="0" clrIdx="1645"/>
  <p:cmAuthor id="1647" name="10201331" initials="1" lastIdx="0" clrIdx="1646"/>
  <p:cmAuthor id="1648" name="杨哈哈" initials="杨" lastIdx="0" clrIdx="1647"/>
  <p:cmAuthor id="1649" name="磊 陈" initials="磊陈" lastIdx="0" clrIdx="1648"/>
  <p:cmAuthor id="1650" name="Renoir" initials="R" lastIdx="0" clrIdx="1649"/>
  <p:cmAuthor id="1651" name="讀 書" initials="讀" lastIdx="0" clrIdx="1650"/>
  <p:cmAuthor id="1652" name="文斌" initials="文" lastIdx="0" clrIdx="1651"/>
  <p:cmAuthor id="1653" name="谢海明" initials="谢" lastIdx="0" clrIdx="1652"/>
  <p:cmAuthor id="1654" name="WPS_1580452479" initials="W" lastIdx="0" clrIdx="1653"/>
  <p:cmAuthor id="1655" name="晴朗天空" initials="晴" lastIdx="0" clrIdx="1654"/>
  <p:cmAuthor id="1656" name="Julia Jia" initials="J" lastIdx="0" clrIdx="1655"/>
  <p:cmAuthor id="1657" name="段甜甜" initials="段" lastIdx="0" clrIdx="1656"/>
  <p:cmAuthor id="1658" name="zh" initials="z" lastIdx="0" clrIdx="1657"/>
  <p:cmAuthor id="1659" name="成思远" initials="成" lastIdx="0" clrIdx="1658"/>
  <p:cmAuthor id="1660" name="QMY" initials="Q" lastIdx="0" clrIdx="1659"/>
  <p:cmAuthor id="1661" name="碳酸 碳酸" initials="碳碳" lastIdx="0" clrIdx="1660"/>
  <p:cmAuthor id="1662" name="Steve" initials="S" lastIdx="0" clrIdx="1661"/>
  <p:cmAuthor id="1663" name="姗SHAN" initials="姗" lastIdx="0" clrIdx="1662"/>
  <p:cmAuthor id="1664" name="任龙飞" initials="任" lastIdx="0" clrIdx="1663"/>
  <p:cmAuthor id="1665" name="田延刚" initials="田" lastIdx="0" clrIdx="1664"/>
  <p:cmAuthor id="1666" name="ADMIN" initials="A" lastIdx="0" clrIdx="1665"/>
  <p:cmAuthor id="1667" name="王皓天" initials="A" lastIdx="0" clrIdx="1666"/>
  <p:cmAuthor id="1668" name="DDDDD" initials="D" lastIdx="0" clrIdx="1667"/>
  <p:cmAuthor id="1669" name="八步" initials="八" lastIdx="0" clrIdx="1668"/>
  <p:cmAuthor id="1670" name="liuc211" initials="l" lastIdx="0" clrIdx="1669"/>
  <p:cmAuthor id="1671" name="陈豪" initials="陈" lastIdx="0" clrIdx="1670"/>
  <p:cmAuthor id="1672" name="类" initials="类" lastIdx="0" clrIdx="1671"/>
  <p:cmAuthor id="1673" name="SuYan" initials="S" lastIdx="0" clrIdx="1672"/>
  <p:cmAuthor id="1674" name="草长莺飞" initials="草" lastIdx="0" clrIdx="1673"/>
  <p:cmAuthor id="1675" name="Cool" initials="C" lastIdx="0" clrIdx="1674"/>
  <p:cmAuthor id="1676" name="." initials="." lastIdx="0" clrIdx="1675"/>
  <p:cmAuthor id="1677" name="WPS_1602979380" initials="W" lastIdx="0" clrIdx="1676"/>
  <p:cmAuthor id="1678" name="kk" initials="k" lastIdx="0" clrIdx="1677"/>
  <p:cmAuthor id="1679" name="182----2928" initials="1" lastIdx="0" clrIdx="1678"/>
  <p:cmAuthor id="1680" name="johnさん雲起" initials="j" lastIdx="0" clrIdx="1679"/>
  <p:cmAuthor id="1681" name="微信用户" initials="微" lastIdx="0" clrIdx="1680"/>
  <p:cmAuthor id="1682" name="勿忘初心" initials="勿" lastIdx="0" clrIdx="1681"/>
  <p:cmAuthor id="1683" name="Guojianhong (Alexander)" initials="G(" lastIdx="0" clrIdx="1682"/>
  <p:cmAuthor id="1684" name="Miao" initials="M" lastIdx="0" clrIdx="1683"/>
  <p:cmAuthor id="1685" name="任静" initials="任" lastIdx="0" clrIdx="1684"/>
  <p:cmAuthor id="1686" name="戴停" initials="戴" lastIdx="0" clrIdx="1685"/>
  <p:cmAuthor id="1687" name="`Mark." initials="`" lastIdx="0" clrIdx="1686"/>
  <p:cmAuthor id="1688" name="jh d" initials="jd" lastIdx="0" clrIdx="1687"/>
  <p:cmAuthor id="1689" name="Baymax" initials="B" lastIdx="0" clrIdx="1688"/>
  <p:cmAuthor id="1690" name="袁昭成" initials="袁" lastIdx="0" clrIdx="1689"/>
  <p:cmAuthor id="1691" name="骑蜗牛私奔" initials="骑" lastIdx="0" clrIdx="1690"/>
  <p:cmAuthor id="1692" name="Mr Keating" initials="M" lastIdx="0" clrIdx="1691"/>
  <p:cmAuthor id="1693" name="张裴" initials="张" lastIdx="0" clrIdx="1692"/>
  <p:cmAuthor id="1694" name="梅杰" initials="梅" lastIdx="0" clrIdx="1693"/>
  <p:cmAuthor id="1695" name="甲骨文飞行家" initials="甲" lastIdx="0" clrIdx="1694"/>
  <p:cmAuthor id="1696" name="詹 昌平" initials="詹" lastIdx="0" clrIdx="1695"/>
  <p:cmAuthor id="1697" name="潘继儒" initials="潘" lastIdx="0" clrIdx="1696"/>
  <p:cmAuthor id="1698" name="Andy.Tiller" initials="A" lastIdx="0" clrIdx="1697"/>
  <p:cmAuthor id="1699" name="Ye Ouyang" initials="YO" lastIdx="0" clrIdx="1698"/>
  <p:cmAuthor id="1700" name="Zou Yongxu" initials="Z" lastIdx="0" clrIdx="1699"/>
  <p:cmAuthor id="1701" name="于文涛" initials="于" lastIdx="0" clrIdx="1700"/>
  <p:cmAuthor id="1702" name="曹国栋" initials="曹国栋" lastIdx="0" clrIdx="1701"/>
  <p:cmAuthor id="1703" name="liu chen" initials="lc" lastIdx="0" clrIdx="1702"/>
  <p:cmAuthor id="1704" name="wwz" initials="w" lastIdx="0" clrIdx="1703"/>
  <p:cmAuthor id="1705" name="王宏" initials="王" lastIdx="0" clrIdx="1704"/>
  <p:cmAuthor id="1706" name="John" initials="J" lastIdx="0" clrIdx="1705"/>
  <p:cmAuthor id="1707" name="00065088" initials="0" lastIdx="0" clrIdx="1706"/>
  <p:cmAuthor id="1708" name="10295142" initials="1" lastIdx="0" clrIdx="1707"/>
  <p:cmAuthor id="1709" name="姚楠|yaonan" initials="姚楠" lastIdx="0" clrIdx="1708"/>
  <p:cmAuthor id="1710" name="zhushjie" initials="z" lastIdx="0" clrIdx="1709"/>
  <p:cmAuthor id="1711" name="Caixiaojin" initials="C" lastIdx="0" clrIdx="1710"/>
  <p:cmAuthor id="1712" name="陈辉|chenhui41" initials="陈辉" lastIdx="0" clrIdx="1711"/>
  <p:cmAuthor id="1713" name="刘学芳" initials="刘" lastIdx="0" clrIdx="1712"/>
  <p:cmAuthor id="1714" name="cjj" initials="c" lastIdx="0" clrIdx="1713"/>
  <p:cmAuthor id="1715" name="赵琦" initials="赵" lastIdx="0" clrIdx="1714"/>
  <p:cmAuthor id="1716" name="朱绍春" initials="朱" lastIdx="0" clrIdx="1715"/>
  <p:cmAuthor id="1717" name="44134" initials="4" lastIdx="0" clrIdx="1716"/>
  <p:cmAuthor id="1718" name="kevin.huang" initials="k" lastIdx="0" clrIdx="1717"/>
  <p:cmAuthor id="1719" name="Paul" initials="P" lastIdx="0" clrIdx="1718"/>
  <p:cmAuthor id="1720" name="李哲(ZheLi)-顺丰科技" initials="李" lastIdx="0" clrIdx="1719"/>
  <p:cmAuthor id="1721" name="Wangjinbo (Hangzhou, NTD)" initials="W(N" lastIdx="0" clrIdx="1720"/>
  <p:cmAuthor id="1722" name="GAO" initials="G" lastIdx="0" clrIdx="1721"/>
  <p:cmAuthor id="1723" name="editor" initials="E" lastIdx="0" clrIdx="1722"/>
  <p:cmAuthor id="1724" name="jj wu" initials="jw" lastIdx="0" clrIdx="1723"/>
  <p:cmAuthor id="1725" name="johnnie" initials="j" lastIdx="0" clrIdx="1724"/>
  <p:cmAuthor id="1726" name="刘丽仙" initials="刘" lastIdx="0" clrIdx="1725"/>
  <p:cmAuthor id="1727" name="未定义" initials="未" lastIdx="0" clrIdx="1726"/>
  <p:cmAuthor id="1728" name="dingbo" initials="d" lastIdx="0" clrIdx="1727"/>
  <p:cmAuthor id="1729" name="李永欣" initials="李" lastIdx="0" clrIdx="1728"/>
  <p:cmAuthor id="1730" name="杨 亚媛" initials="杨" lastIdx="0" clrIdx="1729"/>
  <p:cmAuthor id="1731" name="张宏伟" initials="张" lastIdx="0" clrIdx="1730"/>
  <p:cmAuthor id="1732" name="Ying Li" initials="Y" lastIdx="0" clrIdx="1731"/>
  <p:cmAuthor id="1733" name="李威" initials="李" lastIdx="0" clrIdx="1732"/>
  <p:cmAuthor id="1734" name="李百秋" initials="李" lastIdx="0" clrIdx="1733"/>
  <p:cmAuthor id="1735" name="张立鑫" initials="张" lastIdx="0" clrIdx="1734"/>
  <p:cmAuthor id="1736" name="杨静" initials="杨" lastIdx="0" clrIdx="1735"/>
  <p:cmAuthor id="1737" name="YuQing" initials="Y" lastIdx="0" clrIdx="1736"/>
  <p:cmAuthor id="1738" name="Youwen Sun" initials="Y" lastIdx="0" clrIdx="1737"/>
  <p:cmAuthor id="1739" name="dadi" initials="d" lastIdx="0" clrIdx="1738"/>
  <p:cmAuthor id="1740" name="张田田" initials="张" lastIdx="0" clrIdx="1739"/>
  <p:cmAuthor id="1741" name="杨彦伟" initials="杨" lastIdx="0" clrIdx="1740"/>
  <p:cmAuthor id="1742" name="hk z" initials="hz" lastIdx="0" clrIdx="1741"/>
  <p:cmAuthor id="1743" name="吕姗" initials="吕" lastIdx="0" clrIdx="1742"/>
  <p:cmAuthor id="1744" name="yanchenrui@hq.cmcc" initials="yanchenrui@hq.cmcc" lastIdx="0" clrIdx="1743"/>
  <p:cmAuthor id="1745" name="王晨|wangchen6" initials="王晨" lastIdx="0" clrIdx="1744"/>
  <p:cmAuthor id="1746" name="wangxi (D)" initials="w" lastIdx="0" clrIdx="1745"/>
  <p:cmAuthor id="1747" name="Jimmy-Power" initials="J" lastIdx="0" clrIdx="1746"/>
  <p:cmAuthor id="1748" name="程云静_Y3Azuy2A" initials="authorId_1008746-10054638" lastIdx="0" clrIdx="1747"/>
  <p:cmAuthor id="1749" name="山西公司集团客户部杨天翼" initials="山" lastIdx="0" clrIdx="1748"/>
  <p:cmAuthor id="1750" name="GD" initials="G" lastIdx="0" clrIdx="1749"/>
  <p:cmAuthor id="1751" name="MA YOU" initials="MY" lastIdx="0" clrIdx="1750"/>
  <p:cmAuthor id="1752" name="Lijiacheng(LTE CELLM)" initials="LC" lastIdx="0" clrIdx="1751"/>
  <p:cmAuthor id="1753" name="baixiwei" initials="bxw" lastIdx="0" clrIdx="1752"/>
  <p:cmAuthor id="1754" name="dsdas" initials="d" lastIdx="0" clrIdx="1753"/>
  <p:cmAuthor id="1755" name="victoryxs" initials="v" lastIdx="0" clrIdx="1754"/>
  <p:cmAuthor id="1756" name="orchid" initials="o" lastIdx="0" clrIdx="1755"/>
  <p:cmAuthor id="1757" name="hanl" initials="h" lastIdx="0" clrIdx="1756"/>
  <p:cmAuthor id="1758" name="jy_shangjiyuan" initials="j" lastIdx="0" clrIdx="1757"/>
  <p:cmAuthor id="1759" name="guokeyang" initials="g" lastIdx="0" clrIdx="1758"/>
  <p:cmAuthor id="1760" name="11794" initials="1" lastIdx="0" clrIdx="1759"/>
  <p:cmAuthor id="1761" name="zhang wenxuan" initials="zw" lastIdx="0" clrIdx="1760"/>
  <p:cmAuthor id="1762" name="Li Feng LF Cao" initials="LFLC" lastIdx="0" clrIdx="1761"/>
  <p:cmAuthor id="1763" name="Y L" initials="YL" lastIdx="0" clrIdx="1762"/>
  <p:cmAuthor id="1764" name="Luka Hu" initials="" lastIdx="0" clrIdx="1763"/>
  <p:cmAuthor id="1765" name="zhang xinyang" initials="" lastIdx="0" clrIdx="1764"/>
  <p:cmAuthor id="1766" name="WXY" initials="" lastIdx="0" clrIdx="1765"/>
  <p:cmAuthor id="1767" name="dujing" initials="" lastIdx="0" clrIdx="1766"/>
  <p:cmAuthor id="1768" name="szy" initials="s" lastIdx="0" clrIdx="1767"/>
  <p:cmAuthor id="1769" name="faye chen" initials="fc" lastIdx="0" clrIdx="1768"/>
  <p:cmAuthor id="1770" name="管 仲" initials="管" lastIdx="0" clrIdx="1769"/>
  <p:cmAuthor id="1771" name="ylmfeng" initials="y" lastIdx="0" clrIdx="1770"/>
  <p:cmAuthor id="1772" name="THINK" initials="T" lastIdx="0" clrIdx="1771"/>
  <p:cmAuthor id="1773" name="熊文剑" initials="熊" lastIdx="0" clrIdx="1772"/>
  <p:cmAuthor id="1774" name="CMIC2021" initials="C" lastIdx="0" clrIdx="1773"/>
  <p:cmAuthor id="1775" name="Admin" initials="A" lastIdx="0" clrIdx="1774"/>
  <p:cmAuthor id="1776" name="lisa" initials="l" lastIdx="0" clrIdx="1775"/>
  <p:cmAuthor id="1777" name="xujianfeng" initials="x" lastIdx="0" clrIdx="1776"/>
  <p:cmAuthor id="1778" name="rev2" initials="c" lastIdx="0" clrIdx="1777"/>
  <p:cmAuthor id="1779" name="安 宝来" initials="安" lastIdx="0" clrIdx="1778"/>
  <p:cmAuthor id="1780" name="feng xingbo" initials="fx" lastIdx="0" clrIdx="1779"/>
  <p:cmAuthor id="1781" name="fei Ren" initials="fR" lastIdx="0" clrIdx="1780"/>
  <p:cmAuthor id="1782" name="hm" initials="h" lastIdx="0" clrIdx="1781"/>
  <p:cmAuthor id="1783" name="Chengli" initials="C" lastIdx="0" clrIdx="1782"/>
  <p:cmAuthor id="1784" name="da lin" initials="dl" lastIdx="0" clrIdx="1783"/>
  <p:cmAuthor id="1785" name="马亮" initials="W用" lastIdx="0" clrIdx="1784"/>
  <p:cmAuthor id="1786" name="邹阳" initials="c" lastIdx="0" clrIdx="1785"/>
  <p:cmAuthor id="1787" name="Echo" initials="E" lastIdx="0" clrIdx="1786"/>
  <p:cmAuthor id="1788" name="thinkbap" initials="t" lastIdx="0" clrIdx="1787"/>
  <p:cmAuthor id="1789" name="huyuxiao@bj.cmcc" initials="huyuxiao@bj.cmcc" lastIdx="0" clrIdx="1788"/>
  <p:cmAuthor id="1790" name="Dell" initials="D" lastIdx="0" clrIdx="1789"/>
  <p:cmAuthor id="1791" name="杨柳" initials="柳" lastIdx="0" clrIdx="1790"/>
  <p:cmAuthor id="1792" name="tianyuan@cmhi.cmcc" initials="tianyuan@cmhi.cmcc" lastIdx="0" clrIdx="1791"/>
  <p:cmAuthor id="1793" name="Tianran" initials="T" lastIdx="0" clrIdx="1792"/>
  <p:cmAuthor id="1794" name="leiming@bj.cmcc" initials="l" lastIdx="0" clrIdx="1793"/>
  <p:cmAuthor id="1795" name="zhaoqi" initials="z" lastIdx="0" clrIdx="1794"/>
  <p:cmAuthor id="1796" name="wuyanna" initials="w" lastIdx="0" clrIdx="1795"/>
  <p:cmAuthor id="1797" name="郝佳宁" initials="郝" lastIdx="0" clrIdx="1796"/>
  <p:cmAuthor id="1798" name="郭卫军" initials="郭" lastIdx="0" clrIdx="1797"/>
  <p:cmAuthor id="1799" name="张波" initials="张" lastIdx="0" clrIdx="1798"/>
  <p:cmAuthor id="1800" name="fymyamin" initials="f" lastIdx="0" clrIdx="1799"/>
  <p:cmAuthor id="1801" name="沙俊杰00140688" initials="沙俊杰00140688" lastIdx="0" clrIdx="1800"/>
  <p:cmAuthor id="1802" name="YangXuke" initials="Y" lastIdx="0" clrIdx="1801"/>
  <p:cmAuthor id="1803" name="on my way tian" initials="ot" lastIdx="0" clrIdx="1802"/>
  <p:cmAuthor id="1804" name="何 伟" initials="何" lastIdx="0" clrIdx="1803"/>
  <p:cmAuthor id="1805" name="Mengxue Pan" initials="MP" lastIdx="0" clrIdx="1804"/>
  <p:cmAuthor id="1806" name="橙子" initials="橙" lastIdx="0" clrIdx="1805"/>
  <p:cmAuthor id="1807" name="晨曦_n6n2bAVB" initials="authorId_925318141" lastIdx="0" clrIdx="1806"/>
  <p:cmAuthor id="1808" name="yu 1" initials="y1" lastIdx="0" clrIdx="1807"/>
  <p:cmAuthor id="1809" name="sc_yangting@bj.cmcc" initials="s" lastIdx="0" clrIdx="1808"/>
  <p:cmAuthor id="1810" name="岳晓丽" initials="岳" lastIdx="0" clrIdx="1809"/>
  <p:cmAuthor id="1811" name="黄鸣宇" initials="黄" lastIdx="0" clrIdx="1810"/>
  <p:cmAuthor id="1812" name="Microsoft" initials="M" lastIdx="0" clrIdx="1811"/>
  <p:cmAuthor id="1813" name="yangmengtong" initials="y" lastIdx="0" clrIdx="1812"/>
  <p:cmAuthor id="1814" name="陈之华" initials="陈" lastIdx="0" clrIdx="1813"/>
  <p:cmAuthor id="1815" name="赵恒一" initials="赵" lastIdx="0" clrIdx="1814"/>
  <p:cmAuthor id="1816" name="孙现民" initials="孙" lastIdx="0" clrIdx="1815"/>
  <p:cmAuthor id="1817" name="田海兰" initials="田" lastIdx="0" clrIdx="1816"/>
  <p:cmAuthor id="1818" name="liuqiliang@tj.cmcc" initials="l" lastIdx="0" clrIdx="1817"/>
  <p:cmAuthor id="1819" name="yangtong@tj.cmcc" initials="y" lastIdx="0" clrIdx="1818"/>
  <p:cmAuthor id="1820" name="wuhy@bj.cmcc" initials="w" lastIdx="0" clrIdx="1819"/>
  <p:cmAuthor id="1821" name="lrxy" initials="l" lastIdx="0" clrIdx="1820"/>
  <p:cmAuthor id="1822" name="10029265@zte.intra" initials="1" lastIdx="0" clrIdx="1821"/>
  <p:cmAuthor id="1823" name="MLOONG" initials="M" lastIdx="0" clrIdx="1822"/>
  <p:cmAuthor id="1824" name="齐 Mandy" initials="齐" lastIdx="0" clrIdx="1823"/>
  <p:cmAuthor id="1825" name="韩晓宇00207529" initials="韩晓宇00207529" lastIdx="0" clrIdx="1824"/>
  <p:cmAuthor id="1826" name="Zhanwei Xiao(CUC SRD2-HZ-FZ)" initials="Z" lastIdx="0" clrIdx="1825"/>
  <p:cmAuthor id="1827" name="Ms" initials="M" lastIdx="0" clrIdx="1826"/>
  <p:cmAuthor id="1828" name="xuqing" initials="x" lastIdx="0" clrIdx="1827"/>
  <p:cmAuthor id="1829" name="Li Pengling" initials="LP" lastIdx="0" clrIdx="1828"/>
  <p:cmAuthor id="1830" name="梁鹏" initials="u" lastIdx="0" clrIdx="1829"/>
  <p:cmAuthor id="1831" name="ztolei@163.com" initials="z" lastIdx="0" clrIdx="1830"/>
  <p:cmAuthor id="1832" name="云峰 贾" initials="云" lastIdx="0" clrIdx="1831"/>
  <p:cmAuthor id="1833" name="lingc" initials="l" lastIdx="0" clrIdx="1832"/>
  <p:cmAuthor id="1834" name="zhangqiang" initials="z" lastIdx="0" clrIdx="1833"/>
  <p:cmAuthor id="1835" name="丁冠涵" initials="丁" lastIdx="0" clrIdx="1834"/>
  <p:cmAuthor id="1836" name="USER580282" initials="U" lastIdx="0" clrIdx="1835"/>
  <p:cmAuthor id="1837" name="JZX" initials="J" lastIdx="0" clrIdx="1836"/>
  <p:cmAuthor id="1838" name="10339982" initials="1" lastIdx="0" clrIdx="1837"/>
  <p:cmAuthor id="1839" name="李 少峰" initials="李" lastIdx="0" clrIdx="1838"/>
  <p:cmAuthor id="1840" name="10005481" initials="1" lastIdx="0" clrIdx="1839"/>
  <p:cmAuthor id="1841" name="macos" initials="m" lastIdx="0" clrIdx="1840"/>
  <p:cmAuthor id="1842" name="10095622" initials="1" lastIdx="0" clrIdx="1841"/>
  <p:cmAuthor id="1843" name="00284818" initials="0" lastIdx="0" clrIdx="1842"/>
  <p:cmAuthor id="1844" name="江莉萍|jiangliping" initials="江" lastIdx="0" clrIdx="1843"/>
  <p:cmAuthor id="1845" name="10011274@zte.intra" initials="1" lastIdx="0" clrIdx="1844"/>
  <p:cmAuthor id="1846" name="10039985" initials="1" lastIdx="0" clrIdx="1845"/>
  <p:cmAuthor id="1847" name="10223621" initials="1" lastIdx="0" clrIdx="1846"/>
  <p:cmAuthor id="1848" name="Hao Yue" initials="HY" lastIdx="0" clrIdx="1847"/>
  <p:cmAuthor id="1849" name="10327298" initials="1" lastIdx="0" clrIdx="1848"/>
  <p:cmAuthor id="1850" name="盛枫10333537" initials="盛" lastIdx="0" clrIdx="1849"/>
  <p:cmAuthor id="1851" name="10067286" initials="1" lastIdx="0" clrIdx="1850"/>
  <p:cmAuthor id="1852" name="ZHANGQIXUAN" initials="Z" lastIdx="0" clrIdx="1851"/>
  <p:cmAuthor id="1853" name="Gaoyang (China NPS C&amp;SI)" initials="G(NC" lastIdx="0" clrIdx="1852"/>
  <p:cmAuthor id="1854" name="Xia Meng 00049798" initials="Mandy" lastIdx="0" clrIdx="1853"/>
  <p:cmAuthor id="1855" name="月正亮" initials="月" lastIdx="0" clrIdx="1854"/>
  <p:cmAuthor id="1856" name="zhoujintao" initials="z" lastIdx="0" clrIdx="1855"/>
  <p:cmAuthor id="1857" name="张久仙" initials="zjx" lastIdx="0" clrIdx="1856"/>
  <p:cmAuthor id="1858" name="yangyuting" initials="y" lastIdx="0" clrIdx="1857"/>
  <p:cmAuthor id="1859" name="叹号问号" initials="叹" lastIdx="0" clrIdx="1858"/>
  <p:cmAuthor id="1860" name="未知用户4" initials="未知用户4" lastIdx="0" clrIdx="1859"/>
  <p:cmAuthor id="1861" name="Carith" initials="C" lastIdx="0" clrIdx="1860"/>
  <p:cmAuthor id="1862" name="未知用户37" initials="未知用户37" lastIdx="0" clrIdx="1861"/>
  <p:cmAuthor id="1863" name="未知用户38" initials="未知用户38" lastIdx="0" clrIdx="1862"/>
  <p:cmAuthor id="1864" name="未知用户85" initials="未知用户85" lastIdx="0" clrIdx="1863"/>
  <p:cmAuthor id="1865" name="未知用户95" initials="未知用户95" lastIdx="0" clrIdx="1864"/>
  <p:cmAuthor id="1866" name="Guuuu" initials="G" lastIdx="0" clrIdx="1865"/>
  <p:cmAuthor id="1867" name="未知用户105" initials="未知用户105" lastIdx="0" clrIdx="1866"/>
  <p:cmAuthor id="1868" name="MI" initials="M" lastIdx="0" clrIdx="1867"/>
  <p:cmAuthor id="1869" name="未知用户212" initials="未知用户212" lastIdx="0" clrIdx="1868"/>
  <p:cmAuthor id="1870" name="未知用户223" initials="未知用户223" lastIdx="0" clrIdx="1869"/>
  <p:cmAuthor id="1871" name="未知用户224" initials="未知用户224" lastIdx="0" clrIdx="1870"/>
  <p:cmAuthor id="1872" name="未知用户124" initials="未知用户124" lastIdx="0" clrIdx="1871"/>
  <p:cmAuthor id="1873" name="未知用户225" initials="未知用户225" lastIdx="0" clrIdx="1872"/>
  <p:cmAuthor id="1874" name="未知用户128" initials="未知用户128" lastIdx="0" clrIdx="1873"/>
  <p:cmAuthor id="1875" name="未知用户228" initials="未知用户228" lastIdx="0" clrIdx="1874"/>
  <p:cmAuthor id="1876" name="未知用户142" initials="未知用户142" lastIdx="0" clrIdx="1875"/>
  <p:cmAuthor id="1877" name="未知用户125" initials="未知用户125" lastIdx="0" clrIdx="1876"/>
  <p:cmAuthor id="1878" name="未知用户144" initials="未知用户144" lastIdx="0" clrIdx="1877"/>
  <p:cmAuthor id="1879" name="未知用户330" initials="未" lastIdx="0" clrIdx="1878"/>
  <p:cmAuthor id="1880" name="未知用户161" initials="未知用户161" lastIdx="0" clrIdx="1879"/>
  <p:cmAuthor id="1881" name="未知用户177" initials="未知用户177" lastIdx="0" clrIdx="1880"/>
  <p:cmAuthor id="1882" name="未知用户179" initials="未知用户179" lastIdx="0" clrIdx="1881"/>
  <p:cmAuthor id="1883" name="未知用户180" initials="未知用户180" lastIdx="0" clrIdx="1882"/>
  <p:cmAuthor id="1884" name="未知用户182" initials="未知用户182" lastIdx="0" clrIdx="1883"/>
  <p:cmAuthor id="1885" name="未知用户185" initials="未知用户185" lastIdx="0" clrIdx="1884"/>
  <p:cmAuthor id="1886" name="未知用户188" initials="未知用户188" lastIdx="0" clrIdx="1885"/>
  <p:cmAuthor id="1887" name="张晖" initials="张" lastIdx="0" clrIdx="1886"/>
  <p:cmAuthor id="1888" name="未知用户190" initials="未知用户190" lastIdx="0" clrIdx="1887"/>
  <p:cmAuthor id="1889" name="WKL" initials="W" lastIdx="0" clrIdx="1888"/>
  <p:cmAuthor id="1890" name="7" initials="7" lastIdx="0" clrIdx="1889"/>
  <p:cmAuthor id="1891" name="陈安琪" initials="CAQ" lastIdx="0" clrIdx="1890"/>
  <p:cmAuthor id="1892" name="hmwang" initials="dsc" lastIdx="0" clrIdx="1891"/>
  <p:cmAuthor id="1893" name="fuhao" initials="f" lastIdx="0" clrIdx="1892"/>
  <p:cmAuthor id="1894" name="未知的使用者137" initials="未" lastIdx="0" clrIdx="1893"/>
  <p:cmAuthor id="1895" name="heweia@digiwin.com" initials="h" lastIdx="0" clrIdx="1894"/>
  <p:cmAuthor id="1896" name="MM" initials="M" lastIdx="0" clrIdx="1895"/>
  <p:cmAuthor id="1897" name="super" initials="s" lastIdx="0" clrIdx="1896"/>
  <p:cmAuthor id="1898" name="方婷婷" initials="方" lastIdx="0" clrIdx="1897"/>
  <p:cmAuthor id="1899" name="/ 七安 /" initials="/" lastIdx="0" clrIdx="1898"/>
  <p:cmAuthor id="1900" name="HAUWEI" initials="H" lastIdx="0" clrIdx="1899"/>
  <p:cmAuthor id="1901" name="未知用户323" initials="未" lastIdx="0" clrIdx="1900"/>
  <p:cmAuthor id="1902" name="未知用户320" initials="未" lastIdx="0" clrIdx="1901"/>
  <p:cmAuthor id="1903" name="未知用户244" initials="未" lastIdx="0" clrIdx="1902"/>
  <p:cmAuthor id="1904" name="wangleiit2" initials="w" lastIdx="0" clrIdx="1903"/>
  <p:cmAuthor id="1905" name="shenyw18" initials="s" lastIdx="0" clrIdx="1904"/>
  <p:cmAuthor id="1906" name="yq_yaoxin@bj.cmcc" initials="yq_yaoxin@bj.cmcc" lastIdx="0" clrIdx="1905"/>
  <p:cmAuthor id="1907" name="朱雷雷" initials="朱" lastIdx="0" clrIdx="1906"/>
  <p:cmAuthor id="1908" name="yanxin" initials="y" lastIdx="0" clrIdx="1907"/>
  <p:cmAuthor id="1909" name="kele" initials="k" lastIdx="0" clrIdx="1908"/>
  <p:cmAuthor id="1910" name="骑猪南下" initials="骑" lastIdx="0" clrIdx="1909"/>
  <p:cmAuthor id="1911" name="毛毛" initials="毛" lastIdx="0" clrIdx="1910"/>
  <p:cmAuthor id="1912" name="未知用户30" initials="未知用户30" lastIdx="0" clrIdx="1911"/>
  <p:cmAuthor id="1913" name="李奇" initials="奇奇" lastIdx="0" clrIdx="1912"/>
  <p:cmAuthor id="1914" name="周 辉" initials="周" lastIdx="0" clrIdx="1913"/>
  <p:cmAuthor id="1915" name="wang" initials="wang" lastIdx="0" clrIdx="1914"/>
  <p:cmAuthor id="1916" name="孙 笑庆" initials="孙" lastIdx="0" clrIdx="1915"/>
  <p:cmAuthor id="1917" name="黄巍" initials="黄" lastIdx="0" clrIdx="1916"/>
  <p:cmAuthor id="1918" name="zk_zhangxin" initials="z" lastIdx="0" clrIdx="1917"/>
  <p:cmAuthor id="1919" name="su liqin" initials="s" lastIdx="0" clrIdx="1918"/>
  <p:cmAuthor id="1920" name="fanzhongwen@bj.cmcc" initials="f" lastIdx="0" clrIdx="1919"/>
  <p:cmAuthor id="1921" name="feiyuqian@bj.cmcc" initials="f" lastIdx="0" clrIdx="1920"/>
  <p:cmAuthor id="1922" name="18042" initials="1" lastIdx="0" clrIdx="1921"/>
  <p:cmAuthor id="1923" name="caoboyuan" initials="c" lastIdx="0" clrIdx="1922"/>
  <p:cmAuthor id="1924" name="武敏" initials="武" lastIdx="0" clrIdx="1923"/>
  <p:cmAuthor id="1925" name="ting yue" initials="t" lastIdx="0" clrIdx="1924"/>
  <p:cmAuthor id="1926" name="李 大美" initials="李" lastIdx="0" clrIdx="1925"/>
  <p:cmAuthor id="1927" name="Wenjing zhou" initials="Wz" lastIdx="0" clrIdx="1926"/>
  <p:cmAuthor id="1928" name="liruifeng" initials="l" lastIdx="0" clrIdx="1927"/>
  <p:cmAuthor id="1929" name="jk_xufei" initials="j" lastIdx="0" clrIdx="1928"/>
  <p:cmAuthor id="1930" name="liyamei" initials="l" lastIdx="0" clrIdx="1929"/>
  <p:cmAuthor id="1931" name="lineng" initials="lineng" lastIdx="0" clrIdx="1930"/>
  <p:cmAuthor id="1932" name="gaoxin" initials="g" lastIdx="0" clrIdx="1931"/>
  <p:cmAuthor id="1933" name="A" initials="A" lastIdx="0" clrIdx="1932"/>
  <p:cmAuthor id="1934" name="19806" initials="1" lastIdx="0" clrIdx="1933"/>
  <p:cmAuthor id="1935" name="qyw_chenxia" initials="q" lastIdx="0" clrIdx="1934"/>
  <p:cmAuthor id="1936" name="wangsen" initials="w" lastIdx="0" clrIdx="1935"/>
  <p:cmAuthor id="1937" name="lizhuqiu" initials="l" lastIdx="0" clrIdx="1936"/>
  <p:cmAuthor id="1938" name="liuchong" initials="l" lastIdx="0" clrIdx="1937"/>
  <p:cmAuthor id="1939" name="zhangshuqi" initials="z" lastIdx="0" clrIdx="1938"/>
  <p:cmAuthor id="1940" name="李 凯" initials="李" lastIdx="0" clrIdx="1939"/>
  <p:cmAuthor id="1941" name="Elitebook" initials="E" lastIdx="0" clrIdx="1940"/>
  <p:cmAuthor id="1942" name="x00221971" initials="" lastIdx="0" clrIdx="1941"/>
  <p:cmAuthor id="1943" name="程 子" initials="程" lastIdx="0" clrIdx="1942"/>
  <p:cmAuthor id="1944" name="刘 翀" initials="刘" lastIdx="0" clrIdx="1943"/>
  <p:cmAuthor id="1945" name="李庆兵" initials="A" lastIdx="0" clrIdx="1944"/>
  <p:cmAuthor id="1946" name="肖 永江" initials="肖" lastIdx="0" clrIdx="1945"/>
  <p:cmAuthor id="1947" name="ming qiu" initials="m" lastIdx="0" clrIdx="1946"/>
  <p:cmAuthor id="1948" name="1206988966@qq.com" initials="1" lastIdx="0" clrIdx="1947"/>
  <p:cmAuthor id="1949" name="倩" initials="倩" lastIdx="0" clrIdx="1948"/>
  <p:cmAuthor id="1950" name="张莹" initials="张" lastIdx="0" clrIdx="1949"/>
  <p:cmAuthor id="1951" name="10099398" initials="LL" lastIdx="0" clrIdx="1950"/>
  <p:cmAuthor id="1952" name="xuxiaofei" initials="x" lastIdx="0" clrIdx="1951"/>
  <p:cmAuthor id="1953" name="SEVEN" initials="S" lastIdx="0" clrIdx="1952"/>
  <p:cmAuthor id="1954" name="wangwentao@cmhi.cmcc" initials="admin" lastIdx="0" clrIdx="1953"/>
  <p:cmAuthor id="1955" name="徐晗" initials="徐" lastIdx="0" clrIdx="1954"/>
  <p:cmAuthor id="1956" name="nongqian@gx.cmcc" initials="n" lastIdx="0" clrIdx="1955"/>
  <p:cmAuthor id="1957" name="10288631" initials="1" lastIdx="0" clrIdx="1956"/>
  <p:cmAuthor id="1958" name="苗丁仁10181802" initials="苗" lastIdx="0" clrIdx="1957"/>
  <p:cmAuthor id="1959" name="CS-YHQ-WANGQIONG" initials="C" lastIdx="0" clrIdx="1958"/>
  <p:cmAuthor id="1960" name="10092001" initials="1" lastIdx="0" clrIdx="1959"/>
  <p:cmAuthor id="1961" name="lu xinmei" initials="lx" lastIdx="0" clrIdx="1960"/>
  <p:cmAuthor id="691587970" name="小延魔法师" initials="小" lastIdx="1126286" clrIdx="0"/>
  <p:cmAuthor id="1962" name="潇潇_Shawn" initials="潇" lastIdx="0" clrIdx="1961"/>
  <p:cmAuthor id="691587971" name="震" initials="震" lastIdx="1" clrIdx="51"/>
  <p:cmAuthor id="1963" name="成玉玉" initials="成" lastIdx="0" clrIdx="1962"/>
  <p:cmAuthor id="691587972" name="ceci" initials="c" lastIdx="1" clrIdx="58"/>
  <p:cmAuthor id="1964" name="13608233014" initials="1" lastIdx="0" clrIdx="1963"/>
  <p:cmAuthor id="691587973" name="Tianchi Yao" initials="TY" lastIdx="31" clrIdx="72"/>
  <p:cmAuthor id="1965" name="86136" initials="8" lastIdx="0" clrIdx="1964"/>
  <p:cmAuthor id="1966" name="陆聿" initials="陆" lastIdx="0" clrIdx="1965"/>
  <p:cmAuthor id="1967" name="关全全10258021" initials="关全全10258021" lastIdx="0" clrIdx="1966"/>
  <p:cmAuthor id="1968" name="石骥硕（市场）" initials="石" lastIdx="0" clrIdx="1967"/>
  <p:cmAuthor id="1969" name="杨" initials="杨" lastIdx="0" clrIdx="1968"/>
  <p:cmAuthor id="1970" name="chenyuan" initials="c" lastIdx="0" clrIdx="1969"/>
  <p:cmAuthor id="1971" name="吴达志" initials="吴" lastIdx="0" clrIdx="1970"/>
  <p:cmAuthor id="1972" name="罗树豪|luoshuhao" initials="罗" lastIdx="0" clrIdx="1971"/>
  <p:cmAuthor id="1973" name="朱玮鹏" initials="朱" lastIdx="0" clrIdx="1972"/>
  <p:cmAuthor id="1974" name="张燕00036635" initials="张" lastIdx="0" clrIdx="1973"/>
  <p:cmAuthor id="1975" name="袁一欢|yuanyihuan" initials="袁一欢" lastIdx="0" clrIdx="1974"/>
  <p:cmAuthor id="1976" name="xuyongjie" initials="xuyongjie" lastIdx="0" clrIdx="1975"/>
  <p:cmAuthor id="1977" name="XY" initials="X" lastIdx="0" clrIdx="1976"/>
  <p:cmAuthor id="1978" name="范向琴|fanxq" initials="范向琴" lastIdx="0" clrIdx="1977"/>
  <p:cmAuthor id="1979" name="13607" initials="1" lastIdx="0" clrIdx="1978"/>
  <p:cmAuthor id="1980" name="孙思" initials="孙" lastIdx="0" clrIdx="1979"/>
  <p:cmAuthor id="1981" name="超 徐" initials="超徐" lastIdx="0" clrIdx="1980"/>
  <p:cmAuthor id="1982" name="zdl" initials="z" lastIdx="0" clrIdx="1981"/>
  <p:cmAuthor id="1983" name="山西公司集团客户部李赫" initials="山" lastIdx="0" clrIdx="1982"/>
  <p:cmAuthor id="1984" name="stillu" initials="s" lastIdx="0" clrIdx="1983"/>
  <p:cmAuthor id="1985" name="秋霞" initials="秋" lastIdx="0" clrIdx="1984"/>
  <p:cmAuthor id="1986" name="zhangxuan2@hn.cmcc" initials="k" lastIdx="0" clrIdx="1985"/>
  <p:cmAuthor id="1987" name="youtao" initials="y" lastIdx="0" clrIdx="1986"/>
  <p:cmAuthor id="1988" name="Ben々勺" initials="B" lastIdx="0" clrIdx="1987"/>
  <p:cmAuthor id="1989" name="qiang zhang" initials="qz" lastIdx="0" clrIdx="1988"/>
  <p:cmAuthor id="1990" name="朋 王" initials="朋" lastIdx="0" clrIdx="1989"/>
  <p:cmAuthor id="1991" name="朴鹏-lhq" initials="朴" lastIdx="0" clrIdx="1990"/>
  <p:cmAuthor id="1992" name="亚信" initials="亚" lastIdx="0" clrIdx="1991"/>
  <p:cmAuthor id="1993" name="企业用户_242730656" initials="企" lastIdx="0" clrIdx="1992"/>
  <p:cmAuthor id="1994" name="方卉" initials="方" lastIdx="0" clrIdx="1993"/>
  <p:cmAuthor id="1995" name="郭以文" initials="u" lastIdx="0" clrIdx="1994"/>
  <p:cmAuthor id="1996" name="请叫我黄阳光" initials="请" lastIdx="0" clrIdx="1995"/>
  <p:cmAuthor id="1997" name="刘敏" initials="刘" lastIdx="0" clrIdx="1996"/>
  <p:cmAuthor id="1998" name="未知用户126" initials="未" lastIdx="0" clrIdx="1997"/>
  <p:cmAuthor id="1999" name="小呱子 （张小帼）" initials="小" lastIdx="0" clrIdx="1998"/>
  <p:cmAuthor id="2000" name="孙遒_UnMrQ36N" initials="authorId_1008746-10054700" lastIdx="0" clrIdx="0"/>
  <p:cmAuthor id="2001" name="DaiZhengYuan" initials="D" lastIdx="3" clrIdx="7"/>
  <p:cmAuthor id="2002" name="金宇峰_BfyebuM3" initials="authorId_1008746-10054633" lastIdx="0" clrIdx="0"/>
  <p:cmAuthor id="2003" name="未知的使用者81" initials="未" lastIdx="0" clrIdx="2002"/>
  <p:cmAuthor id="2004" name="肖瑶" initials="肖" lastIdx="0" clrIdx="2003"/>
  <p:cmAuthor id="2005" name="8310" initials="8" lastIdx="0" clrIdx="2004"/>
  <p:cmAuthor id="2006" name="Aqf" initials="A" lastIdx="0" clrIdx="2005"/>
  <p:cmAuthor id="2007" name="xulinjing" initials="x" lastIdx="0" clrIdx="2006"/>
  <p:cmAuthor id="2008" name="wangxiaoxuan@ha.cmcc" initials="w" lastIdx="0" clrIdx="2007"/>
  <p:cmAuthor id="2009" name="刘莎_Rnie2Mv6" initials="authorId_1390812686" lastIdx="0" clrIdx="2008"/>
  <p:cmAuthor id="2010" name="柳乘七" initials="柳" lastIdx="0" clrIdx="2009"/>
  <p:cmAuthor id="2011" name="carrie魏" initials="c" lastIdx="0" clrIdx="2010"/>
  <p:cmAuthor id="2012" name="iii" initials="i" lastIdx="0" clrIdx="2011"/>
  <p:cmAuthor id="2013" name="肖婧" initials="肖" lastIdx="0" clrIdx="2012"/>
  <p:cmAuthor id="2014" name="jylong2@grgbanking.com" initials="j" lastIdx="0" clrIdx="2013"/>
  <p:cmAuthor id="2015" name="和木" initials="和" lastIdx="0" clrIdx="2014"/>
  <p:cmAuthor id="2016" name="余晓斌" initials="余" lastIdx="0" clrIdx="2015"/>
  <p:cmAuthor id="2017" name="雅玲 戴" initials="雅戴" lastIdx="0" clrIdx="2016"/>
  <p:cmAuthor id="2018" name="名 姓" initials="名姓" lastIdx="0" clrIdx="2017"/>
  <p:cmAuthor id="2019" name="常超" initials="常" lastIdx="0" clrIdx="2018"/>
  <p:cmAuthor id="2020" name="施静伟" initials="施" lastIdx="0" clrIdx="2019"/>
  <p:cmAuthor id="2021" name="EDY" initials="E" lastIdx="0" clrIdx="2020"/>
  <p:cmAuthor id="2022" name="一桶木头屑" initials="一" lastIdx="0" clrIdx="2021"/>
  <p:cmAuthor id="2023" name="34572" initials="3" lastIdx="0" clrIdx="2022"/>
  <p:cmAuthor id="2024" name="liangzhiyi1" initials="l" lastIdx="0" clrIdx="2023"/>
  <p:cmAuthor id="2025" name="吴鹏" initials="吴" lastIdx="0" clrIdx="2024"/>
  <p:cmAuthor id="2026" name="轻风静月" initials="轻" lastIdx="0" clrIdx="2025"/>
  <p:cmAuthor id="2027" name="shenbina" initials="s" lastIdx="0" clrIdx="2026"/>
  <p:cmAuthor id="2028" name="未知用户245" initials="未" lastIdx="0" clrIdx="2027"/>
  <p:cmAuthor id="2029" name="zhanglingyan" initials="z" lastIdx="0" clrIdx="2028"/>
  <p:cmAuthor id="2030" name="Lenovo" initials="L" lastIdx="0" clrIdx="2029"/>
  <p:cmAuthor id="2031" name="未知用户332" initials="未" lastIdx="0" clrIdx="2030"/>
  <p:cmAuthor id="2032" name="cai yan" initials="cy" lastIdx="0" clrIdx="2031"/>
  <p:cmAuthor id="2033" name="YIwu" initials="Y" lastIdx="0" clrIdx="2032"/>
  <p:cmAuthor id="2034" name="lxm" initials="l" lastIdx="0" clrIdx="2033"/>
  <p:cmAuthor id="2035" name="陳珮琪" initials="陳珮琪" lastIdx="0" clrIdx="2034"/>
  <p:cmAuthor id="2036" name="汪洋" initials="汪" lastIdx="0" clrIdx="2035"/>
  <p:cmAuthor id="2037" name="soling" initials="s" lastIdx="0" clrIdx="2036"/>
  <p:cmAuthor id="2038" name="李 骁" initials="李" lastIdx="0" clrIdx="2037"/>
  <p:cmAuthor id="2039" name="Tome" initials="T" lastIdx="0" clrIdx="2038"/>
  <p:cmAuthor id="2040" name="未知的使用者97" initials="未" lastIdx="0" clrIdx="2039"/>
  <p:cmAuthor id="2041" name="未知用户301" initials="未" lastIdx="0" clrIdx="2040"/>
  <p:cmAuthor id="2042" name="未知用户306" initials="未" lastIdx="0" clrIdx="2041"/>
  <p:cmAuthor id="2043" name="未知用户308" initials="未" lastIdx="0" clrIdx="2042"/>
  <p:cmAuthor id="2044" name="Stacy Chiang" initials="S" lastIdx="0" clrIdx="2043"/>
  <p:cmAuthor id="2045" name="未知用户316" initials="未" lastIdx="0" clrIdx="2044"/>
  <p:cmAuthor id="2046" name="未知用户318" initials="未" lastIdx="0" clrIdx="2045"/>
  <p:cmAuthor id="2047" name="chen hui" initials="c" lastIdx="0" clrIdx="2046"/>
  <p:cmAuthor id="2048" name="未知用户322" initials="未" lastIdx="0" clrIdx="2047"/>
  <p:cmAuthor id="2049" name="未知用户324" initials="未" lastIdx="0" clrIdx="2048"/>
  <p:cmAuthor id="2050" name="wangxinhui" initials="w" lastIdx="0" clrIdx="2049"/>
  <p:cmAuthor id="2051" name="未知用户403" initials="未" lastIdx="0" clrIdx="2050"/>
  <p:cmAuthor id="2052" name="未知用户327" initials="未" lastIdx="0" clrIdx="2051"/>
  <p:cmAuthor id="2053" name="岁暮" initials="岁" lastIdx="0" clrIdx="2052"/>
  <p:cmAuthor id="2054" name="红旗的理想" initials="红" lastIdx="0" clrIdx="2053"/>
  <p:cmAuthor id="2055" name="shq316" initials="s" lastIdx="0" clrIdx="2054"/>
  <p:cmAuthor id="2056" name="shq316@vod365.com" initials="s" lastIdx="0" clrIdx="2055"/>
  <p:cmAuthor id="2057" name="yang fengyu" initials="yf" lastIdx="0" clrIdx="2056"/>
  <p:cmAuthor id="2058" name="李 鑫" initials="李" lastIdx="0" clrIdx="2057"/>
  <p:cmAuthor id="2059" name="未知用户449" initials="未" lastIdx="0" clrIdx="2058"/>
  <p:cmAuthor id="2060" name="ocean" initials="o" lastIdx="0" clrIdx="2059"/>
  <p:cmAuthor id="2061" name="靖哥哥" initials="靖" lastIdx="0" clrIdx="2060"/>
  <p:cmAuthor id="2062" name="風輕 雲淡" initials="風輕" lastIdx="0" clrIdx="2061"/>
  <p:cmAuthor id="2063" name="那年" initials="那" lastIdx="0" clrIdx="2062"/>
  <p:cmAuthor id="2064" name="张 青山" initials="张" lastIdx="0" clrIdx="2063"/>
  <p:cmAuthor id="2065" name="张青山" initials="张青山" lastIdx="0" clrIdx="2064"/>
  <p:cmAuthor id="2066" name="Xukejia" initials="X" lastIdx="0" clrIdx="2065"/>
  <p:cmAuthor id="2067" name="M 2" initials="M2" lastIdx="0" clrIdx="2066"/>
  <p:cmAuthor id="2068" name="chenqingfeng" initials="c" lastIdx="0" clrIdx="206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E7FF"/>
    <a:srgbClr val="A6A6A6"/>
    <a:srgbClr val="4C7FC0"/>
    <a:srgbClr val="3F81E8"/>
    <a:srgbClr val="7B8390"/>
    <a:srgbClr val="6F7580"/>
    <a:srgbClr val="949CAC"/>
    <a:srgbClr val="757C88"/>
    <a:srgbClr val="EEF6FB"/>
    <a:srgbClr val="EAF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7" autoAdjust="0"/>
    <p:restoredTop sz="95816"/>
  </p:normalViewPr>
  <p:slideViewPr>
    <p:cSldViewPr snapToGrid="0" showGuides="1">
      <p:cViewPr varScale="1">
        <p:scale>
          <a:sx n="121" d="100"/>
          <a:sy n="121" d="100"/>
        </p:scale>
        <p:origin x="288" y="184"/>
      </p:cViewPr>
      <p:guideLst>
        <p:guide orient="horz" pos="1940"/>
        <p:guide pos="38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85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7DAA28-373E-024F-AE22-1AC711301DE1}" type="doc">
      <dgm:prSet loTypeId="urn:microsoft.com/office/officeart/2005/8/layout/cycle1" loCatId="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D475A77D-C6E3-B54B-8427-05D86C2E4570}">
      <dgm:prSet phldrT="[文本]" custT="1"/>
      <dgm:spPr/>
      <dgm:t>
        <a:bodyPr/>
        <a:lstStyle/>
        <a:p>
          <a:r>
            <a:rPr lang="zh-CN" altLang="en-US" sz="1400" dirty="0">
              <a:latin typeface="微软雅黑" panose="020B0503020204020204" charset="-122"/>
              <a:ea typeface="微软雅黑" panose="020B0503020204020204" charset="-122"/>
            </a:rPr>
            <a:t>输出数据</a:t>
          </a:r>
        </a:p>
      </dgm:t>
    </dgm:pt>
    <dgm:pt modelId="{DD431C9B-EDBC-9943-800C-6C0509B49102}" cxnId="{CB1E1CC4-8EA3-7844-B5B9-AF493EEBDE25}" type="parTrans">
      <dgm:prSet/>
      <dgm:spPr/>
      <dgm:t>
        <a:bodyPr/>
        <a:lstStyle/>
        <a:p>
          <a:endParaRPr lang="zh-CN" altLang="en-US" sz="1400">
            <a:latin typeface="微软雅黑" panose="020B0503020204020204" charset="-122"/>
            <a:ea typeface="微软雅黑" panose="020B0503020204020204" charset="-122"/>
          </a:endParaRPr>
        </a:p>
      </dgm:t>
    </dgm:pt>
    <dgm:pt modelId="{EA21ED4A-EACC-AD4C-AE25-8E66982452A6}" cxnId="{CB1E1CC4-8EA3-7844-B5B9-AF493EEBDE25}" type="sibTrans">
      <dgm:prSet/>
      <dgm:spPr/>
      <dgm:t>
        <a:bodyPr/>
        <a:lstStyle/>
        <a:p>
          <a:endParaRPr lang="zh-CN" altLang="en-US" sz="1400">
            <a:latin typeface="微软雅黑" panose="020B0503020204020204" charset="-122"/>
            <a:ea typeface="微软雅黑" panose="020B0503020204020204" charset="-122"/>
          </a:endParaRPr>
        </a:p>
      </dgm:t>
    </dgm:pt>
    <dgm:pt modelId="{D0C566D9-12D4-F641-BDB1-70F50B97317B}">
      <dgm:prSet phldrT="[文本]" custT="1"/>
      <dgm:spPr/>
      <dgm:t>
        <a:bodyPr/>
        <a:lstStyle/>
        <a:p>
          <a:r>
            <a:rPr lang="zh-CN" altLang="en-US" sz="1400" dirty="0">
              <a:latin typeface="微软雅黑" panose="020B0503020204020204" charset="-122"/>
              <a:ea typeface="微软雅黑" panose="020B0503020204020204" charset="-122"/>
            </a:rPr>
            <a:t>验证数据</a:t>
          </a:r>
        </a:p>
      </dgm:t>
    </dgm:pt>
    <dgm:pt modelId="{754C7430-32D4-C543-B748-CBE5C62FD91D}" cxnId="{2A40BD78-693B-DF4B-BE18-853A377CA585}" type="parTrans">
      <dgm:prSet/>
      <dgm:spPr/>
      <dgm:t>
        <a:bodyPr/>
        <a:lstStyle/>
        <a:p>
          <a:endParaRPr lang="zh-CN" altLang="en-US" sz="1400">
            <a:latin typeface="微软雅黑" panose="020B0503020204020204" charset="-122"/>
            <a:ea typeface="微软雅黑" panose="020B0503020204020204" charset="-122"/>
          </a:endParaRPr>
        </a:p>
      </dgm:t>
    </dgm:pt>
    <dgm:pt modelId="{F75BF996-CDC0-3C47-A204-4AFA1B3F35D9}" cxnId="{2A40BD78-693B-DF4B-BE18-853A377CA585}" type="sibTrans">
      <dgm:prSet/>
      <dgm:spPr/>
      <dgm:t>
        <a:bodyPr/>
        <a:lstStyle/>
        <a:p>
          <a:endParaRPr lang="zh-CN" altLang="en-US" sz="1400">
            <a:latin typeface="微软雅黑" panose="020B0503020204020204" charset="-122"/>
            <a:ea typeface="微软雅黑" panose="020B0503020204020204" charset="-122"/>
          </a:endParaRPr>
        </a:p>
      </dgm:t>
    </dgm:pt>
    <dgm:pt modelId="{C3A6A99E-6074-D047-A38B-B1D4A64FA64F}">
      <dgm:prSet phldrT="[文本]" custT="1"/>
      <dgm:spPr/>
      <dgm:t>
        <a:bodyPr/>
        <a:lstStyle/>
        <a:p>
          <a:r>
            <a:rPr lang="zh-CN" altLang="en-US" sz="1400" dirty="0">
              <a:latin typeface="微软雅黑" panose="020B0503020204020204" charset="-122"/>
              <a:ea typeface="微软雅黑" panose="020B0503020204020204" charset="-122"/>
            </a:rPr>
            <a:t>优化数据</a:t>
          </a:r>
        </a:p>
      </dgm:t>
    </dgm:pt>
    <dgm:pt modelId="{32CF7DA3-9288-FB4B-A37F-2CB59B2DC282}" cxnId="{334A30EB-FE40-3245-86CC-F9F6A229C5E3}" type="parTrans">
      <dgm:prSet/>
      <dgm:spPr/>
      <dgm:t>
        <a:bodyPr/>
        <a:lstStyle/>
        <a:p>
          <a:endParaRPr lang="zh-CN" altLang="en-US" sz="1400">
            <a:latin typeface="微软雅黑" panose="020B0503020204020204" charset="-122"/>
            <a:ea typeface="微软雅黑" panose="020B0503020204020204" charset="-122"/>
          </a:endParaRPr>
        </a:p>
      </dgm:t>
    </dgm:pt>
    <dgm:pt modelId="{0241166F-09EF-BC45-AB62-5F6EE576A1DC}" cxnId="{334A30EB-FE40-3245-86CC-F9F6A229C5E3}" type="sibTrans">
      <dgm:prSet/>
      <dgm:spPr/>
      <dgm:t>
        <a:bodyPr/>
        <a:lstStyle/>
        <a:p>
          <a:endParaRPr lang="zh-CN" altLang="en-US" sz="1400">
            <a:latin typeface="微软雅黑" panose="020B0503020204020204" charset="-122"/>
            <a:ea typeface="微软雅黑" panose="020B0503020204020204" charset="-122"/>
          </a:endParaRPr>
        </a:p>
      </dgm:t>
    </dgm:pt>
    <dgm:pt modelId="{DEC597A6-9612-E441-BF12-631C0FB7A2ED}" type="pres">
      <dgm:prSet presAssocID="{A47DAA28-373E-024F-AE22-1AC711301DE1}" presName="cycle" presStyleCnt="0">
        <dgm:presLayoutVars>
          <dgm:dir/>
          <dgm:resizeHandles val="exact"/>
        </dgm:presLayoutVars>
      </dgm:prSet>
      <dgm:spPr/>
    </dgm:pt>
    <dgm:pt modelId="{2DE55B2C-77BB-7041-B186-4B5BDF0C3E59}" type="pres">
      <dgm:prSet presAssocID="{D475A77D-C6E3-B54B-8427-05D86C2E4570}" presName="dummy" presStyleCnt="0"/>
      <dgm:spPr/>
    </dgm:pt>
    <dgm:pt modelId="{3C08B926-D747-4043-B611-AE7A6510D95B}" type="pres">
      <dgm:prSet presAssocID="{D475A77D-C6E3-B54B-8427-05D86C2E4570}" presName="node" presStyleLbl="revTx" presStyleIdx="0" presStyleCnt="3">
        <dgm:presLayoutVars>
          <dgm:bulletEnabled val="1"/>
        </dgm:presLayoutVars>
      </dgm:prSet>
      <dgm:spPr/>
    </dgm:pt>
    <dgm:pt modelId="{1E899996-7712-8747-B8F6-C5FE911A5C04}" type="pres">
      <dgm:prSet presAssocID="{EA21ED4A-EACC-AD4C-AE25-8E66982452A6}" presName="sibTrans" presStyleLbl="node1" presStyleIdx="0" presStyleCnt="3"/>
      <dgm:spPr/>
    </dgm:pt>
    <dgm:pt modelId="{0D81AB77-335C-4D4C-A21C-5DB93EE178E0}" type="pres">
      <dgm:prSet presAssocID="{D0C566D9-12D4-F641-BDB1-70F50B97317B}" presName="dummy" presStyleCnt="0"/>
      <dgm:spPr/>
    </dgm:pt>
    <dgm:pt modelId="{C69F9C19-68D0-994C-9AAA-3B75E811D032}" type="pres">
      <dgm:prSet presAssocID="{D0C566D9-12D4-F641-BDB1-70F50B97317B}" presName="node" presStyleLbl="revTx" presStyleIdx="1" presStyleCnt="3">
        <dgm:presLayoutVars>
          <dgm:bulletEnabled val="1"/>
        </dgm:presLayoutVars>
      </dgm:prSet>
      <dgm:spPr/>
    </dgm:pt>
    <dgm:pt modelId="{FD622251-F24F-E348-8B91-78A112BC9DE9}" type="pres">
      <dgm:prSet presAssocID="{F75BF996-CDC0-3C47-A204-4AFA1B3F35D9}" presName="sibTrans" presStyleLbl="node1" presStyleIdx="1" presStyleCnt="3"/>
      <dgm:spPr/>
    </dgm:pt>
    <dgm:pt modelId="{588A4EF7-E6D1-C542-9FBF-77C7A9A7FFFD}" type="pres">
      <dgm:prSet presAssocID="{C3A6A99E-6074-D047-A38B-B1D4A64FA64F}" presName="dummy" presStyleCnt="0"/>
      <dgm:spPr/>
    </dgm:pt>
    <dgm:pt modelId="{83FD12B9-5C2E-5C43-933A-ECCFDA6A97DC}" type="pres">
      <dgm:prSet presAssocID="{C3A6A99E-6074-D047-A38B-B1D4A64FA64F}" presName="node" presStyleLbl="revTx" presStyleIdx="2" presStyleCnt="3">
        <dgm:presLayoutVars>
          <dgm:bulletEnabled val="1"/>
        </dgm:presLayoutVars>
      </dgm:prSet>
      <dgm:spPr/>
    </dgm:pt>
    <dgm:pt modelId="{A26AEFEA-F9E0-8D4F-8F3C-E0D8707B83A2}" type="pres">
      <dgm:prSet presAssocID="{0241166F-09EF-BC45-AB62-5F6EE576A1DC}" presName="sibTrans" presStyleLbl="node1" presStyleIdx="2" presStyleCnt="3"/>
      <dgm:spPr/>
    </dgm:pt>
  </dgm:ptLst>
  <dgm:cxnLst>
    <dgm:cxn modelId="{623ECA22-2A11-2349-8F27-9C2C1AF270A2}" type="presOf" srcId="{A47DAA28-373E-024F-AE22-1AC711301DE1}" destId="{DEC597A6-9612-E441-BF12-631C0FB7A2ED}" srcOrd="0" destOrd="0" presId="urn:microsoft.com/office/officeart/2005/8/layout/cycle1"/>
    <dgm:cxn modelId="{B093504B-F5B7-7E41-AAB5-C316870D6513}" type="presOf" srcId="{C3A6A99E-6074-D047-A38B-B1D4A64FA64F}" destId="{83FD12B9-5C2E-5C43-933A-ECCFDA6A97DC}" srcOrd="0" destOrd="0" presId="urn:microsoft.com/office/officeart/2005/8/layout/cycle1"/>
    <dgm:cxn modelId="{31B86576-A17F-4241-87BA-FAD4B00765C2}" type="presOf" srcId="{EA21ED4A-EACC-AD4C-AE25-8E66982452A6}" destId="{1E899996-7712-8747-B8F6-C5FE911A5C04}" srcOrd="0" destOrd="0" presId="urn:microsoft.com/office/officeart/2005/8/layout/cycle1"/>
    <dgm:cxn modelId="{2A40BD78-693B-DF4B-BE18-853A377CA585}" srcId="{A47DAA28-373E-024F-AE22-1AC711301DE1}" destId="{D0C566D9-12D4-F641-BDB1-70F50B97317B}" srcOrd="1" destOrd="0" parTransId="{754C7430-32D4-C543-B748-CBE5C62FD91D}" sibTransId="{F75BF996-CDC0-3C47-A204-4AFA1B3F35D9}"/>
    <dgm:cxn modelId="{8692A5A3-6880-F74B-AEF3-DC8C3A10EC09}" type="presOf" srcId="{F75BF996-CDC0-3C47-A204-4AFA1B3F35D9}" destId="{FD622251-F24F-E348-8B91-78A112BC9DE9}" srcOrd="0" destOrd="0" presId="urn:microsoft.com/office/officeart/2005/8/layout/cycle1"/>
    <dgm:cxn modelId="{82D8A5C3-539C-9645-BE3B-9B3DADFE17C9}" type="presOf" srcId="{D0C566D9-12D4-F641-BDB1-70F50B97317B}" destId="{C69F9C19-68D0-994C-9AAA-3B75E811D032}" srcOrd="0" destOrd="0" presId="urn:microsoft.com/office/officeart/2005/8/layout/cycle1"/>
    <dgm:cxn modelId="{CB1E1CC4-8EA3-7844-B5B9-AF493EEBDE25}" srcId="{A47DAA28-373E-024F-AE22-1AC711301DE1}" destId="{D475A77D-C6E3-B54B-8427-05D86C2E4570}" srcOrd="0" destOrd="0" parTransId="{DD431C9B-EDBC-9943-800C-6C0509B49102}" sibTransId="{EA21ED4A-EACC-AD4C-AE25-8E66982452A6}"/>
    <dgm:cxn modelId="{2EF98ED2-4D78-7B4B-9023-106145EBDBF7}" type="presOf" srcId="{D475A77D-C6E3-B54B-8427-05D86C2E4570}" destId="{3C08B926-D747-4043-B611-AE7A6510D95B}" srcOrd="0" destOrd="0" presId="urn:microsoft.com/office/officeart/2005/8/layout/cycle1"/>
    <dgm:cxn modelId="{334A30EB-FE40-3245-86CC-F9F6A229C5E3}" srcId="{A47DAA28-373E-024F-AE22-1AC711301DE1}" destId="{C3A6A99E-6074-D047-A38B-B1D4A64FA64F}" srcOrd="2" destOrd="0" parTransId="{32CF7DA3-9288-FB4B-A37F-2CB59B2DC282}" sibTransId="{0241166F-09EF-BC45-AB62-5F6EE576A1DC}"/>
    <dgm:cxn modelId="{628159EB-63FE-8C4D-B4D2-B49169DA8A29}" type="presOf" srcId="{0241166F-09EF-BC45-AB62-5F6EE576A1DC}" destId="{A26AEFEA-F9E0-8D4F-8F3C-E0D8707B83A2}" srcOrd="0" destOrd="0" presId="urn:microsoft.com/office/officeart/2005/8/layout/cycle1"/>
    <dgm:cxn modelId="{56A8A785-46E4-5A49-8239-409B1CF38EEF}" type="presParOf" srcId="{DEC597A6-9612-E441-BF12-631C0FB7A2ED}" destId="{2DE55B2C-77BB-7041-B186-4B5BDF0C3E59}" srcOrd="0" destOrd="0" presId="urn:microsoft.com/office/officeart/2005/8/layout/cycle1"/>
    <dgm:cxn modelId="{4BCDFCFA-2045-5649-8A0F-0ADB5E51E99C}" type="presParOf" srcId="{DEC597A6-9612-E441-BF12-631C0FB7A2ED}" destId="{3C08B926-D747-4043-B611-AE7A6510D95B}" srcOrd="1" destOrd="0" presId="urn:microsoft.com/office/officeart/2005/8/layout/cycle1"/>
    <dgm:cxn modelId="{00649884-4D8E-0D4E-A6AA-D4EE7AC4C427}" type="presParOf" srcId="{DEC597A6-9612-E441-BF12-631C0FB7A2ED}" destId="{1E899996-7712-8747-B8F6-C5FE911A5C04}" srcOrd="2" destOrd="0" presId="urn:microsoft.com/office/officeart/2005/8/layout/cycle1"/>
    <dgm:cxn modelId="{DA9B2A21-3A45-9741-A413-C6977AD5A098}" type="presParOf" srcId="{DEC597A6-9612-E441-BF12-631C0FB7A2ED}" destId="{0D81AB77-335C-4D4C-A21C-5DB93EE178E0}" srcOrd="3" destOrd="0" presId="urn:microsoft.com/office/officeart/2005/8/layout/cycle1"/>
    <dgm:cxn modelId="{AF81DAE0-0B79-5844-AAEA-0CDEA2D6124A}" type="presParOf" srcId="{DEC597A6-9612-E441-BF12-631C0FB7A2ED}" destId="{C69F9C19-68D0-994C-9AAA-3B75E811D032}" srcOrd="4" destOrd="0" presId="urn:microsoft.com/office/officeart/2005/8/layout/cycle1"/>
    <dgm:cxn modelId="{E41182A5-87DF-5044-A651-9CE7998A4AAB}" type="presParOf" srcId="{DEC597A6-9612-E441-BF12-631C0FB7A2ED}" destId="{FD622251-F24F-E348-8B91-78A112BC9DE9}" srcOrd="5" destOrd="0" presId="urn:microsoft.com/office/officeart/2005/8/layout/cycle1"/>
    <dgm:cxn modelId="{470B4F3D-1EB2-8746-AD3D-5F9E3BFD2202}" type="presParOf" srcId="{DEC597A6-9612-E441-BF12-631C0FB7A2ED}" destId="{588A4EF7-E6D1-C542-9FBF-77C7A9A7FFFD}" srcOrd="6" destOrd="0" presId="urn:microsoft.com/office/officeart/2005/8/layout/cycle1"/>
    <dgm:cxn modelId="{F879F203-F131-FC47-82A8-C56179464003}" type="presParOf" srcId="{DEC597A6-9612-E441-BF12-631C0FB7A2ED}" destId="{83FD12B9-5C2E-5C43-933A-ECCFDA6A97DC}" srcOrd="7" destOrd="0" presId="urn:microsoft.com/office/officeart/2005/8/layout/cycle1"/>
    <dgm:cxn modelId="{461948D9-B037-6246-9580-33B8E6A215A1}" type="presParOf" srcId="{DEC597A6-9612-E441-BF12-631C0FB7A2ED}" destId="{A26AEFEA-F9E0-8D4F-8F3C-E0D8707B83A2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D76233-2C52-45E9-94E8-FBDCAFC81AF1}" type="doc">
      <dgm:prSet loTypeId="urn:microsoft.com/office/officeart/2005/8/layout/radial6#1" loCatId="cycle" qsTypeId="urn:microsoft.com/office/officeart/2005/8/quickstyle/simple1#2" qsCatId="simple" csTypeId="urn:microsoft.com/office/officeart/2005/8/colors/accent1_2#1" csCatId="accent1" phldr="0"/>
      <dgm:spPr/>
      <dgm:t>
        <a:bodyPr/>
        <a:lstStyle/>
        <a:p>
          <a:endParaRPr lang="zh-CN" altLang="en-US"/>
        </a:p>
      </dgm:t>
    </dgm:pt>
    <dgm:pt modelId="{8E2A460B-45D3-4E20-A31D-4AFE676F0DDA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/>
            <a:t>TMM</a:t>
          </a:r>
          <a:r>
            <a:rPr lang="zh-CN" altLang="en-US" sz="1400" b="1"/>
            <a:t>统筹模型</a:t>
          </a:r>
        </a:p>
      </dgm:t>
    </dgm:pt>
    <dgm:pt modelId="{40722E6B-70D7-49DD-BCDB-C5F5A53BB946}" cxnId="{01547CB0-88A3-43C3-9765-78533FAB5D43}" type="parTrans">
      <dgm:prSet/>
      <dgm:spPr/>
      <dgm:t>
        <a:bodyPr/>
        <a:lstStyle/>
        <a:p>
          <a:endParaRPr lang="zh-CN" altLang="en-US"/>
        </a:p>
      </dgm:t>
    </dgm:pt>
    <dgm:pt modelId="{AC66A5CC-387D-4D7B-8E90-1B8214C2F261}" cxnId="{01547CB0-88A3-43C3-9765-78533FAB5D43}" type="sibTrans">
      <dgm:prSet/>
      <dgm:spPr/>
      <dgm:t>
        <a:bodyPr/>
        <a:lstStyle/>
        <a:p>
          <a:endParaRPr lang="zh-CN" altLang="en-US"/>
        </a:p>
      </dgm:t>
    </dgm:pt>
    <dgm:pt modelId="{D34FE5D7-7525-4D59-ABC9-3998105E634C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/>
            <a:t>客群资源</a:t>
          </a:r>
        </a:p>
      </dgm:t>
    </dgm:pt>
    <dgm:pt modelId="{A96BE2DD-535A-47FD-A010-195BD3C076B9}" cxnId="{109BB643-0F54-4BB8-98C9-E683397128B9}" type="parTrans">
      <dgm:prSet/>
      <dgm:spPr/>
      <dgm:t>
        <a:bodyPr/>
        <a:lstStyle/>
        <a:p>
          <a:endParaRPr lang="zh-CN" altLang="en-US"/>
        </a:p>
      </dgm:t>
    </dgm:pt>
    <dgm:pt modelId="{75EA9321-EAFA-4AF6-8313-8107E8EB3526}" cxnId="{109BB643-0F54-4BB8-98C9-E683397128B9}" type="sibTrans">
      <dgm:prSet/>
      <dgm:spPr/>
      <dgm:t>
        <a:bodyPr/>
        <a:lstStyle/>
        <a:p>
          <a:endParaRPr lang="zh-CN" altLang="en-US"/>
        </a:p>
      </dgm:t>
    </dgm:pt>
    <dgm:pt modelId="{E17F1310-B4AD-4B57-8D9B-BF776721EA77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/>
            <a:t>业务目标</a:t>
          </a:r>
        </a:p>
      </dgm:t>
    </dgm:pt>
    <dgm:pt modelId="{6BAC1755-6217-4715-99C2-D1422148265D}" cxnId="{57343FCC-12CE-432B-915C-68263FF7FD38}" type="parTrans">
      <dgm:prSet/>
      <dgm:spPr/>
      <dgm:t>
        <a:bodyPr/>
        <a:lstStyle/>
        <a:p>
          <a:endParaRPr lang="zh-CN" altLang="en-US"/>
        </a:p>
      </dgm:t>
    </dgm:pt>
    <dgm:pt modelId="{925984A4-8E6F-4D28-B868-DBAB08F4BD28}" cxnId="{57343FCC-12CE-432B-915C-68263FF7FD38}" type="sibTrans">
      <dgm:prSet/>
      <dgm:spPr/>
      <dgm:t>
        <a:bodyPr/>
        <a:lstStyle/>
        <a:p>
          <a:endParaRPr lang="zh-CN" altLang="en-US"/>
        </a:p>
      </dgm:t>
    </dgm:pt>
    <dgm:pt modelId="{468FA009-1E87-4539-85FA-5C28B78DD6E9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/>
            <a:t>渠道产能</a:t>
          </a:r>
        </a:p>
      </dgm:t>
    </dgm:pt>
    <dgm:pt modelId="{F205FF88-2C9B-4658-BCAA-BEA6EB7393B2}" cxnId="{D3CDCB83-4A5F-48A3-A83A-9A06253CB9CB}" type="parTrans">
      <dgm:prSet/>
      <dgm:spPr/>
      <dgm:t>
        <a:bodyPr/>
        <a:lstStyle/>
        <a:p>
          <a:endParaRPr lang="zh-CN" altLang="en-US"/>
        </a:p>
      </dgm:t>
    </dgm:pt>
    <dgm:pt modelId="{B5C730DE-1181-420B-A78D-195E914DCCF5}" cxnId="{D3CDCB83-4A5F-48A3-A83A-9A06253CB9CB}" type="sibTrans">
      <dgm:prSet/>
      <dgm:spPr/>
      <dgm:t>
        <a:bodyPr/>
        <a:lstStyle/>
        <a:p>
          <a:endParaRPr lang="zh-CN" altLang="en-US"/>
        </a:p>
      </dgm:t>
    </dgm:pt>
    <dgm:pt modelId="{D5B7622F-17AC-467C-B10C-28C38C38C350}" type="pres">
      <dgm:prSet presAssocID="{37D76233-2C52-45E9-94E8-FBDCAFC81AF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ADECBB5-37EA-4668-8A2F-BD2C2902F22A}" type="pres">
      <dgm:prSet presAssocID="{8E2A460B-45D3-4E20-A31D-4AFE676F0DDA}" presName="centerShape" presStyleLbl="node0" presStyleIdx="0" presStyleCnt="1"/>
      <dgm:spPr/>
    </dgm:pt>
    <dgm:pt modelId="{44F31994-0027-4DC3-B39E-FEE01FB1A852}" type="pres">
      <dgm:prSet presAssocID="{D34FE5D7-7525-4D59-ABC9-3998105E634C}" presName="node" presStyleLbl="node1" presStyleIdx="0" presStyleCnt="3">
        <dgm:presLayoutVars>
          <dgm:bulletEnabled val="1"/>
        </dgm:presLayoutVars>
      </dgm:prSet>
      <dgm:spPr/>
    </dgm:pt>
    <dgm:pt modelId="{C6A1073C-AEB6-41D2-8257-B02F52AE6460}" type="pres">
      <dgm:prSet presAssocID="{D34FE5D7-7525-4D59-ABC9-3998105E634C}" presName="dummy" presStyleCnt="0"/>
      <dgm:spPr/>
    </dgm:pt>
    <dgm:pt modelId="{15715456-3418-4DF0-AF3A-DA59307B110D}" type="pres">
      <dgm:prSet presAssocID="{75EA9321-EAFA-4AF6-8313-8107E8EB3526}" presName="sibTrans" presStyleLbl="sibTrans2D1" presStyleIdx="0" presStyleCnt="3"/>
      <dgm:spPr/>
    </dgm:pt>
    <dgm:pt modelId="{0DA4B7DF-BD6B-46E8-940A-69050C019BB3}" type="pres">
      <dgm:prSet presAssocID="{E17F1310-B4AD-4B57-8D9B-BF776721EA77}" presName="node" presStyleLbl="node1" presStyleIdx="1" presStyleCnt="3">
        <dgm:presLayoutVars>
          <dgm:bulletEnabled val="1"/>
        </dgm:presLayoutVars>
      </dgm:prSet>
      <dgm:spPr/>
    </dgm:pt>
    <dgm:pt modelId="{9268D1C0-A139-4893-A300-CF509D15352B}" type="pres">
      <dgm:prSet presAssocID="{E17F1310-B4AD-4B57-8D9B-BF776721EA77}" presName="dummy" presStyleCnt="0"/>
      <dgm:spPr/>
    </dgm:pt>
    <dgm:pt modelId="{EBDCA107-8C73-4044-AC95-50DA28B759A8}" type="pres">
      <dgm:prSet presAssocID="{925984A4-8E6F-4D28-B868-DBAB08F4BD28}" presName="sibTrans" presStyleLbl="sibTrans2D1" presStyleIdx="1" presStyleCnt="3"/>
      <dgm:spPr/>
    </dgm:pt>
    <dgm:pt modelId="{F539A410-44AA-4A02-9F1B-997DD2B71E87}" type="pres">
      <dgm:prSet presAssocID="{468FA009-1E87-4539-85FA-5C28B78DD6E9}" presName="node" presStyleLbl="node1" presStyleIdx="2" presStyleCnt="3">
        <dgm:presLayoutVars>
          <dgm:bulletEnabled val="1"/>
        </dgm:presLayoutVars>
      </dgm:prSet>
      <dgm:spPr/>
    </dgm:pt>
    <dgm:pt modelId="{2B016566-AAE3-46FD-A114-7C13E71734EF}" type="pres">
      <dgm:prSet presAssocID="{468FA009-1E87-4539-85FA-5C28B78DD6E9}" presName="dummy" presStyleCnt="0"/>
      <dgm:spPr/>
    </dgm:pt>
    <dgm:pt modelId="{B5FF6E04-452A-4146-97F4-3BC94EB5BB87}" type="pres">
      <dgm:prSet presAssocID="{B5C730DE-1181-420B-A78D-195E914DCCF5}" presName="sibTrans" presStyleLbl="sibTrans2D1" presStyleIdx="2" presStyleCnt="3"/>
      <dgm:spPr/>
    </dgm:pt>
  </dgm:ptLst>
  <dgm:cxnLst>
    <dgm:cxn modelId="{FA7B550C-3A60-4885-A5E7-ED0E52D3677B}" type="presOf" srcId="{E17F1310-B4AD-4B57-8D9B-BF776721EA77}" destId="{0DA4B7DF-BD6B-46E8-940A-69050C019BB3}" srcOrd="0" destOrd="0" presId="urn:microsoft.com/office/officeart/2005/8/layout/radial6#1"/>
    <dgm:cxn modelId="{109BB643-0F54-4BB8-98C9-E683397128B9}" srcId="{8E2A460B-45D3-4E20-A31D-4AFE676F0DDA}" destId="{D34FE5D7-7525-4D59-ABC9-3998105E634C}" srcOrd="0" destOrd="0" parTransId="{A96BE2DD-535A-47FD-A010-195BD3C076B9}" sibTransId="{75EA9321-EAFA-4AF6-8313-8107E8EB3526}"/>
    <dgm:cxn modelId="{0846F34D-7942-4BFC-824C-9A3ABD9A2FB2}" type="presOf" srcId="{B5C730DE-1181-420B-A78D-195E914DCCF5}" destId="{B5FF6E04-452A-4146-97F4-3BC94EB5BB87}" srcOrd="0" destOrd="0" presId="urn:microsoft.com/office/officeart/2005/8/layout/radial6#1"/>
    <dgm:cxn modelId="{FBB0367C-F6BB-4B10-BE3E-79AD5418EB58}" type="presOf" srcId="{468FA009-1E87-4539-85FA-5C28B78DD6E9}" destId="{F539A410-44AA-4A02-9F1B-997DD2B71E87}" srcOrd="0" destOrd="0" presId="urn:microsoft.com/office/officeart/2005/8/layout/radial6#1"/>
    <dgm:cxn modelId="{D3CDCB83-4A5F-48A3-A83A-9A06253CB9CB}" srcId="{8E2A460B-45D3-4E20-A31D-4AFE676F0DDA}" destId="{468FA009-1E87-4539-85FA-5C28B78DD6E9}" srcOrd="2" destOrd="0" parTransId="{F205FF88-2C9B-4658-BCAA-BEA6EB7393B2}" sibTransId="{B5C730DE-1181-420B-A78D-195E914DCCF5}"/>
    <dgm:cxn modelId="{9460A3AB-41BC-471B-B460-2C3B001FA138}" type="presOf" srcId="{D34FE5D7-7525-4D59-ABC9-3998105E634C}" destId="{44F31994-0027-4DC3-B39E-FEE01FB1A852}" srcOrd="0" destOrd="0" presId="urn:microsoft.com/office/officeart/2005/8/layout/radial6#1"/>
    <dgm:cxn modelId="{01547CB0-88A3-43C3-9765-78533FAB5D43}" srcId="{37D76233-2C52-45E9-94E8-FBDCAFC81AF1}" destId="{8E2A460B-45D3-4E20-A31D-4AFE676F0DDA}" srcOrd="0" destOrd="0" parTransId="{40722E6B-70D7-49DD-BCDB-C5F5A53BB946}" sibTransId="{AC66A5CC-387D-4D7B-8E90-1B8214C2F261}"/>
    <dgm:cxn modelId="{57343FCC-12CE-432B-915C-68263FF7FD38}" srcId="{8E2A460B-45D3-4E20-A31D-4AFE676F0DDA}" destId="{E17F1310-B4AD-4B57-8D9B-BF776721EA77}" srcOrd="1" destOrd="0" parTransId="{6BAC1755-6217-4715-99C2-D1422148265D}" sibTransId="{925984A4-8E6F-4D28-B868-DBAB08F4BD28}"/>
    <dgm:cxn modelId="{C13F58CC-3A31-4699-87CF-17E31AF716AD}" type="presOf" srcId="{37D76233-2C52-45E9-94E8-FBDCAFC81AF1}" destId="{D5B7622F-17AC-467C-B10C-28C38C38C350}" srcOrd="0" destOrd="0" presId="urn:microsoft.com/office/officeart/2005/8/layout/radial6#1"/>
    <dgm:cxn modelId="{5471ADD5-3DC4-4120-8D42-26AD1B9B65E8}" type="presOf" srcId="{925984A4-8E6F-4D28-B868-DBAB08F4BD28}" destId="{EBDCA107-8C73-4044-AC95-50DA28B759A8}" srcOrd="0" destOrd="0" presId="urn:microsoft.com/office/officeart/2005/8/layout/radial6#1"/>
    <dgm:cxn modelId="{A8F0C1D8-3828-4A42-8F92-84602ACAF0BF}" type="presOf" srcId="{8E2A460B-45D3-4E20-A31D-4AFE676F0DDA}" destId="{BADECBB5-37EA-4668-8A2F-BD2C2902F22A}" srcOrd="0" destOrd="0" presId="urn:microsoft.com/office/officeart/2005/8/layout/radial6#1"/>
    <dgm:cxn modelId="{DD5E6CEF-3AD0-4F20-9BAB-1E59C55FB761}" type="presOf" srcId="{75EA9321-EAFA-4AF6-8313-8107E8EB3526}" destId="{15715456-3418-4DF0-AF3A-DA59307B110D}" srcOrd="0" destOrd="0" presId="urn:microsoft.com/office/officeart/2005/8/layout/radial6#1"/>
    <dgm:cxn modelId="{7B89FB66-7F7D-483F-95FF-230C1AA31FEC}" type="presParOf" srcId="{D5B7622F-17AC-467C-B10C-28C38C38C350}" destId="{BADECBB5-37EA-4668-8A2F-BD2C2902F22A}" srcOrd="0" destOrd="0" presId="urn:microsoft.com/office/officeart/2005/8/layout/radial6#1"/>
    <dgm:cxn modelId="{F03B3897-CBF1-42C5-B6C7-327F7E33E9AD}" type="presParOf" srcId="{D5B7622F-17AC-467C-B10C-28C38C38C350}" destId="{44F31994-0027-4DC3-B39E-FEE01FB1A852}" srcOrd="1" destOrd="0" presId="urn:microsoft.com/office/officeart/2005/8/layout/radial6#1"/>
    <dgm:cxn modelId="{AB1C6562-56B7-4A96-AEA2-3F5EECE2323A}" type="presParOf" srcId="{D5B7622F-17AC-467C-B10C-28C38C38C350}" destId="{C6A1073C-AEB6-41D2-8257-B02F52AE6460}" srcOrd="2" destOrd="0" presId="urn:microsoft.com/office/officeart/2005/8/layout/radial6#1"/>
    <dgm:cxn modelId="{0CC7B1B1-62E2-47E3-9B16-93FC8E81AF30}" type="presParOf" srcId="{D5B7622F-17AC-467C-B10C-28C38C38C350}" destId="{15715456-3418-4DF0-AF3A-DA59307B110D}" srcOrd="3" destOrd="0" presId="urn:microsoft.com/office/officeart/2005/8/layout/radial6#1"/>
    <dgm:cxn modelId="{74A795CE-C220-4841-AA7B-010C3F337668}" type="presParOf" srcId="{D5B7622F-17AC-467C-B10C-28C38C38C350}" destId="{0DA4B7DF-BD6B-46E8-940A-69050C019BB3}" srcOrd="4" destOrd="0" presId="urn:microsoft.com/office/officeart/2005/8/layout/radial6#1"/>
    <dgm:cxn modelId="{71FCF6C6-6BBE-4F51-AC8E-DEEB2AD38E99}" type="presParOf" srcId="{D5B7622F-17AC-467C-B10C-28C38C38C350}" destId="{9268D1C0-A139-4893-A300-CF509D15352B}" srcOrd="5" destOrd="0" presId="urn:microsoft.com/office/officeart/2005/8/layout/radial6#1"/>
    <dgm:cxn modelId="{7A5B8973-D0E3-4583-9C16-3F1B79C7DEA1}" type="presParOf" srcId="{D5B7622F-17AC-467C-B10C-28C38C38C350}" destId="{EBDCA107-8C73-4044-AC95-50DA28B759A8}" srcOrd="6" destOrd="0" presId="urn:microsoft.com/office/officeart/2005/8/layout/radial6#1"/>
    <dgm:cxn modelId="{945D240D-C6E3-41AE-B7F2-3A043CCCC926}" type="presParOf" srcId="{D5B7622F-17AC-467C-B10C-28C38C38C350}" destId="{F539A410-44AA-4A02-9F1B-997DD2B71E87}" srcOrd="7" destOrd="0" presId="urn:microsoft.com/office/officeart/2005/8/layout/radial6#1"/>
    <dgm:cxn modelId="{5DCBFBBE-FFA8-4A70-B888-3B1FEF0492EB}" type="presParOf" srcId="{D5B7622F-17AC-467C-B10C-28C38C38C350}" destId="{2B016566-AAE3-46FD-A114-7C13E71734EF}" srcOrd="8" destOrd="0" presId="urn:microsoft.com/office/officeart/2005/8/layout/radial6#1"/>
    <dgm:cxn modelId="{431CD42B-50CA-43BD-B952-0C490E962A86}" type="presParOf" srcId="{D5B7622F-17AC-467C-B10C-28C38C38C350}" destId="{B5FF6E04-452A-4146-97F4-3BC94EB5BB87}" srcOrd="9" destOrd="0" presId="urn:microsoft.com/office/officeart/2005/8/layout/radial6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097898" cy="2061753"/>
        <a:chOff x="0" y="0"/>
        <a:chExt cx="3097898" cy="2061753"/>
      </a:xfrm>
    </dsp:grpSpPr>
    <dsp:sp modelId="{3C08B926-D747-4043-B611-AE7A6510D95B}">
      <dsp:nvSpPr>
        <dsp:cNvPr id="3" name="矩形 2"/>
        <dsp:cNvSpPr/>
      </dsp:nvSpPr>
      <dsp:spPr bwMode="white">
        <a:xfrm>
          <a:off x="1813433" y="151669"/>
          <a:ext cx="778115" cy="77811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输出数据</a:t>
          </a:r>
          <a:endParaRPr>
            <a:solidFill>
              <a:schemeClr val="tx1"/>
            </a:solidFill>
          </a:endParaRPr>
        </a:p>
      </dsp:txBody>
      <dsp:txXfrm>
        <a:off x="1813433" y="151669"/>
        <a:ext cx="778115" cy="778115"/>
      </dsp:txXfrm>
    </dsp:sp>
    <dsp:sp modelId="{1E899996-7712-8747-B8F6-C5FE911A5C04}">
      <dsp:nvSpPr>
        <dsp:cNvPr id="4" name="环形箭头 3"/>
        <dsp:cNvSpPr/>
      </dsp:nvSpPr>
      <dsp:spPr bwMode="white">
        <a:xfrm>
          <a:off x="711292" y="80393"/>
          <a:ext cx="1675313" cy="1675313"/>
        </a:xfrm>
        <a:prstGeom prst="circularArrow">
          <a:avLst>
            <a:gd name="adj1" fmla="val 5000"/>
            <a:gd name="adj2" fmla="val 360000"/>
            <a:gd name="adj3" fmla="val 3177945"/>
            <a:gd name="adj4" fmla="val 53460"/>
            <a:gd name="adj5" fmla="val 5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711292" y="80393"/>
        <a:ext cx="1675313" cy="1675313"/>
      </dsp:txXfrm>
    </dsp:sp>
    <dsp:sp modelId="{C69F9C19-68D0-994C-9AAA-3B75E811D032}">
      <dsp:nvSpPr>
        <dsp:cNvPr id="5" name="矩形 4"/>
        <dsp:cNvSpPr/>
      </dsp:nvSpPr>
      <dsp:spPr bwMode="white">
        <a:xfrm>
          <a:off x="1159891" y="1283638"/>
          <a:ext cx="778115" cy="77811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验证数据</a:t>
          </a:r>
          <a:endParaRPr>
            <a:solidFill>
              <a:schemeClr val="tx1"/>
            </a:solidFill>
          </a:endParaRPr>
        </a:p>
      </dsp:txBody>
      <dsp:txXfrm>
        <a:off x="1159891" y="1283638"/>
        <a:ext cx="778115" cy="778115"/>
      </dsp:txXfrm>
    </dsp:sp>
    <dsp:sp modelId="{FD622251-F24F-E348-8B91-78A112BC9DE9}">
      <dsp:nvSpPr>
        <dsp:cNvPr id="6" name="环形箭头 5"/>
        <dsp:cNvSpPr/>
      </dsp:nvSpPr>
      <dsp:spPr bwMode="white">
        <a:xfrm>
          <a:off x="711292" y="80393"/>
          <a:ext cx="1675313" cy="1675313"/>
        </a:xfrm>
        <a:prstGeom prst="circularArrow">
          <a:avLst>
            <a:gd name="adj1" fmla="val 5000"/>
            <a:gd name="adj2" fmla="val 360000"/>
            <a:gd name="adj3" fmla="val 10386539"/>
            <a:gd name="adj4" fmla="val 7262054"/>
            <a:gd name="adj5" fmla="val 5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711292" y="80393"/>
        <a:ext cx="1675313" cy="1675313"/>
      </dsp:txXfrm>
    </dsp:sp>
    <dsp:sp modelId="{83FD12B9-5C2E-5C43-933A-ECCFDA6A97DC}">
      <dsp:nvSpPr>
        <dsp:cNvPr id="7" name="矩形 6"/>
        <dsp:cNvSpPr/>
      </dsp:nvSpPr>
      <dsp:spPr bwMode="white">
        <a:xfrm>
          <a:off x="506349" y="151669"/>
          <a:ext cx="778115" cy="77811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优化数据</a:t>
          </a:r>
          <a:endParaRPr>
            <a:solidFill>
              <a:schemeClr val="tx1"/>
            </a:solidFill>
          </a:endParaRPr>
        </a:p>
      </dsp:txBody>
      <dsp:txXfrm>
        <a:off x="506349" y="151669"/>
        <a:ext cx="778115" cy="778115"/>
      </dsp:txXfrm>
    </dsp:sp>
    <dsp:sp modelId="{A26AEFEA-F9E0-8D4F-8F3C-E0D8707B83A2}">
      <dsp:nvSpPr>
        <dsp:cNvPr id="8" name="环形箭头 7"/>
        <dsp:cNvSpPr/>
      </dsp:nvSpPr>
      <dsp:spPr bwMode="white">
        <a:xfrm>
          <a:off x="711292" y="80393"/>
          <a:ext cx="1675313" cy="1675313"/>
        </a:xfrm>
        <a:prstGeom prst="circularArrow">
          <a:avLst>
            <a:gd name="adj1" fmla="val 5000"/>
            <a:gd name="adj2" fmla="val 360000"/>
            <a:gd name="adj3" fmla="val 17070982"/>
            <a:gd name="adj4" fmla="val 14969017"/>
            <a:gd name="adj5" fmla="val 5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711292" y="80393"/>
        <a:ext cx="1675313" cy="16753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068291" cy="1792773"/>
        <a:chOff x="0" y="0"/>
        <a:chExt cx="2068291" cy="1792773"/>
      </a:xfrm>
    </dsp:grpSpPr>
    <dsp:sp modelId="{15715456-3418-4DF0-AF3A-DA59307B110D}">
      <dsp:nvSpPr>
        <dsp:cNvPr id="5" name="空心弧 4"/>
        <dsp:cNvSpPr/>
      </dsp:nvSpPr>
      <dsp:spPr bwMode="white">
        <a:xfrm>
          <a:off x="206724" y="192390"/>
          <a:ext cx="1654843" cy="1654843"/>
        </a:xfrm>
        <a:prstGeom prst="blockArc">
          <a:avLst>
            <a:gd name="adj1" fmla="val 16199999"/>
            <a:gd name="adj2" fmla="val 1800000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06724" y="192390"/>
        <a:ext cx="1654843" cy="1654843"/>
      </dsp:txXfrm>
    </dsp:sp>
    <dsp:sp modelId="{EBDCA107-8C73-4044-AC95-50DA28B759A8}">
      <dsp:nvSpPr>
        <dsp:cNvPr id="7" name="空心弧 6"/>
        <dsp:cNvSpPr/>
      </dsp:nvSpPr>
      <dsp:spPr bwMode="white">
        <a:xfrm>
          <a:off x="206724" y="192390"/>
          <a:ext cx="1654843" cy="1654843"/>
        </a:xfrm>
        <a:prstGeom prst="blockArc">
          <a:avLst>
            <a:gd name="adj1" fmla="val 1800000"/>
            <a:gd name="adj2" fmla="val 9000000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06724" y="192390"/>
        <a:ext cx="1654843" cy="1654843"/>
      </dsp:txXfrm>
    </dsp:sp>
    <dsp:sp modelId="{B5FF6E04-452A-4146-97F4-3BC94EB5BB87}">
      <dsp:nvSpPr>
        <dsp:cNvPr id="9" name="空心弧 8"/>
        <dsp:cNvSpPr/>
      </dsp:nvSpPr>
      <dsp:spPr bwMode="white">
        <a:xfrm>
          <a:off x="206724" y="192390"/>
          <a:ext cx="1654843" cy="1654843"/>
        </a:xfrm>
        <a:prstGeom prst="blockArc">
          <a:avLst>
            <a:gd name="adj1" fmla="val 9000000"/>
            <a:gd name="adj2" fmla="val 16199999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06724" y="192390"/>
        <a:ext cx="1654843" cy="1654843"/>
      </dsp:txXfrm>
    </dsp:sp>
    <dsp:sp modelId="{BADECBB5-37EA-4668-8A2F-BD2C2902F22A}">
      <dsp:nvSpPr>
        <dsp:cNvPr id="3" name="椭圆 2"/>
        <dsp:cNvSpPr/>
      </dsp:nvSpPr>
      <dsp:spPr bwMode="white">
        <a:xfrm>
          <a:off x="672510" y="658176"/>
          <a:ext cx="723271" cy="723271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/>
            <a:t>TMM</a:t>
          </a:r>
          <a:r>
            <a:rPr lang="zh-CN" altLang="en-US" sz="1400" b="1"/>
            <a:t>统筹模型</a:t>
          </a:r>
        </a:p>
      </dsp:txBody>
      <dsp:txXfrm>
        <a:off x="672510" y="658176"/>
        <a:ext cx="723271" cy="723271"/>
      </dsp:txXfrm>
    </dsp:sp>
    <dsp:sp modelId="{44F31994-0027-4DC3-B39E-FEE01FB1A852}">
      <dsp:nvSpPr>
        <dsp:cNvPr id="4" name="椭圆 3"/>
        <dsp:cNvSpPr/>
      </dsp:nvSpPr>
      <dsp:spPr bwMode="white">
        <a:xfrm>
          <a:off x="781001" y="0"/>
          <a:ext cx="506289" cy="506289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6100"/>
          </a:lvl1pPr>
          <a:lvl2pPr marL="285750" indent="-285750" algn="ctr">
            <a:defRPr sz="4700"/>
          </a:lvl2pPr>
          <a:lvl3pPr marL="571500" indent="-285750" algn="ctr">
            <a:defRPr sz="4700"/>
          </a:lvl3pPr>
          <a:lvl4pPr marL="857250" indent="-285750" algn="ctr">
            <a:defRPr sz="4700"/>
          </a:lvl4pPr>
          <a:lvl5pPr marL="1143000" indent="-285750" algn="ctr">
            <a:defRPr sz="4700"/>
          </a:lvl5pPr>
          <a:lvl6pPr marL="1428750" indent="-285750" algn="ctr">
            <a:defRPr sz="4700"/>
          </a:lvl6pPr>
          <a:lvl7pPr marL="1714500" indent="-285750" algn="ctr">
            <a:defRPr sz="4700"/>
          </a:lvl7pPr>
          <a:lvl8pPr marL="2000250" indent="-285750" algn="ctr">
            <a:defRPr sz="4700"/>
          </a:lvl8pPr>
          <a:lvl9pPr marL="2286000" indent="-285750" algn="ctr">
            <a:defRPr sz="4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/>
            <a:t>客群资源</a:t>
          </a:r>
        </a:p>
      </dsp:txBody>
      <dsp:txXfrm>
        <a:off x="781001" y="0"/>
        <a:ext cx="506289" cy="506289"/>
      </dsp:txXfrm>
    </dsp:sp>
    <dsp:sp modelId="{0DA4B7DF-BD6B-46E8-940A-69050C019BB3}">
      <dsp:nvSpPr>
        <dsp:cNvPr id="6" name="椭圆 5"/>
        <dsp:cNvSpPr/>
      </dsp:nvSpPr>
      <dsp:spPr bwMode="white">
        <a:xfrm>
          <a:off x="1444954" y="1150000"/>
          <a:ext cx="506289" cy="506289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6100"/>
          </a:lvl1pPr>
          <a:lvl2pPr marL="285750" indent="-285750" algn="ctr">
            <a:defRPr sz="4700"/>
          </a:lvl2pPr>
          <a:lvl3pPr marL="571500" indent="-285750" algn="ctr">
            <a:defRPr sz="4700"/>
          </a:lvl3pPr>
          <a:lvl4pPr marL="857250" indent="-285750" algn="ctr">
            <a:defRPr sz="4700"/>
          </a:lvl4pPr>
          <a:lvl5pPr marL="1143000" indent="-285750" algn="ctr">
            <a:defRPr sz="4700"/>
          </a:lvl5pPr>
          <a:lvl6pPr marL="1428750" indent="-285750" algn="ctr">
            <a:defRPr sz="4700"/>
          </a:lvl6pPr>
          <a:lvl7pPr marL="1714500" indent="-285750" algn="ctr">
            <a:defRPr sz="4700"/>
          </a:lvl7pPr>
          <a:lvl8pPr marL="2000250" indent="-285750" algn="ctr">
            <a:defRPr sz="4700"/>
          </a:lvl8pPr>
          <a:lvl9pPr marL="2286000" indent="-285750" algn="ctr">
            <a:defRPr sz="4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/>
            <a:t>业务目标</a:t>
          </a:r>
        </a:p>
      </dsp:txBody>
      <dsp:txXfrm>
        <a:off x="1444954" y="1150000"/>
        <a:ext cx="506289" cy="506289"/>
      </dsp:txXfrm>
    </dsp:sp>
    <dsp:sp modelId="{F539A410-44AA-4A02-9F1B-997DD2B71E87}">
      <dsp:nvSpPr>
        <dsp:cNvPr id="8" name="椭圆 7"/>
        <dsp:cNvSpPr/>
      </dsp:nvSpPr>
      <dsp:spPr bwMode="white">
        <a:xfrm>
          <a:off x="117048" y="1150000"/>
          <a:ext cx="506289" cy="506289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6100"/>
          </a:lvl1pPr>
          <a:lvl2pPr marL="285750" indent="-285750" algn="ctr">
            <a:defRPr sz="4700"/>
          </a:lvl2pPr>
          <a:lvl3pPr marL="571500" indent="-285750" algn="ctr">
            <a:defRPr sz="4700"/>
          </a:lvl3pPr>
          <a:lvl4pPr marL="857250" indent="-285750" algn="ctr">
            <a:defRPr sz="4700"/>
          </a:lvl4pPr>
          <a:lvl5pPr marL="1143000" indent="-285750" algn="ctr">
            <a:defRPr sz="4700"/>
          </a:lvl5pPr>
          <a:lvl6pPr marL="1428750" indent="-285750" algn="ctr">
            <a:defRPr sz="4700"/>
          </a:lvl6pPr>
          <a:lvl7pPr marL="1714500" indent="-285750" algn="ctr">
            <a:defRPr sz="4700"/>
          </a:lvl7pPr>
          <a:lvl8pPr marL="2000250" indent="-285750" algn="ctr">
            <a:defRPr sz="4700"/>
          </a:lvl8pPr>
          <a:lvl9pPr marL="2286000" indent="-285750" algn="ctr">
            <a:defRPr sz="4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/>
            <a:t>渠道产能</a:t>
          </a:r>
        </a:p>
      </dsp:txBody>
      <dsp:txXfrm>
        <a:off x="117048" y="1150000"/>
        <a:ext cx="506289" cy="506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#1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3" Type="http://schemas.openxmlformats.org/officeDocument/2006/relationships/tags" Target="../tags/tag1.xm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emf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5" Type="http://schemas.openxmlformats.org/officeDocument/2006/relationships/image" Target="../media/image30.png"/><Relationship Id="rId4" Type="http://schemas.openxmlformats.org/officeDocument/2006/relationships/image" Target="../media/image29.jpe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.png"/><Relationship Id="rId4" Type="http://schemas.openxmlformats.org/officeDocument/2006/relationships/image" Target="../media/image29.jpe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1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3.png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589215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517107" y="4886324"/>
            <a:ext cx="5157787" cy="4667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单击此处编辑日期</a:t>
            </a:r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793265" y="14859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54000" y="145099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688" y="-243837"/>
            <a:ext cx="1852076" cy="13890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79" y="5872815"/>
            <a:ext cx="1078272" cy="808704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8128000" y="646747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0DB2DC-4C9A-4742-B13C-FB6460FD3503}" type="slidenum">
              <a:rPr lang="zh-CN" altLang="en-US" sz="1400">
                <a:solidFill>
                  <a:srgbClr val="1184CF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400">
              <a:solidFill>
                <a:srgbClr val="1184C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54000" y="145099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688" y="-243837"/>
            <a:ext cx="1852076" cy="13890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79" y="5872815"/>
            <a:ext cx="1078272" cy="808704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rcRect r="13169"/>
          <a:stretch>
            <a:fillRect/>
          </a:stretch>
        </p:blipFill>
        <p:spPr>
          <a:xfrm>
            <a:off x="8482330" y="3634740"/>
            <a:ext cx="3709670" cy="322326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 rot="5400000">
            <a:off x="-537210" y="2618105"/>
            <a:ext cx="312610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altLang="zh-CN" sz="420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262380" y="1449070"/>
            <a:ext cx="104394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5600" b="1">
                <a:solidFill>
                  <a:srgbClr val="000000"/>
                </a:solidFill>
                <a:latin typeface="方正兰亭黑简体" panose="02000000000000000000" charset="-122"/>
                <a:ea typeface="方正兰亭黑简体" panose="02000000000000000000" charset="-122"/>
              </a:rPr>
              <a:t>目</a:t>
            </a:r>
            <a:endParaRPr lang="zh-CN" altLang="en-US" sz="5600" b="1">
              <a:solidFill>
                <a:srgbClr val="000000"/>
              </a:solidFill>
              <a:latin typeface="方正兰亭黑简体" panose="02000000000000000000" charset="-122"/>
              <a:ea typeface="方正兰亭黑简体" panose="02000000000000000000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5600" b="1">
                <a:solidFill>
                  <a:srgbClr val="000000"/>
                </a:solidFill>
                <a:latin typeface="方正兰亭黑简体" panose="02000000000000000000" charset="-122"/>
                <a:ea typeface="方正兰亭黑简体" panose="02000000000000000000" charset="-122"/>
              </a:rPr>
              <a:t>录</a:t>
            </a:r>
            <a:endParaRPr lang="zh-CN" altLang="en-US" sz="5600" b="1">
              <a:solidFill>
                <a:srgbClr val="000000"/>
              </a:solidFill>
              <a:latin typeface="方正兰亭黑简体" panose="02000000000000000000" charset="-122"/>
              <a:ea typeface="方正兰亭黑简体" panose="02000000000000000000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309475" y="221615"/>
            <a:ext cx="1535430" cy="5960110"/>
            <a:chOff x="19385" y="349"/>
            <a:chExt cx="2418" cy="9386"/>
          </a:xfrm>
        </p:grpSpPr>
        <p:sp>
          <p:nvSpPr>
            <p:cNvPr id="6" name="矩形 5"/>
            <p:cNvSpPr/>
            <p:nvPr userDrawn="1"/>
          </p:nvSpPr>
          <p:spPr>
            <a:xfrm>
              <a:off x="19385" y="349"/>
              <a:ext cx="2419" cy="93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单圆角矩形 6"/>
            <p:cNvSpPr/>
            <p:nvPr userDrawn="1"/>
          </p:nvSpPr>
          <p:spPr>
            <a:xfrm>
              <a:off x="19599" y="1392"/>
              <a:ext cx="1789" cy="469"/>
            </a:xfrm>
            <a:prstGeom prst="round1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单圆角矩形 13"/>
            <p:cNvSpPr/>
            <p:nvPr userDrawn="1"/>
          </p:nvSpPr>
          <p:spPr>
            <a:xfrm>
              <a:off x="19617" y="6130"/>
              <a:ext cx="1789" cy="469"/>
            </a:xfrm>
            <a:prstGeom prst="round1Rect">
              <a:avLst/>
            </a:prstGeom>
            <a:solidFill>
              <a:srgbClr val="48A0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单圆角矩形 35"/>
            <p:cNvSpPr/>
            <p:nvPr userDrawn="1"/>
          </p:nvSpPr>
          <p:spPr>
            <a:xfrm>
              <a:off x="19599" y="2566"/>
              <a:ext cx="1789" cy="469"/>
            </a:xfrm>
            <a:prstGeom prst="round1Rect">
              <a:avLst/>
            </a:prstGeom>
            <a:solidFill>
              <a:srgbClr val="F1FB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单圆角矩形 36"/>
            <p:cNvSpPr/>
            <p:nvPr userDrawn="1"/>
          </p:nvSpPr>
          <p:spPr>
            <a:xfrm>
              <a:off x="19617" y="6706"/>
              <a:ext cx="1789" cy="469"/>
            </a:xfrm>
            <a:prstGeom prst="round1Rect">
              <a:avLst/>
            </a:prstGeom>
            <a:solidFill>
              <a:srgbClr val="EF7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单圆角矩形 37"/>
            <p:cNvSpPr/>
            <p:nvPr userDrawn="1"/>
          </p:nvSpPr>
          <p:spPr>
            <a:xfrm>
              <a:off x="19617" y="7279"/>
              <a:ext cx="1789" cy="469"/>
            </a:xfrm>
            <a:prstGeom prst="round1Rect">
              <a:avLst/>
            </a:prstGeom>
            <a:solidFill>
              <a:srgbClr val="BB13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 userDrawn="1"/>
          </p:nvSpPr>
          <p:spPr>
            <a:xfrm>
              <a:off x="19599" y="779"/>
              <a:ext cx="11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关键色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 userDrawn="1"/>
          </p:nvSpPr>
          <p:spPr>
            <a:xfrm>
              <a:off x="19617" y="5549"/>
              <a:ext cx="11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辅助色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单圆角矩形 40"/>
            <p:cNvSpPr/>
            <p:nvPr userDrawn="1"/>
          </p:nvSpPr>
          <p:spPr>
            <a:xfrm>
              <a:off x="19617" y="1979"/>
              <a:ext cx="1789" cy="469"/>
            </a:xfrm>
            <a:prstGeom prst="round1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单圆角矩形 41"/>
            <p:cNvSpPr/>
            <p:nvPr userDrawn="1"/>
          </p:nvSpPr>
          <p:spPr>
            <a:xfrm>
              <a:off x="19599" y="3165"/>
              <a:ext cx="1789" cy="469"/>
            </a:xfrm>
            <a:prstGeom prst="round1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单圆角矩形 42"/>
            <p:cNvSpPr/>
            <p:nvPr userDrawn="1"/>
          </p:nvSpPr>
          <p:spPr>
            <a:xfrm>
              <a:off x="19599" y="3764"/>
              <a:ext cx="1789" cy="469"/>
            </a:xfrm>
            <a:prstGeom prst="round1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单圆角矩形 43"/>
            <p:cNvSpPr/>
            <p:nvPr userDrawn="1"/>
          </p:nvSpPr>
          <p:spPr>
            <a:xfrm>
              <a:off x="19617" y="7861"/>
              <a:ext cx="1789" cy="469"/>
            </a:xfrm>
            <a:prstGeom prst="round1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单圆角矩形 44"/>
            <p:cNvSpPr/>
            <p:nvPr userDrawn="1"/>
          </p:nvSpPr>
          <p:spPr>
            <a:xfrm>
              <a:off x="19617" y="8464"/>
              <a:ext cx="1789" cy="469"/>
            </a:xfrm>
            <a:prstGeom prst="round1Rect">
              <a:avLst/>
            </a:prstGeom>
            <a:solidFill>
              <a:srgbClr val="E1F7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单圆角矩形 45"/>
            <p:cNvSpPr/>
            <p:nvPr userDrawn="1"/>
          </p:nvSpPr>
          <p:spPr>
            <a:xfrm>
              <a:off x="19617" y="4363"/>
              <a:ext cx="1789" cy="469"/>
            </a:xfrm>
            <a:prstGeom prst="round1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662285" y="0"/>
            <a:ext cx="1529715" cy="53467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3"/>
          <p:cNvCxnSpPr/>
          <p:nvPr userDrawn="1"/>
        </p:nvCxnSpPr>
        <p:spPr>
          <a:xfrm>
            <a:off x="233045" y="697865"/>
            <a:ext cx="1176274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12309475" y="221615"/>
            <a:ext cx="1535430" cy="5960110"/>
            <a:chOff x="19385" y="349"/>
            <a:chExt cx="2418" cy="9386"/>
          </a:xfrm>
        </p:grpSpPr>
        <p:sp>
          <p:nvSpPr>
            <p:cNvPr id="14" name="矩形 13"/>
            <p:cNvSpPr/>
            <p:nvPr userDrawn="1"/>
          </p:nvSpPr>
          <p:spPr>
            <a:xfrm>
              <a:off x="19385" y="349"/>
              <a:ext cx="2419" cy="93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单圆角矩形 18"/>
            <p:cNvSpPr/>
            <p:nvPr userDrawn="1"/>
          </p:nvSpPr>
          <p:spPr>
            <a:xfrm>
              <a:off x="19599" y="1392"/>
              <a:ext cx="1789" cy="469"/>
            </a:xfrm>
            <a:prstGeom prst="round1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单圆角矩形 19"/>
            <p:cNvSpPr/>
            <p:nvPr userDrawn="1"/>
          </p:nvSpPr>
          <p:spPr>
            <a:xfrm>
              <a:off x="19617" y="6130"/>
              <a:ext cx="1789" cy="469"/>
            </a:xfrm>
            <a:prstGeom prst="round1Rect">
              <a:avLst/>
            </a:prstGeom>
            <a:solidFill>
              <a:srgbClr val="48A0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单圆角矩形 35"/>
            <p:cNvSpPr/>
            <p:nvPr userDrawn="1"/>
          </p:nvSpPr>
          <p:spPr>
            <a:xfrm>
              <a:off x="19599" y="2566"/>
              <a:ext cx="1789" cy="469"/>
            </a:xfrm>
            <a:prstGeom prst="round1Rect">
              <a:avLst/>
            </a:prstGeom>
            <a:solidFill>
              <a:srgbClr val="F1FB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单圆角矩形 36"/>
            <p:cNvSpPr/>
            <p:nvPr userDrawn="1"/>
          </p:nvSpPr>
          <p:spPr>
            <a:xfrm>
              <a:off x="19617" y="6706"/>
              <a:ext cx="1789" cy="469"/>
            </a:xfrm>
            <a:prstGeom prst="round1Rect">
              <a:avLst/>
            </a:prstGeom>
            <a:solidFill>
              <a:srgbClr val="EF7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单圆角矩形 37"/>
            <p:cNvSpPr/>
            <p:nvPr userDrawn="1"/>
          </p:nvSpPr>
          <p:spPr>
            <a:xfrm>
              <a:off x="19617" y="7279"/>
              <a:ext cx="1789" cy="469"/>
            </a:xfrm>
            <a:prstGeom prst="round1Rect">
              <a:avLst/>
            </a:prstGeom>
            <a:solidFill>
              <a:srgbClr val="BB13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 userDrawn="1"/>
          </p:nvSpPr>
          <p:spPr>
            <a:xfrm>
              <a:off x="19599" y="779"/>
              <a:ext cx="11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关键色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 userDrawn="1"/>
          </p:nvSpPr>
          <p:spPr>
            <a:xfrm>
              <a:off x="19617" y="5549"/>
              <a:ext cx="11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辅助色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单圆角矩形 40"/>
            <p:cNvSpPr/>
            <p:nvPr userDrawn="1"/>
          </p:nvSpPr>
          <p:spPr>
            <a:xfrm>
              <a:off x="19617" y="1979"/>
              <a:ext cx="1789" cy="469"/>
            </a:xfrm>
            <a:prstGeom prst="round1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单圆角矩形 41"/>
            <p:cNvSpPr/>
            <p:nvPr userDrawn="1"/>
          </p:nvSpPr>
          <p:spPr>
            <a:xfrm>
              <a:off x="19599" y="3165"/>
              <a:ext cx="1789" cy="469"/>
            </a:xfrm>
            <a:prstGeom prst="round1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单圆角矩形 42"/>
            <p:cNvSpPr/>
            <p:nvPr userDrawn="1"/>
          </p:nvSpPr>
          <p:spPr>
            <a:xfrm>
              <a:off x="19599" y="3764"/>
              <a:ext cx="1789" cy="469"/>
            </a:xfrm>
            <a:prstGeom prst="round1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单圆角矩形 43"/>
            <p:cNvSpPr/>
            <p:nvPr userDrawn="1"/>
          </p:nvSpPr>
          <p:spPr>
            <a:xfrm>
              <a:off x="19617" y="7861"/>
              <a:ext cx="1789" cy="469"/>
            </a:xfrm>
            <a:prstGeom prst="round1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单圆角矩形 44"/>
            <p:cNvSpPr/>
            <p:nvPr userDrawn="1"/>
          </p:nvSpPr>
          <p:spPr>
            <a:xfrm>
              <a:off x="19617" y="8464"/>
              <a:ext cx="1789" cy="469"/>
            </a:xfrm>
            <a:prstGeom prst="round1Rect">
              <a:avLst/>
            </a:prstGeom>
            <a:solidFill>
              <a:srgbClr val="E1F7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单圆角矩形 45"/>
            <p:cNvSpPr/>
            <p:nvPr userDrawn="1"/>
          </p:nvSpPr>
          <p:spPr>
            <a:xfrm>
              <a:off x="19617" y="4363"/>
              <a:ext cx="1789" cy="469"/>
            </a:xfrm>
            <a:prstGeom prst="round1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205740" y="143510"/>
            <a:ext cx="365125" cy="477520"/>
            <a:chOff x="1884" y="2296"/>
            <a:chExt cx="575" cy="752"/>
          </a:xfrm>
        </p:grpSpPr>
        <p:sp>
          <p:nvSpPr>
            <p:cNvPr id="22" name="对角圆角矩形 21"/>
            <p:cNvSpPr/>
            <p:nvPr userDrawn="1"/>
          </p:nvSpPr>
          <p:spPr>
            <a:xfrm>
              <a:off x="1884" y="2448"/>
              <a:ext cx="388" cy="601"/>
            </a:xfrm>
            <a:prstGeom prst="round2Diag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对角圆角矩形 22"/>
            <p:cNvSpPr/>
            <p:nvPr userDrawn="1"/>
          </p:nvSpPr>
          <p:spPr>
            <a:xfrm>
              <a:off x="2071" y="2296"/>
              <a:ext cx="388" cy="601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extBox 7"/>
          <p:cNvSpPr txBox="1"/>
          <p:nvPr userDrawn="1">
            <p:custDataLst>
              <p:tags r:id="rId2"/>
            </p:custDataLst>
          </p:nvPr>
        </p:nvSpPr>
        <p:spPr>
          <a:xfrm>
            <a:off x="11616690" y="6577966"/>
            <a:ext cx="527686" cy="221599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defTabSz="1095375" eaLnBrk="1" hangingPunct="1">
              <a:defRPr/>
            </a:pPr>
            <a:fld id="{87771891-D1CB-4379-A3E6-E33032B87CF6}" type="slidenum">
              <a:rPr lang="zh-CN" altLang="en-US" sz="1440" b="1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44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662285" y="0"/>
            <a:ext cx="1529715" cy="53467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6096" y="296516"/>
            <a:ext cx="9703754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568960" y="5873116"/>
            <a:ext cx="1287780" cy="808990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40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073221" y="-79718"/>
            <a:ext cx="1852076" cy="138905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228388" y="6576616"/>
            <a:ext cx="447676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000" b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fld>
            <a:endParaRPr kumimoji="1" lang="zh-CN" altLang="en-US" sz="1000" b="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920401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515938" y="6577171"/>
            <a:ext cx="10708640" cy="245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文档中的全部内容属</a:t>
            </a:r>
            <a:r>
              <a:rPr lang="zh-CN" altLang="en-US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中国移动</a:t>
            </a:r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77091" y="257891"/>
            <a:ext cx="11549724" cy="611184"/>
          </a:xfrm>
          <a:prstGeom prst="rect">
            <a:avLst/>
          </a:prstGeom>
        </p:spPr>
        <p:txBody>
          <a:bodyPr vert="horz" lIns="72000" tIns="36000" rIns="72000" bIns="36000" rtlCol="0" anchor="ctr">
            <a:noAutofit/>
          </a:bodyPr>
          <a:lstStyle>
            <a:lvl1pPr marL="8255" indent="0" algn="l">
              <a:defRPr sz="2200" b="1">
                <a:solidFill>
                  <a:srgbClr val="0B85C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14" name="图片 14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135672" y="-64186"/>
            <a:ext cx="1873735" cy="1389056"/>
          </a:xfrm>
          <a:prstGeom prst="rect">
            <a:avLst/>
          </a:prstGeom>
        </p:spPr>
      </p:pic>
      <p:pic>
        <p:nvPicPr>
          <p:cNvPr id="15" name="图片 1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14668" y="5949933"/>
            <a:ext cx="1171760" cy="808704"/>
          </a:xfrm>
          <a:prstGeom prst="rect">
            <a:avLst/>
          </a:prstGeom>
        </p:spPr>
      </p:pic>
      <p:sp>
        <p:nvSpPr>
          <p:cNvPr id="16" name="内容占位符 2"/>
          <p:cNvSpPr>
            <a:spLocks noGrp="1"/>
          </p:cNvSpPr>
          <p:nvPr>
            <p:ph idx="1" hasCustomPrompt="1"/>
          </p:nvPr>
        </p:nvSpPr>
        <p:spPr>
          <a:xfrm>
            <a:off x="277091" y="937940"/>
            <a:ext cx="11549724" cy="547749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22225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35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65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65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marL="22225" marR="0" lvl="0" indent="0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单击此处编辑母版</a:t>
            </a:r>
            <a:endParaRPr lang="zh-CN" altLang="en-US" dirty="0"/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 algn="r">
              <a:defRPr sz="1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E077DA78-E013-4A8C-AD75-63A150561B10}" type="slidenum">
              <a:rPr/>
            </a:fld>
            <a:endParaRPr lang="zh-CN" altLang="en-US" dirty="0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7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6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3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6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_A.封面_单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脚占位符 7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5" name="标题 8"/>
          <p:cNvSpPr>
            <a:spLocks noGrp="1"/>
          </p:cNvSpPr>
          <p:nvPr>
            <p:ph type="title" hasCustomPrompt="1"/>
          </p:nvPr>
        </p:nvSpPr>
        <p:spPr bwMode="auto">
          <a:xfrm>
            <a:off x="335360" y="3984000"/>
            <a:ext cx="11520000" cy="960000"/>
          </a:xfrm>
          <a:prstGeom prst="rect">
            <a:avLst/>
          </a:prstGeom>
          <a:noFill/>
        </p:spPr>
        <p:txBody>
          <a:bodyPr vert="horz" lIns="90000" tIns="108000" rIns="0" bIns="0" rtlCol="0" anchor="ctr" anchorCtr="0">
            <a:normAutofit/>
          </a:bodyPr>
          <a:lstStyle>
            <a:lvl1pPr>
              <a:defRPr lang="zh-CN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>
              <a:defRPr/>
            </a:pPr>
            <a:r>
              <a:rPr lang="zh-CN"/>
              <a:t>单击此处编辑主标题</a:t>
            </a:r>
            <a:endParaRPr lang="zh-CN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4432" y="5703884"/>
            <a:ext cx="1633109" cy="384000"/>
          </a:xfrm>
          <a:prstGeom prst="rect">
            <a:avLst/>
          </a:prstGeom>
          <a:noFill/>
        </p:spPr>
        <p:txBody>
          <a:bodyPr lIns="108000" tIns="3600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YYYY-MM-DD</a:t>
            </a:r>
            <a:endParaRPr lang="en-US"/>
          </a:p>
        </p:txBody>
      </p:sp>
      <p:sp>
        <p:nvSpPr>
          <p:cNvPr id="7" name="文本占位符 2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35360" y="5271884"/>
            <a:ext cx="1632181" cy="384000"/>
          </a:xfrm>
          <a:prstGeom prst="rect">
            <a:avLst/>
          </a:prstGeom>
          <a:noFill/>
        </p:spPr>
        <p:txBody>
          <a:bodyPr vert="horz" lIns="108000" tIns="3600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zh-CN" sz="16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>
              <a:defRPr/>
            </a:pPr>
            <a:r>
              <a:rPr lang="zh-CN"/>
              <a:t>作者：</a:t>
            </a:r>
            <a:endParaRPr lang="en-US"/>
          </a:p>
        </p:txBody>
      </p:sp>
      <p:cxnSp>
        <p:nvCxnSpPr>
          <p:cNvPr id="8" name="Straight Connector 6"/>
          <p:cNvCxnSpPr/>
          <p:nvPr userDrawn="1"/>
        </p:nvCxnSpPr>
        <p:spPr bwMode="auto">
          <a:xfrm>
            <a:off x="480000" y="5136000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643534" y="384387"/>
            <a:ext cx="2214033" cy="498687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432" y="7275235"/>
            <a:ext cx="11520000" cy="576000"/>
          </a:xfrm>
          <a:prstGeom prst="rect">
            <a:avLst/>
          </a:prstGeom>
        </p:spPr>
        <p:txBody>
          <a:bodyPr lIns="108000" tIns="0" rIns="0" bIns="0" anchor="t">
            <a:normAutofit/>
          </a:bodyPr>
          <a:lstStyle>
            <a:lvl1pPr marL="0" marR="0" indent="0" algn="l" defTabSz="91376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/>
              <a:buNone/>
              <a:defRPr sz="3200">
                <a:solidFill>
                  <a:srgbClr val="ECECEC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376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/>
              <a:buNone/>
              <a:defRPr/>
            </a:pPr>
            <a:r>
              <a:rPr lang="zh-CN"/>
              <a:t>单击此处编辑副标题</a:t>
            </a:r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B.目录8行_浅色（Light）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ubtitle 4"/>
          <p:cNvSpPr>
            <a:spLocks noAdjustHandles="1"/>
          </p:cNvSpPr>
          <p:nvPr userDrawn="1"/>
        </p:nvSpPr>
        <p:spPr bwMode="auto">
          <a:xfrm>
            <a:off x="575536" y="1186421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>
              <a:lnSpc>
                <a:spcPct val="80000"/>
              </a:lnSpc>
              <a:spcBef>
                <a:spcPts val="900"/>
              </a:spcBef>
              <a:buFontTx/>
              <a:buNone/>
              <a:defRPr sz="2000" b="1">
                <a:solidFill>
                  <a:schemeClr val="tx1"/>
                </a:solidFill>
                <a:latin typeface="+mj-lt"/>
                <a:cs typeface="+mn-cs"/>
              </a:defRPr>
            </a:lvl1pPr>
            <a:lvl2pPr marL="457200" indent="0" algn="ctr" defTabSz="457200">
              <a:lnSpc>
                <a:spcPct val="100000"/>
              </a:lnSpc>
              <a:spcBef>
                <a:spcPts val="900"/>
              </a:spcBef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2pPr>
            <a:lvl3pPr marL="9144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3pPr>
            <a:lvl4pPr marL="13716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4pPr>
            <a:lvl5pPr marL="18288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5pPr>
            <a:lvl6pPr marL="22860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6pPr>
            <a:lvl7pPr marL="27432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7pPr>
            <a:lvl8pPr marL="32004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8pPr>
            <a:lvl9pPr marL="36576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zh-CN" altLang="en-US" sz="4265" b="0" spc="8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目录</a:t>
            </a:r>
            <a:endParaRPr lang="en-US" sz="4265" b="0" spc="8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5" name="Straight Connector 6"/>
          <p:cNvCxnSpPr/>
          <p:nvPr userDrawn="1"/>
        </p:nvCxnSpPr>
        <p:spPr bwMode="auto"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11"/>
          <p:cNvGrpSpPr/>
          <p:nvPr userDrawn="1"/>
        </p:nvGrpSpPr>
        <p:grpSpPr bwMode="auto">
          <a:xfrm>
            <a:off x="2880000" y="1508753"/>
            <a:ext cx="8640000" cy="4287739"/>
            <a:chOff x="2160000" y="1203598"/>
            <a:chExt cx="6480000" cy="3215804"/>
          </a:xfrm>
        </p:grpSpPr>
        <p:cxnSp>
          <p:nvCxnSpPr>
            <p:cNvPr id="7" name="直接连接符 10"/>
            <p:cNvCxnSpPr/>
            <p:nvPr/>
          </p:nvCxnSpPr>
          <p:spPr bwMode="auto"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7"/>
            <p:cNvCxnSpPr/>
            <p:nvPr userDrawn="1"/>
          </p:nvCxnSpPr>
          <p:spPr bwMode="auto">
            <a:xfrm>
              <a:off x="2160000" y="16629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22"/>
            <p:cNvCxnSpPr/>
            <p:nvPr userDrawn="1"/>
          </p:nvCxnSpPr>
          <p:spPr bwMode="auto">
            <a:xfrm>
              <a:off x="2160000" y="21223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24"/>
            <p:cNvCxnSpPr/>
            <p:nvPr userDrawn="1"/>
          </p:nvCxnSpPr>
          <p:spPr bwMode="auto">
            <a:xfrm>
              <a:off x="2160000" y="25817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25"/>
            <p:cNvCxnSpPr/>
            <p:nvPr userDrawn="1"/>
          </p:nvCxnSpPr>
          <p:spPr bwMode="auto">
            <a:xfrm>
              <a:off x="2160000" y="30411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26"/>
            <p:cNvCxnSpPr/>
            <p:nvPr userDrawn="1"/>
          </p:nvCxnSpPr>
          <p:spPr bwMode="auto">
            <a:xfrm>
              <a:off x="2160000" y="3500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27"/>
            <p:cNvCxnSpPr/>
            <p:nvPr userDrawn="1"/>
          </p:nvCxnSpPr>
          <p:spPr bwMode="auto">
            <a:xfrm>
              <a:off x="2160000" y="396000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4"/>
            <p:cNvCxnSpPr/>
            <p:nvPr userDrawn="1"/>
          </p:nvCxnSpPr>
          <p:spPr bwMode="auto"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占位符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80788" y="960006"/>
            <a:ext cx="8640232" cy="4836492"/>
          </a:xfrm>
        </p:spPr>
        <p:txBody>
          <a:bodyPr/>
          <a:lstStyle>
            <a:lvl1pPr marL="0" indent="-240030">
              <a:buSzPct val="100000"/>
              <a:buFont typeface="Arial" panose="020B0604020202020204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zh-CN"/>
              <a:t>一级主目录</a:t>
            </a:r>
            <a:endParaRPr lang="zh-CN"/>
          </a:p>
          <a:p>
            <a:pPr lvl="1">
              <a:defRPr/>
            </a:pPr>
            <a:r>
              <a:rPr lang="zh-CN"/>
              <a:t>二级子目录</a:t>
            </a:r>
            <a:endParaRPr lang="zh-CN"/>
          </a:p>
          <a:p>
            <a:pPr lvl="2">
              <a:defRPr/>
            </a:pPr>
            <a:r>
              <a:rPr lang="zh-CN"/>
              <a:t>三级子目录</a:t>
            </a:r>
            <a:endParaRPr lang="zh-CN"/>
          </a:p>
        </p:txBody>
      </p:sp>
      <p:sp>
        <p:nvSpPr>
          <p:cNvPr id="16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17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B.目录_无衬线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ubtitle 4"/>
          <p:cNvSpPr>
            <a:spLocks noAdjustHandles="1"/>
          </p:cNvSpPr>
          <p:nvPr userDrawn="1"/>
        </p:nvSpPr>
        <p:spPr bwMode="auto">
          <a:xfrm>
            <a:off x="575536" y="1186421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>
              <a:lnSpc>
                <a:spcPct val="80000"/>
              </a:lnSpc>
              <a:spcBef>
                <a:spcPts val="900"/>
              </a:spcBef>
              <a:buFontTx/>
              <a:buNone/>
              <a:defRPr sz="2000" b="1">
                <a:solidFill>
                  <a:schemeClr val="tx1"/>
                </a:solidFill>
                <a:latin typeface="+mj-lt"/>
                <a:cs typeface="+mn-cs"/>
              </a:defRPr>
            </a:lvl1pPr>
            <a:lvl2pPr marL="457200" indent="0" algn="ctr" defTabSz="457200">
              <a:lnSpc>
                <a:spcPct val="100000"/>
              </a:lnSpc>
              <a:spcBef>
                <a:spcPts val="900"/>
              </a:spcBef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2pPr>
            <a:lvl3pPr marL="9144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3pPr>
            <a:lvl4pPr marL="13716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4pPr>
            <a:lvl5pPr marL="18288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5pPr>
            <a:lvl6pPr marL="22860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6pPr>
            <a:lvl7pPr marL="27432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7pPr>
            <a:lvl8pPr marL="32004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8pPr>
            <a:lvl9pPr marL="36576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zh-CN" altLang="en-US" sz="4265" b="0" spc="800">
                <a:latin typeface="微软雅黑" panose="020B0503020204020204" charset="-122"/>
                <a:ea typeface="微软雅黑" panose="020B0503020204020204" charset="-122"/>
                <a:cs typeface="+mn-ea"/>
              </a:rPr>
              <a:t>目录</a:t>
            </a:r>
            <a:endParaRPr lang="en-US" sz="4265" b="0" spc="8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5" name="Straight Connector 6"/>
          <p:cNvCxnSpPr/>
          <p:nvPr userDrawn="1"/>
        </p:nvCxnSpPr>
        <p:spPr bwMode="auto"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80788" y="960006"/>
            <a:ext cx="8640232" cy="4836492"/>
          </a:xfrm>
        </p:spPr>
        <p:txBody>
          <a:bodyPr/>
          <a:lstStyle>
            <a:lvl1pPr marL="0" indent="-240030">
              <a:buSzPct val="100000"/>
              <a:buFont typeface="Arial" panose="020B0604020202020204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zh-CN"/>
              <a:t>一级主目录</a:t>
            </a:r>
            <a:endParaRPr lang="zh-CN"/>
          </a:p>
          <a:p>
            <a:pPr lvl="1">
              <a:defRPr/>
            </a:pPr>
            <a:r>
              <a:rPr lang="zh-CN"/>
              <a:t>二级子目录</a:t>
            </a:r>
            <a:endParaRPr lang="zh-CN"/>
          </a:p>
          <a:p>
            <a:pPr lvl="2">
              <a:defRPr/>
            </a:pPr>
            <a:r>
              <a:rPr lang="zh-CN"/>
              <a:t>三级子目录</a:t>
            </a:r>
            <a:endParaRPr lang="zh-CN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B_目录_2栏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组合 55"/>
          <p:cNvGrpSpPr/>
          <p:nvPr userDrawn="1"/>
        </p:nvGrpSpPr>
        <p:grpSpPr bwMode="auto">
          <a:xfrm>
            <a:off x="2880000" y="1316765"/>
            <a:ext cx="4224000" cy="4900275"/>
            <a:chOff x="2160000" y="1203598"/>
            <a:chExt cx="6480000" cy="3675206"/>
          </a:xfrm>
        </p:grpSpPr>
        <p:cxnSp>
          <p:nvCxnSpPr>
            <p:cNvPr id="5" name="直接连接符 56"/>
            <p:cNvCxnSpPr/>
            <p:nvPr/>
          </p:nvCxnSpPr>
          <p:spPr bwMode="auto"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7"/>
            <p:cNvCxnSpPr/>
            <p:nvPr userDrawn="1"/>
          </p:nvCxnSpPr>
          <p:spPr bwMode="auto">
            <a:xfrm>
              <a:off x="2160000" y="16629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58"/>
            <p:cNvCxnSpPr/>
            <p:nvPr userDrawn="1"/>
          </p:nvCxnSpPr>
          <p:spPr bwMode="auto">
            <a:xfrm>
              <a:off x="2160000" y="21223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59"/>
            <p:cNvCxnSpPr/>
            <p:nvPr userDrawn="1"/>
          </p:nvCxnSpPr>
          <p:spPr bwMode="auto">
            <a:xfrm>
              <a:off x="2160000" y="25817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60"/>
            <p:cNvCxnSpPr/>
            <p:nvPr userDrawn="1"/>
          </p:nvCxnSpPr>
          <p:spPr bwMode="auto">
            <a:xfrm>
              <a:off x="2160000" y="30411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61"/>
            <p:cNvCxnSpPr/>
            <p:nvPr userDrawn="1"/>
          </p:nvCxnSpPr>
          <p:spPr bwMode="auto">
            <a:xfrm>
              <a:off x="2160000" y="3500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62"/>
            <p:cNvCxnSpPr/>
            <p:nvPr userDrawn="1"/>
          </p:nvCxnSpPr>
          <p:spPr bwMode="auto">
            <a:xfrm>
              <a:off x="2160000" y="396000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63"/>
            <p:cNvCxnSpPr/>
            <p:nvPr userDrawn="1"/>
          </p:nvCxnSpPr>
          <p:spPr bwMode="auto"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25"/>
            <p:cNvCxnSpPr/>
            <p:nvPr userDrawn="1"/>
          </p:nvCxnSpPr>
          <p:spPr bwMode="auto">
            <a:xfrm>
              <a:off x="2160000" y="487880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"/>
          <p:cNvGrpSpPr/>
          <p:nvPr userDrawn="1"/>
        </p:nvGrpSpPr>
        <p:grpSpPr bwMode="auto">
          <a:xfrm>
            <a:off x="7536393" y="1316765"/>
            <a:ext cx="4224000" cy="4900275"/>
            <a:chOff x="5652295" y="987574"/>
            <a:chExt cx="3168000" cy="3675206"/>
          </a:xfrm>
        </p:grpSpPr>
        <p:cxnSp>
          <p:nvCxnSpPr>
            <p:cNvPr id="15" name="直接连接符 26"/>
            <p:cNvCxnSpPr/>
            <p:nvPr userDrawn="1"/>
          </p:nvCxnSpPr>
          <p:spPr bwMode="auto">
            <a:xfrm>
              <a:off x="5652295" y="466278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66"/>
            <p:cNvCxnSpPr/>
            <p:nvPr/>
          </p:nvCxnSpPr>
          <p:spPr bwMode="auto">
            <a:xfrm>
              <a:off x="5652295" y="987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67"/>
            <p:cNvCxnSpPr/>
            <p:nvPr userDrawn="1"/>
          </p:nvCxnSpPr>
          <p:spPr bwMode="auto">
            <a:xfrm>
              <a:off x="5652295" y="14469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68"/>
            <p:cNvCxnSpPr/>
            <p:nvPr userDrawn="1"/>
          </p:nvCxnSpPr>
          <p:spPr bwMode="auto">
            <a:xfrm>
              <a:off x="5652295" y="19063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69"/>
            <p:cNvCxnSpPr/>
            <p:nvPr userDrawn="1"/>
          </p:nvCxnSpPr>
          <p:spPr bwMode="auto">
            <a:xfrm>
              <a:off x="5652295" y="23657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70"/>
            <p:cNvCxnSpPr/>
            <p:nvPr userDrawn="1"/>
          </p:nvCxnSpPr>
          <p:spPr bwMode="auto">
            <a:xfrm>
              <a:off x="5652295" y="28251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71"/>
            <p:cNvCxnSpPr/>
            <p:nvPr userDrawn="1"/>
          </p:nvCxnSpPr>
          <p:spPr bwMode="auto">
            <a:xfrm>
              <a:off x="5652295" y="3284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72"/>
            <p:cNvCxnSpPr/>
            <p:nvPr userDrawn="1"/>
          </p:nvCxnSpPr>
          <p:spPr bwMode="auto">
            <a:xfrm>
              <a:off x="5652295" y="3743976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73"/>
            <p:cNvCxnSpPr/>
            <p:nvPr userDrawn="1"/>
          </p:nvCxnSpPr>
          <p:spPr bwMode="auto">
            <a:xfrm>
              <a:off x="5652295" y="4203378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Subtitle 4"/>
          <p:cNvSpPr>
            <a:spLocks noAdjustHandles="1"/>
          </p:cNvSpPr>
          <p:nvPr userDrawn="1"/>
        </p:nvSpPr>
        <p:spPr bwMode="auto">
          <a:xfrm>
            <a:off x="575536" y="1186421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>
              <a:lnSpc>
                <a:spcPct val="80000"/>
              </a:lnSpc>
              <a:spcBef>
                <a:spcPts val="900"/>
              </a:spcBef>
              <a:buFontTx/>
              <a:buNone/>
              <a:defRPr sz="2000" b="1">
                <a:solidFill>
                  <a:schemeClr val="tx1"/>
                </a:solidFill>
                <a:latin typeface="+mj-lt"/>
                <a:cs typeface="+mn-cs"/>
              </a:defRPr>
            </a:lvl1pPr>
            <a:lvl2pPr marL="457200" indent="0" algn="ctr" defTabSz="457200">
              <a:lnSpc>
                <a:spcPct val="100000"/>
              </a:lnSpc>
              <a:spcBef>
                <a:spcPts val="900"/>
              </a:spcBef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2pPr>
            <a:lvl3pPr marL="9144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3pPr>
            <a:lvl4pPr marL="13716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4pPr>
            <a:lvl5pPr marL="18288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5pPr>
            <a:lvl6pPr marL="22860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6pPr>
            <a:lvl7pPr marL="27432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7pPr>
            <a:lvl8pPr marL="32004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8pPr>
            <a:lvl9pPr marL="36576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zh-CN" altLang="en-US" sz="4265" b="0" spc="800">
                <a:latin typeface="微软雅黑" panose="020B0503020204020204" charset="-122"/>
                <a:ea typeface="微软雅黑" panose="020B0503020204020204" charset="-122"/>
                <a:cs typeface="+mn-ea"/>
              </a:rPr>
              <a:t>目录</a:t>
            </a:r>
            <a:endParaRPr lang="en-US" sz="4265" b="0" spc="8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25" name="Straight Connector 6"/>
          <p:cNvCxnSpPr/>
          <p:nvPr userDrawn="1"/>
        </p:nvCxnSpPr>
        <p:spPr bwMode="auto"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占位符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zh-CN"/>
              <a:t>一级主目录</a:t>
            </a:r>
            <a:endParaRPr lang="zh-CN"/>
          </a:p>
          <a:p>
            <a:pPr lvl="1">
              <a:defRPr/>
            </a:pPr>
            <a:r>
              <a:rPr lang="zh-CN"/>
              <a:t>二级子目录</a:t>
            </a:r>
            <a:endParaRPr lang="zh-CN"/>
          </a:p>
          <a:p>
            <a:pPr lvl="2">
              <a:defRPr/>
            </a:pPr>
            <a:r>
              <a:rPr lang="zh-CN"/>
              <a:t>三级子目录</a:t>
            </a: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0">
              <a:defRPr/>
            </a:pPr>
            <a:r>
              <a:rPr lang="zh-CN"/>
              <a:t>一级主目录</a:t>
            </a:r>
            <a:endParaRPr lang="zh-CN"/>
          </a:p>
          <a:p>
            <a:pPr lvl="1">
              <a:defRPr/>
            </a:pPr>
            <a:r>
              <a:rPr lang="zh-CN"/>
              <a:t>二级子目录</a:t>
            </a:r>
            <a:endParaRPr lang="zh-CN"/>
          </a:p>
          <a:p>
            <a:pPr lvl="2">
              <a:defRPr/>
            </a:pPr>
            <a:r>
              <a:rPr lang="zh-CN"/>
              <a:t>三级子目录</a:t>
            </a:r>
            <a:endParaRPr lang="zh-CN"/>
          </a:p>
          <a:p>
            <a:pPr lvl="2">
              <a:defRPr/>
            </a:pPr>
            <a:endParaRPr lang="zh-CN"/>
          </a:p>
        </p:txBody>
      </p:sp>
      <p:sp>
        <p:nvSpPr>
          <p:cNvPr id="27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2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B.目录_2栏_无衬线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D.001_空(Light)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cxnSp>
        <p:nvCxnSpPr>
          <p:cNvPr id="5" name="Straight Connector 6"/>
          <p:cNvCxnSpPr/>
          <p:nvPr userDrawn="1"/>
        </p:nvCxnSpPr>
        <p:spPr bwMode="auto"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219200">
              <a:defRPr lang="zh-CN" sz="1200" b="0" i="0">
                <a:solidFill>
                  <a:schemeClr val="tx2"/>
                </a:solidFill>
                <a:latin typeface="+mn-lt"/>
                <a:cs typeface="Open Sans"/>
              </a:defRPr>
            </a:lvl1pPr>
            <a:lvl2pPr marL="609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219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828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4pPr>
            <a:lvl5pPr marL="24384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5pPr>
            <a:lvl6pPr marL="30480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6pPr>
            <a:lvl7pPr marL="3657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7pPr>
            <a:lvl8pPr marL="4267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8pPr>
            <a:lvl9pPr marL="4876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</p:nvPr>
        </p:nvSpPr>
        <p:spPr bwMode="auto"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sz="3465"/>
            </a:lvl1pPr>
          </a:lstStyle>
          <a:p>
            <a:pPr lvl="0">
              <a:lnSpc>
                <a:spcPct val="75000"/>
              </a:lnSpc>
              <a:defRPr/>
            </a:pPr>
            <a:r>
              <a:rPr lang="zh-CN"/>
              <a:t>点击此处编辑标题 </a:t>
            </a:r>
            <a:r>
              <a:rPr lang="en-US"/>
              <a:t>26pt Regular</a:t>
            </a:r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D.001_空(Light)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cxnSp>
        <p:nvCxnSpPr>
          <p:cNvPr id="5" name="Straight Connector 6"/>
          <p:cNvCxnSpPr/>
          <p:nvPr userDrawn="1"/>
        </p:nvCxnSpPr>
        <p:spPr bwMode="auto"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219200">
              <a:defRPr lang="zh-CN" sz="1200" b="0" i="0">
                <a:solidFill>
                  <a:schemeClr val="tx2"/>
                </a:solidFill>
                <a:latin typeface="+mn-lt"/>
                <a:cs typeface="Open Sans"/>
              </a:defRPr>
            </a:lvl1pPr>
            <a:lvl2pPr marL="609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219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828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4pPr>
            <a:lvl5pPr marL="24384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5pPr>
            <a:lvl6pPr marL="30480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6pPr>
            <a:lvl7pPr marL="3657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7pPr>
            <a:lvl8pPr marL="4267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8pPr>
            <a:lvl9pPr marL="4876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</p:nvPr>
        </p:nvSpPr>
        <p:spPr bwMode="auto"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sz="3465"/>
            </a:lvl1pPr>
          </a:lstStyle>
          <a:p>
            <a:pPr lvl="0">
              <a:lnSpc>
                <a:spcPct val="75000"/>
              </a:lnSpc>
              <a:defRPr/>
            </a:pPr>
            <a:r>
              <a:rPr lang="zh-CN"/>
              <a:t>点击此处编辑标题 </a:t>
            </a:r>
            <a:r>
              <a:rPr lang="en-US"/>
              <a:t>26pt Regular</a:t>
            </a:r>
            <a:endParaRPr lang="zh-CN"/>
          </a:p>
        </p:txBody>
      </p:sp>
      <p:pic>
        <p:nvPicPr>
          <p:cNvPr id="2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643534" y="384388"/>
            <a:ext cx="2214033" cy="49868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A.封面_双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图片占位符 2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0" y="0"/>
            <a:ext cx="12192000" cy="6858000"/>
          </a:xfrm>
        </p:spPr>
        <p:txBody>
          <a:bodyPr lIns="91440" tIns="2232000" rIns="91440" bIns="45720" anchor="t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zh-CN"/>
              <a:t>点此小图标置入背景图</a:t>
            </a:r>
            <a:endParaRPr lang="zh-CN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0"/>
          </p:nvPr>
        </p:nvSpPr>
        <p:spPr bwMode="auto">
          <a:xfrm>
            <a:off x="336003" y="6432000"/>
            <a:ext cx="7722031" cy="365125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6" name="标题 8"/>
          <p:cNvSpPr>
            <a:spLocks noGrp="1"/>
          </p:cNvSpPr>
          <p:nvPr>
            <p:ph type="title" hasCustomPrompt="1"/>
          </p:nvPr>
        </p:nvSpPr>
        <p:spPr bwMode="auto">
          <a:xfrm>
            <a:off x="335360" y="3408000"/>
            <a:ext cx="11520000" cy="960000"/>
          </a:xfrm>
          <a:prstGeom prst="rect">
            <a:avLst/>
          </a:prstGeom>
          <a:noFill/>
        </p:spPr>
        <p:txBody>
          <a:bodyPr lIns="90000" tIns="108000" rIns="0" bIns="0" anchor="b" anchorCtr="0">
            <a:normAutofit/>
          </a:bodyPr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zh-CN"/>
              <a:t>单击此处编辑主标题</a:t>
            </a:r>
            <a:endParaRPr lang="zh-CN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432" y="4464000"/>
            <a:ext cx="11520000" cy="576000"/>
          </a:xfrm>
          <a:prstGeom prst="rect">
            <a:avLst/>
          </a:prstGeom>
          <a:noFill/>
        </p:spPr>
        <p:txBody>
          <a:bodyPr lIns="108000" tIns="0" rIns="0" bIns="0" anchor="b" anchorCtr="0">
            <a:normAutofit/>
          </a:bodyPr>
          <a:lstStyle>
            <a:lvl1pPr marL="0" marR="0" indent="0" algn="l" defTabSz="91376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/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376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/>
              <a:buNone/>
              <a:defRPr/>
            </a:pPr>
            <a:r>
              <a:rPr lang="zh-CN"/>
              <a:t>单击此处编辑副标题</a:t>
            </a:r>
            <a:endParaRPr lang="zh-CN"/>
          </a:p>
        </p:txBody>
      </p:sp>
      <p:cxnSp>
        <p:nvCxnSpPr>
          <p:cNvPr id="8" name="Straight Connector 6"/>
          <p:cNvCxnSpPr/>
          <p:nvPr userDrawn="1"/>
        </p:nvCxnSpPr>
        <p:spPr bwMode="auto">
          <a:xfrm>
            <a:off x="480000" y="5136000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4432" y="5703884"/>
            <a:ext cx="1632181" cy="384000"/>
          </a:xfrm>
          <a:prstGeom prst="rect">
            <a:avLst/>
          </a:prstGeom>
          <a:noFill/>
        </p:spPr>
        <p:txBody>
          <a:bodyPr lIns="108000" tIns="3600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YYYY-MM-DD</a:t>
            </a:r>
            <a:endParaRPr lang="en-US"/>
          </a:p>
        </p:txBody>
      </p:sp>
      <p:sp>
        <p:nvSpPr>
          <p:cNvPr id="10" name="文本占位符 2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35360" y="5271884"/>
            <a:ext cx="1632181" cy="384000"/>
          </a:xfrm>
          <a:prstGeom prst="rect">
            <a:avLst/>
          </a:prstGeom>
          <a:noFill/>
        </p:spPr>
        <p:txBody>
          <a:bodyPr vert="horz" lIns="108000" tIns="3600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zh-CN" sz="160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defRPr/>
            </a:pPr>
            <a:r>
              <a:rPr lang="zh-CN"/>
              <a:t>作者：</a:t>
            </a:r>
            <a:endParaRPr lang="en-US"/>
          </a:p>
        </p:txBody>
      </p:sp>
      <p:pic>
        <p:nvPicPr>
          <p:cNvPr id="11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643534" y="384388"/>
            <a:ext cx="2214033" cy="498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B07B671-1C97-406F-9CC6-C711624DA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11734" y="203203"/>
            <a:ext cx="2518095" cy="6942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3569" y="309037"/>
            <a:ext cx="948132" cy="554567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248503" y="355484"/>
            <a:ext cx="2646878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lvl1pPr>
              <a:defRPr lang="zh-CN" altLang="en-US" sz="2400" b="1" dirty="0" smtClean="0">
                <a:gradFill>
                  <a:gsLst>
                    <a:gs pos="100000">
                      <a:schemeClr val="accent1">
                        <a:lumMod val="50000"/>
                      </a:schemeClr>
                    </a:gs>
                    <a:gs pos="0">
                      <a:srgbClr val="70AC49"/>
                    </a:gs>
                  </a:gsLst>
                  <a:lin ang="108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lang="zh-CN" altLang="en-US" dirty="0" smtClean="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>
              <a:defRPr lang="zh-CN" altLang="en-US" dirty="0" smtClean="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>
              <a:defRPr lang="zh-CN" altLang="en-US" sz="2000" dirty="0" smtClean="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>
              <a:defRPr lang="zh-CN" altLang="en-US" sz="2000" dirty="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</a:lstStyle>
          <a:p>
            <a:pPr marL="0"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.003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8" y="6430950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7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A.封底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 bwMode="auto">
          <a:xfrm>
            <a:off x="480000" y="5349085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6"/>
          <p:cNvCxnSpPr/>
          <p:nvPr userDrawn="1"/>
        </p:nvCxnSpPr>
        <p:spPr bwMode="auto">
          <a:xfrm>
            <a:off x="480000" y="5349213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10416480" y="4485117"/>
            <a:ext cx="1440160" cy="1440160"/>
          </a:xfrm>
          <a:prstGeom prst="rect">
            <a:avLst/>
          </a:prstGeom>
        </p:spPr>
      </p:pic>
      <p:sp>
        <p:nvSpPr>
          <p:cNvPr id="7" name="标题 8"/>
          <p:cNvSpPr>
            <a:spLocks noGrp="1"/>
          </p:cNvSpPr>
          <p:nvPr>
            <p:ph type="title" hasCustomPrompt="1"/>
          </p:nvPr>
        </p:nvSpPr>
        <p:spPr bwMode="auto">
          <a:xfrm>
            <a:off x="335360" y="4271875"/>
            <a:ext cx="11520000" cy="960000"/>
          </a:xfrm>
        </p:spPr>
        <p:txBody>
          <a:bodyPr lIns="91440" tIns="0" rIns="0" bIns="0" anchor="b">
            <a:noAutofit/>
          </a:bodyPr>
          <a:lstStyle>
            <a:lvl1pPr>
              <a:defRPr lang="en-US" sz="48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+mn-ea"/>
              </a:defRPr>
            </a:lvl1pPr>
          </a:lstStyle>
          <a:p>
            <a:pPr marL="0" lvl="0">
              <a:defRPr/>
            </a:pPr>
            <a:r>
              <a:rPr lang="en-US"/>
              <a:t>Thank you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0"/>
          </p:nvPr>
        </p:nvSpPr>
        <p:spPr bwMode="auto">
          <a:xfrm>
            <a:off x="335362" y="6432000"/>
            <a:ext cx="7722031" cy="365125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pic>
        <p:nvPicPr>
          <p:cNvPr id="9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9643534" y="384388"/>
            <a:ext cx="2214033" cy="49868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88" y="153139"/>
            <a:ext cx="7141159" cy="400051"/>
          </a:xfrm>
        </p:spPr>
        <p:txBody>
          <a:bodyPr/>
          <a:lstStyle>
            <a:lvl1pPr>
              <a:defRPr sz="2600">
                <a:solidFill>
                  <a:srgbClr val="0F84CE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 sz="18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0" algn="l" defTabSz="914400">
              <a:spcBef>
                <a:spcPts val="170"/>
              </a:spcBef>
              <a:defRPr/>
            </a:pPr>
            <a:fld id="{81D60167-4931-47E6-BA6A-407CBD079E47}" type="slidenum">
              <a:rPr lang="en-US" altLang="zh-CN" sz="1100" smtClean="0">
                <a:solidFill>
                  <a:prstClr val="white">
                    <a:lumMod val="50000"/>
                  </a:prstClr>
                </a:solidFill>
                <a:latin typeface="微软雅黑" panose="020B0503020204020204" charset="-122"/>
                <a:ea typeface="宋体" panose="02010600030101010101" pitchFamily="2" charset="-122"/>
              </a:rPr>
            </a:fld>
            <a:endParaRPr lang="en-US" altLang="zh-CN" sz="1100" dirty="0">
              <a:solidFill>
                <a:prstClr val="white">
                  <a:lumMod val="50000"/>
                </a:prstClr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369" y="274639"/>
            <a:ext cx="10080000" cy="6144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619521" y="274639"/>
            <a:ext cx="1222875" cy="378919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2"/>
          </p:nvPr>
        </p:nvSpPr>
        <p:spPr>
          <a:xfrm>
            <a:off x="431799" y="1123200"/>
            <a:ext cx="11332800" cy="4425600"/>
          </a:xfrm>
        </p:spPr>
        <p:txBody>
          <a:bodyPr/>
          <a:lstStyle>
            <a:lvl1pPr marL="0" indent="0">
              <a:lnSpc>
                <a:spcPct val="130000"/>
              </a:lnSpc>
              <a:buFontTx/>
              <a:buNone/>
              <a:defRPr/>
            </a:lvl1pPr>
            <a:lvl2pPr marL="609600" indent="0">
              <a:lnSpc>
                <a:spcPct val="130000"/>
              </a:lnSpc>
              <a:buFontTx/>
              <a:buNone/>
              <a:defRPr/>
            </a:lvl2pPr>
            <a:lvl3pPr marL="1219200" indent="0">
              <a:lnSpc>
                <a:spcPct val="130000"/>
              </a:lnSpc>
              <a:buFontTx/>
              <a:buNone/>
              <a:defRPr/>
            </a:lvl3pPr>
            <a:lvl4pPr marL="1828800" indent="0">
              <a:lnSpc>
                <a:spcPct val="130000"/>
              </a:lnSpc>
              <a:buFontTx/>
              <a:buNone/>
              <a:defRPr/>
            </a:lvl4pPr>
            <a:lvl5pPr marL="2438400" indent="0">
              <a:lnSpc>
                <a:spcPct val="130000"/>
              </a:lnSpc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1" name="页脚占位符 3"/>
          <p:cNvSpPr txBox="1"/>
          <p:nvPr userDrawn="1"/>
        </p:nvSpPr>
        <p:spPr>
          <a:xfrm>
            <a:off x="431371" y="6405331"/>
            <a:ext cx="2942465" cy="36512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65" dirty="0">
                <a:solidFill>
                  <a:srgbClr val="B8B5B3"/>
                </a:solidFill>
                <a:latin typeface="微软雅黑" panose="020B0503020204020204" charset="-122"/>
                <a:ea typeface="微软雅黑" panose="020B0503020204020204" charset="-122"/>
              </a:rPr>
              <a:t>亚信科技（中国）有限公司保留所有权利</a:t>
            </a:r>
            <a:endParaRPr lang="zh-CN" altLang="en-US" sz="1065" dirty="0">
              <a:solidFill>
                <a:srgbClr val="B8B5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页脚占位符 3"/>
          <p:cNvSpPr txBox="1"/>
          <p:nvPr userDrawn="1"/>
        </p:nvSpPr>
        <p:spPr>
          <a:xfrm>
            <a:off x="8822141" y="6405331"/>
            <a:ext cx="2942465" cy="36512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C913308-F349-4B6D-A68A-DD1791B4A57B}" type="slidenum">
              <a:rPr lang="zh-CN" altLang="en-US" sz="1065" smtClean="0">
                <a:solidFill>
                  <a:srgbClr val="B8B5B3"/>
                </a:solidFill>
              </a:rPr>
            </a:fld>
            <a:endParaRPr lang="zh-CN" altLang="en-US" sz="1065" dirty="0">
              <a:solidFill>
                <a:srgbClr val="B8B5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77091" y="56187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9591" y="648269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210" y="-304528"/>
            <a:ext cx="2203309" cy="138905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68" y="5949933"/>
            <a:ext cx="1171760" cy="808704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277092" y="1334739"/>
            <a:ext cx="11000509" cy="457099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0B3-5087-4C8A-ACB5-D44879B554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A71E-1024-4AF2-921E-02001C663E2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188"/>
          <p:cNvSpPr>
            <a:spLocks noGrp="1"/>
          </p:cNvSpPr>
          <p:nvPr>
            <p:ph type="body" sz="quarter" idx="13" hasCustomPrompt="1"/>
          </p:nvPr>
        </p:nvSpPr>
        <p:spPr>
          <a:xfrm>
            <a:off x="335168" y="215983"/>
            <a:ext cx="9406879" cy="4308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单击添加标题文本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6"/>
          <p:cNvCxnSpPr/>
          <p:nvPr userDrawn="1"/>
        </p:nvCxnSpPr>
        <p:spPr>
          <a:xfrm>
            <a:off x="347269" y="783969"/>
            <a:ext cx="672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9185" y="836712"/>
            <a:ext cx="11713633" cy="792088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buClr>
                <a:schemeClr val="tx2">
                  <a:lumMod val="75000"/>
                </a:schemeClr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2"/>
          </p:nvPr>
        </p:nvSpPr>
        <p:spPr>
          <a:xfrm>
            <a:off x="239349" y="2060849"/>
            <a:ext cx="5760640" cy="3382963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6" name="图表占位符 15"/>
          <p:cNvSpPr>
            <a:spLocks noGrp="1"/>
          </p:cNvSpPr>
          <p:nvPr>
            <p:ph type="chart" sz="quarter" idx="13"/>
          </p:nvPr>
        </p:nvSpPr>
        <p:spPr>
          <a:xfrm>
            <a:off x="6191085" y="2060849"/>
            <a:ext cx="5761567" cy="3382963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/>
          </p:nvPr>
        </p:nvSpPr>
        <p:spPr>
          <a:xfrm>
            <a:off x="239184" y="5516564"/>
            <a:ext cx="5760805" cy="1081087"/>
          </a:xfrm>
        </p:spPr>
        <p:txBody>
          <a:bodyPr>
            <a:noAutofit/>
          </a:bodyPr>
          <a:lstStyle>
            <a:lvl1pPr marL="182880" indent="-182880">
              <a:buFont typeface="Wingdings" panose="05000000000000000000" pitchFamily="2" charset="2"/>
              <a:buChar char="p"/>
              <a:defRPr sz="1400" b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文本占位符 20"/>
          <p:cNvSpPr>
            <a:spLocks noGrp="1"/>
          </p:cNvSpPr>
          <p:nvPr>
            <p:ph type="body" sz="quarter" idx="15"/>
          </p:nvPr>
        </p:nvSpPr>
        <p:spPr>
          <a:xfrm>
            <a:off x="6192012" y="5516564"/>
            <a:ext cx="5760805" cy="1081087"/>
          </a:xfrm>
        </p:spPr>
        <p:txBody>
          <a:bodyPr>
            <a:noAutofit/>
          </a:bodyPr>
          <a:lstStyle>
            <a:lvl1pPr marL="182880" indent="-182880">
              <a:buFont typeface="Wingdings" panose="05000000000000000000" pitchFamily="2" charset="2"/>
              <a:buChar char="p"/>
              <a:defRPr sz="1400" b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239184" y="1734049"/>
            <a:ext cx="5760805" cy="360362"/>
          </a:xfr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图表标题</a:t>
            </a:r>
            <a:endParaRPr lang="zh-CN" altLang="en-US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17" hasCustomPrompt="1"/>
          </p:nvPr>
        </p:nvSpPr>
        <p:spPr>
          <a:xfrm>
            <a:off x="6191579" y="1734049"/>
            <a:ext cx="5760805" cy="360362"/>
          </a:xfr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10" name="Title Placeholder 1"/>
          <p:cNvSpPr txBox="1"/>
          <p:nvPr userDrawn="1"/>
        </p:nvSpPr>
        <p:spPr>
          <a:xfrm>
            <a:off x="164592" y="152776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2075" indent="0"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9185" y="836712"/>
            <a:ext cx="11713633" cy="864096"/>
          </a:xfrm>
        </p:spPr>
        <p:txBody>
          <a:bodyPr>
            <a:noAutofit/>
          </a:bodyPr>
          <a:lstStyle>
            <a:lvl1pPr>
              <a:buClr>
                <a:schemeClr val="tx2">
                  <a:lumMod val="75000"/>
                </a:schemeClr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2"/>
          </p:nvPr>
        </p:nvSpPr>
        <p:spPr>
          <a:xfrm>
            <a:off x="239349" y="2060848"/>
            <a:ext cx="11713468" cy="39604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/>
          </p:nvPr>
        </p:nvSpPr>
        <p:spPr>
          <a:xfrm>
            <a:off x="239184" y="6021288"/>
            <a:ext cx="11713633" cy="576362"/>
          </a:xfrm>
        </p:spPr>
        <p:txBody>
          <a:bodyPr>
            <a:noAutofit/>
          </a:bodyPr>
          <a:lstStyle>
            <a:lvl1pPr marL="182880" indent="-182880">
              <a:buFont typeface="Wingdings" panose="05000000000000000000" pitchFamily="2" charset="2"/>
              <a:buChar char="p"/>
              <a:defRPr sz="1400" b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239184" y="1734049"/>
            <a:ext cx="11713633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9185" y="836712"/>
            <a:ext cx="11713633" cy="864096"/>
          </a:xfrm>
        </p:spPr>
        <p:txBody>
          <a:bodyPr>
            <a:noAutofit/>
          </a:bodyPr>
          <a:lstStyle>
            <a:lvl1pPr>
              <a:buClr>
                <a:schemeClr val="tx2">
                  <a:lumMod val="75000"/>
                </a:schemeClr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2"/>
          </p:nvPr>
        </p:nvSpPr>
        <p:spPr>
          <a:xfrm>
            <a:off x="239349" y="2086976"/>
            <a:ext cx="5760640" cy="2160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6" name="图表占位符 15"/>
          <p:cNvSpPr>
            <a:spLocks noGrp="1"/>
          </p:cNvSpPr>
          <p:nvPr>
            <p:ph type="chart" sz="quarter" idx="13"/>
          </p:nvPr>
        </p:nvSpPr>
        <p:spPr>
          <a:xfrm>
            <a:off x="6191085" y="2086976"/>
            <a:ext cx="5761567" cy="2160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/>
          </p:nvPr>
        </p:nvSpPr>
        <p:spPr>
          <a:xfrm>
            <a:off x="239184" y="4293096"/>
            <a:ext cx="5760805" cy="2375992"/>
          </a:xfrm>
        </p:spPr>
        <p:txBody>
          <a:bodyPr>
            <a:noAutofit/>
          </a:bodyPr>
          <a:lstStyle>
            <a:lvl1pPr marL="182880" indent="-182880">
              <a:buFont typeface="Wingdings" panose="05000000000000000000" pitchFamily="2" charset="2"/>
              <a:buChar char="p"/>
              <a:defRPr sz="1400" b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239184" y="1734049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17" hasCustomPrompt="1"/>
          </p:nvPr>
        </p:nvSpPr>
        <p:spPr>
          <a:xfrm>
            <a:off x="6191579" y="1734049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11" name="图表占位符 15"/>
          <p:cNvSpPr>
            <a:spLocks noGrp="1"/>
          </p:cNvSpPr>
          <p:nvPr>
            <p:ph type="chart" sz="quarter" idx="18"/>
          </p:nvPr>
        </p:nvSpPr>
        <p:spPr>
          <a:xfrm>
            <a:off x="6191085" y="4581129"/>
            <a:ext cx="5761567" cy="20879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6191579" y="4260277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9185" y="836712"/>
            <a:ext cx="11713633" cy="864096"/>
          </a:xfrm>
        </p:spPr>
        <p:txBody>
          <a:bodyPr/>
          <a:lstStyle>
            <a:lvl1pPr>
              <a:buClr>
                <a:schemeClr val="tx2">
                  <a:lumMod val="75000"/>
                </a:schemeClr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2"/>
          </p:nvPr>
        </p:nvSpPr>
        <p:spPr>
          <a:xfrm>
            <a:off x="239349" y="2086976"/>
            <a:ext cx="5760640" cy="2160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6" name="图表占位符 15"/>
          <p:cNvSpPr>
            <a:spLocks noGrp="1"/>
          </p:cNvSpPr>
          <p:nvPr>
            <p:ph type="chart" sz="quarter" idx="13"/>
          </p:nvPr>
        </p:nvSpPr>
        <p:spPr>
          <a:xfrm>
            <a:off x="6191085" y="2086976"/>
            <a:ext cx="5761567" cy="2160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239184" y="1734049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17" hasCustomPrompt="1"/>
          </p:nvPr>
        </p:nvSpPr>
        <p:spPr>
          <a:xfrm>
            <a:off x="6191579" y="1734049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11" name="图表占位符 15"/>
          <p:cNvSpPr>
            <a:spLocks noGrp="1"/>
          </p:cNvSpPr>
          <p:nvPr>
            <p:ph type="chart" sz="quarter" idx="18"/>
          </p:nvPr>
        </p:nvSpPr>
        <p:spPr>
          <a:xfrm>
            <a:off x="6191085" y="4581129"/>
            <a:ext cx="5761567" cy="20879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6191579" y="4260277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13" name="图表占位符 15"/>
          <p:cNvSpPr>
            <a:spLocks noGrp="1"/>
          </p:cNvSpPr>
          <p:nvPr>
            <p:ph type="chart" sz="quarter" idx="20"/>
          </p:nvPr>
        </p:nvSpPr>
        <p:spPr>
          <a:xfrm>
            <a:off x="238423" y="4581400"/>
            <a:ext cx="5761567" cy="20879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1" hasCustomPrompt="1"/>
          </p:nvPr>
        </p:nvSpPr>
        <p:spPr>
          <a:xfrm>
            <a:off x="238917" y="4260548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39349" y="111521"/>
            <a:ext cx="10972800" cy="468032"/>
          </a:xfrm>
        </p:spPr>
        <p:txBody>
          <a:bodyPr>
            <a:noAutofit/>
          </a:bodyPr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idx="1"/>
          </p:nvPr>
        </p:nvSpPr>
        <p:spPr>
          <a:xfrm>
            <a:off x="431371" y="908720"/>
            <a:ext cx="11425269" cy="5472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4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589215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517107" y="4886325"/>
            <a:ext cx="5157787" cy="4667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单击此处编辑日期</a:t>
            </a:r>
            <a:endParaRPr lang="zh-CN" altLang="en-US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062716" y="63913"/>
            <a:ext cx="3129284" cy="1067978"/>
            <a:chOff x="322377" y="128913"/>
            <a:chExt cx="3227035" cy="1067978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4" b="22264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7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00CBEF6-3882-425D-B4AF-2B803F59B811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6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fld id="{56CB458E-DC57-4476-B263-8E75D7D12C14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1BC6956-B01E-4E71-A733-F9F46A450F78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D172EF4B-8FAD-4B11-83DB-304FDFC4C06C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908720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n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n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n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n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n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模板-01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 descr="ppt模板-02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7"/>
          <p:cNvSpPr txBox="1">
            <a:spLocks noChangeArrowheads="1"/>
          </p:cNvSpPr>
          <p:nvPr userDrawn="1"/>
        </p:nvSpPr>
        <p:spPr bwMode="auto">
          <a:xfrm>
            <a:off x="11089218" y="6608764"/>
            <a:ext cx="110278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5FCE6EF-AB34-47CE-BB78-84740626246B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8614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4" y="836613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模板-03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guoliang_liu\桌面\中国移动通信logo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676467" y="90488"/>
            <a:ext cx="1468967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1" descr="ppt模板-02.jp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349" y="197768"/>
            <a:ext cx="9505056" cy="4949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68052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50000"/>
              </a:lnSpc>
              <a:defRPr sz="2000"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50000"/>
              </a:lnSpc>
              <a:defRPr sz="1700"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512611" y="12228"/>
            <a:ext cx="10442600" cy="752476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9456373" y="548681"/>
            <a:ext cx="240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内部信息</a:t>
            </a:r>
            <a:endParaRPr lang="zh-CN" altLang="en-US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09600" y="264604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3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3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 descr="ppt模板-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69351E56-C189-4347-A9E6-16AF83942FE3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3" descr="ppt模板-0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343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7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B87DDC1D-3A53-4DB7-8DE4-5B1740DC62CC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5360" y="116633"/>
            <a:ext cx="11232224" cy="5052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6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fld id="{CE3F9473-F417-49EE-AE86-581D0285C066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D7E76BD-9BFE-4E75-B078-D74FD41C8FDF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CCFBC50A-E278-4E46-B2A2-5128B6307E6C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9456373" y="548681"/>
            <a:ext cx="240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内部信息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09600" y="264604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908720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9169797" y="6237313"/>
            <a:ext cx="302220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</a:rPr>
              <a:t>【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汇报结束</a:t>
            </a:r>
            <a:r>
              <a:rPr lang="en-US" altLang="zh-CN" sz="2400" b="1" dirty="0">
                <a:solidFill>
                  <a:prstClr val="black"/>
                </a:solidFill>
              </a:rPr>
              <a:t>】</a:t>
            </a:r>
            <a:endParaRPr lang="zh-CN" altLang="en-US" sz="24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088555" y="6608386"/>
            <a:ext cx="110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</a:rPr>
            </a:fld>
            <a:endParaRPr lang="zh-CN" altLang="en-US" sz="1200" b="1" dirty="0">
              <a:solidFill>
                <a:srgbClr val="9BBB59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8614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4" y="836613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 rotWithShape="1">
          <a:blip r:embed="rId2" cstate="print"/>
          <a:srcRect l="1" t="571" r="1" b="90654"/>
          <a:stretch>
            <a:fillRect/>
          </a:stretch>
        </p:blipFill>
        <p:spPr>
          <a:xfrm>
            <a:off x="-39083" y="-113793"/>
            <a:ext cx="12231083" cy="81135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23" y="6608391"/>
            <a:ext cx="527381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08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8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3251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8" y="836620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 sz="216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2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44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44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664620" y="6608386"/>
            <a:ext cx="5273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9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9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44896" y="1"/>
            <a:ext cx="10515600" cy="764704"/>
          </a:xfrm>
          <a:prstGeom prst="rect">
            <a:avLst/>
          </a:prstGeom>
        </p:spPr>
        <p:txBody>
          <a:bodyPr anchor="ctr"/>
          <a:lstStyle>
            <a:lvl1pPr algn="l">
              <a:defRPr sz="15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guoliang_liu\桌面\中国移动通信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6467" y="90488"/>
            <a:ext cx="1468967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2" descr="ppt模板-02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7"/>
          <p:cNvSpPr txBox="1"/>
          <p:nvPr/>
        </p:nvSpPr>
        <p:spPr>
          <a:xfrm>
            <a:off x="11664952" y="6608763"/>
            <a:ext cx="527049" cy="2308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buFont typeface="Arial" panose="020B0604020202020204" pitchFamily="34" charset="0"/>
              <a:buNone/>
            </a:pPr>
            <a:fld id="{F47FB372-4899-4476-B5A9-7ABFA26F9E2A}" type="slidenum">
              <a:rPr lang="zh-CN" altLang="en-US" sz="900" b="1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9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349" y="197768"/>
            <a:ext cx="5280587" cy="4949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2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68052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50000"/>
              </a:lnSpc>
              <a:defRPr sz="2000"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50000"/>
              </a:lnSpc>
              <a:defRPr sz="1700"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59106C6-A141-44C9-BC8E-DF441A9DC9D0}" type="slidenum">
              <a:rPr lang="en-US" altLang="en-US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908720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9169797" y="6237313"/>
            <a:ext cx="302220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【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汇报结束</a:t>
            </a:r>
            <a:r>
              <a:rPr lang="en-US" altLang="zh-CN" sz="2400" b="1" dirty="0"/>
              <a:t>】</a:t>
            </a:r>
            <a:endParaRPr lang="zh-CN" altLang="en-US" sz="2400" b="1" dirty="0"/>
          </a:p>
        </p:txBody>
      </p:sp>
    </p:spTree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9456373" y="548681"/>
            <a:ext cx="240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内部信息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09600" y="264604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908720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n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n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n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n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n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fld id="{4B29A42D-52E8-44D5-AD31-B191D3BB3F2F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9F409-7094-41FD-870C-92483869ECE2}" type="datetimeFigureOut">
              <a:rPr lang="en-US"/>
            </a:fld>
            <a:endParaRPr 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E0DBA-C8D6-49FD-937D-67760248D4A6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664620" y="6608388"/>
            <a:ext cx="5273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9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9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0" y="607578"/>
            <a:ext cx="10972800" cy="66118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endParaRPr lang="zh-CN" altLang="en-US" sz="1800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.封面_单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7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pic>
        <p:nvPicPr>
          <p:cNvPr id="5" name="图形 4" hidden="1"/>
          <p:cNvPicPr>
            <a:picLocks noChangeAspect="1"/>
          </p:cNvPicPr>
          <p:nvPr userDrawn="1"/>
        </p:nvPicPr>
        <p:blipFill>
          <a:blip r:embed="rId2" cstate="email">
            <a:lum bright="1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6001" y="448511"/>
            <a:ext cx="3128868" cy="672000"/>
          </a:xfrm>
          <a:prstGeom prst="rect">
            <a:avLst/>
          </a:prstGeom>
          <a:effectLst/>
        </p:spPr>
      </p:pic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335360" y="3984000"/>
            <a:ext cx="11520000" cy="960000"/>
          </a:xfrm>
          <a:noFill/>
        </p:spPr>
        <p:txBody>
          <a:bodyPr vert="horz" lIns="90000" tIns="108000" rIns="0" bIns="0" rtlCol="0" anchor="ctr" anchorCtr="0">
            <a:normAutofit/>
          </a:bodyPr>
          <a:lstStyle>
            <a:lvl1pPr>
              <a:defRPr lang="zh-CN" altLang="en-US" dirty="0">
                <a:solidFill>
                  <a:schemeClr val="bg1">
                    <a:lumMod val="75000"/>
                    <a:lumOff val="25000"/>
                  </a:schemeClr>
                </a:solidFill>
                <a:effectLst/>
                <a:latin typeface="+mj-lt"/>
              </a:defRPr>
            </a:lvl1pPr>
          </a:lstStyle>
          <a:p>
            <a:pPr marL="0" lvl="0"/>
            <a:r>
              <a:rPr lang="zh-CN" altLang="en-US" dirty="0"/>
              <a:t>单击此处编辑主标题</a:t>
            </a:r>
            <a:endParaRPr lang="zh-CN" altLang="en-US" dirty="0"/>
          </a:p>
        </p:txBody>
      </p:sp>
      <p:pic>
        <p:nvPicPr>
          <p:cNvPr id="7" name="LogoBlue" hidden="1"/>
          <p:cNvPicPr>
            <a:picLocks noChangeAspect="1"/>
          </p:cNvPicPr>
          <p:nvPr userDrawn="1"/>
        </p:nvPicPr>
        <p:blipFill>
          <a:blip r:embed="rId2" cstate="email">
            <a:lum bright="1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9961" y="384000"/>
            <a:ext cx="2234907" cy="480000"/>
          </a:xfrm>
          <a:prstGeom prst="rect">
            <a:avLst/>
          </a:prstGeom>
          <a:effectLst/>
        </p:spPr>
      </p:pic>
      <p:sp>
        <p:nvSpPr>
          <p:cNvPr id="12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703884"/>
            <a:ext cx="1633109" cy="384000"/>
          </a:xfrm>
          <a:prstGeom prst="rect">
            <a:avLst/>
          </a:prstGeom>
          <a:noFill/>
        </p:spPr>
        <p:txBody>
          <a:bodyPr lIns="108000" tIns="3600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>
                    <a:lumMod val="75000"/>
                    <a:lumOff val="25000"/>
                  </a:schemeClr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YYYY-MM-DD</a:t>
            </a:r>
            <a:endParaRPr lang="en-US" altLang="zh-CN" dirty="0"/>
          </a:p>
        </p:txBody>
      </p:sp>
      <p:sp>
        <p:nvSpPr>
          <p:cNvPr id="14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271884"/>
            <a:ext cx="1632181" cy="384000"/>
          </a:xfrm>
          <a:noFill/>
        </p:spPr>
        <p:txBody>
          <a:bodyPr vert="horz" lIns="108000" tIns="3600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effectLst/>
                <a:latin typeface="+mn-lt"/>
              </a:defRPr>
            </a:lvl1pPr>
          </a:lstStyle>
          <a:p>
            <a:pPr lvl="0"/>
            <a:r>
              <a:rPr lang="zh-CN" altLang="en-US" dirty="0"/>
              <a:t>作者：</a:t>
            </a:r>
            <a:endParaRPr lang="en-US" altLang="zh-CN" dirty="0"/>
          </a:p>
        </p:txBody>
      </p:sp>
      <p:cxnSp>
        <p:nvCxnSpPr>
          <p:cNvPr id="17" name="Straight Connector 6"/>
          <p:cNvCxnSpPr/>
          <p:nvPr userDrawn="1"/>
        </p:nvCxnSpPr>
        <p:spPr>
          <a:xfrm>
            <a:off x="480000" y="5136000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7275235"/>
            <a:ext cx="11520000" cy="576000"/>
          </a:xfrm>
          <a:prstGeom prst="rect">
            <a:avLst/>
          </a:prstGeom>
        </p:spPr>
        <p:txBody>
          <a:bodyPr lIns="108000" tIns="0" rIns="0" bIns="0" anchor="t">
            <a:normAutofit/>
          </a:bodyPr>
          <a:lstStyle>
            <a:lvl1pPr marL="0" marR="0" indent="0" algn="l" defTabSz="6851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rgbClr val="ECECEC"/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85165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97592" y="980680"/>
            <a:ext cx="12192000" cy="6858004"/>
            <a:chOff x="0" y="15742"/>
            <a:chExt cx="9144000" cy="5143503"/>
          </a:xfrm>
        </p:grpSpPr>
        <p:pic>
          <p:nvPicPr>
            <p:cNvPr id="79" name="图片 78" descr="图片包含 游戏机&#10;&#10;描述已自动生成" hidden="1"/>
            <p:cNvPicPr>
              <a:picLocks noChangeAspect="1"/>
            </p:cNvPicPr>
            <p:nvPr userDrawn="1"/>
          </p:nvPicPr>
          <p:blipFill rotWithShape="1">
            <a:blip r:embed="rId2" cstate="screen"/>
            <a:srcRect b="-18681"/>
            <a:stretch>
              <a:fillRect/>
            </a:stretch>
          </p:blipFill>
          <p:spPr>
            <a:xfrm>
              <a:off x="0" y="15742"/>
              <a:ext cx="9144000" cy="5127757"/>
            </a:xfrm>
            <a:prstGeom prst="rect">
              <a:avLst/>
            </a:prstGeom>
          </p:spPr>
        </p:pic>
        <p:pic>
          <p:nvPicPr>
            <p:cNvPr id="81" name="图片 80" descr="图片包含 游戏机&#10;&#10;描述已自动生成"/>
            <p:cNvPicPr>
              <a:picLocks noChangeAspect="1"/>
            </p:cNvPicPr>
            <p:nvPr userDrawn="1"/>
          </p:nvPicPr>
          <p:blipFill rotWithShape="1">
            <a:blip r:embed="rId3" cstate="screen"/>
            <a:srcRect b="-20543"/>
            <a:stretch>
              <a:fillRect/>
            </a:stretch>
          </p:blipFill>
          <p:spPr>
            <a:xfrm>
              <a:off x="0" y="15745"/>
              <a:ext cx="9144000" cy="5143500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文本占位符 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25767" y="1488000"/>
            <a:ext cx="10945284" cy="480000"/>
          </a:xfrm>
          <a:prstGeom prst="rect">
            <a:avLst/>
          </a:prstGeom>
        </p:spPr>
        <p:txBody>
          <a:bodyPr vert="horz" lIns="54000" tIns="0" rIns="0" bIns="0" rtlCol="0" anchor="t" anchorCtr="0">
            <a:noAutofit/>
          </a:bodyPr>
          <a:lstStyle>
            <a:lvl1pPr marL="0" indent="0">
              <a:buNone/>
              <a:defRPr lang="zh-CN" altLang="en-US" b="0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36195" lvl="0">
              <a:spcBef>
                <a:spcPct val="0"/>
              </a:spcBef>
            </a:pPr>
            <a:r>
              <a:rPr kumimoji="1" lang="zh-CN" altLang="en-US" dirty="0"/>
              <a:t>点击此处标记篇章副标题</a:t>
            </a:r>
            <a:endParaRPr kumimoji="1" lang="zh-CN" altLang="en-US" dirty="0"/>
          </a:p>
        </p:txBody>
      </p:sp>
      <p:sp>
        <p:nvSpPr>
          <p:cNvPr id="13" name="Title 2"/>
          <p:cNvSpPr>
            <a:spLocks noGrp="1"/>
          </p:cNvSpPr>
          <p:nvPr userDrawn="1">
            <p:ph type="ctrTitle" hasCustomPrompt="1"/>
          </p:nvPr>
        </p:nvSpPr>
        <p:spPr bwMode="auto">
          <a:xfrm>
            <a:off x="527051" y="548680"/>
            <a:ext cx="10944000" cy="864000"/>
          </a:xfrm>
        </p:spPr>
        <p:txBody>
          <a:bodyPr lIns="0" tIns="0" rIns="0" bIns="0" anchor="t" anchorCtr="0">
            <a:noAutofit/>
          </a:bodyPr>
          <a:lstStyle>
            <a:lvl1pPr marL="48260">
              <a:lnSpc>
                <a:spcPct val="100000"/>
              </a:lnSpc>
              <a:defRPr kumimoji="1" lang="en-US" altLang="en-US" sz="5335" b="0" i="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685165" rtl="0" eaLnBrk="1" latinLnBrk="0" hangingPunct="1">
              <a:lnSpc>
                <a:spcPct val="100000"/>
              </a:lnSpc>
              <a:spcBef>
                <a:spcPts val="750"/>
              </a:spcBef>
              <a:buClrTx/>
              <a:buSzPct val="60000"/>
              <a:buFontTx/>
              <a:buNone/>
            </a:pPr>
            <a:r>
              <a:rPr lang="zh-CN" altLang="en-US" dirty="0"/>
              <a:t>点击此处编辑篇章主标题</a:t>
            </a:r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email">
            <a:alphaModFix amt="8000"/>
          </a:blip>
          <a:stretch>
            <a:fillRect/>
          </a:stretch>
        </p:blipFill>
        <p:spPr>
          <a:xfrm>
            <a:off x="527381" y="3624489"/>
            <a:ext cx="8158624" cy="29728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6"/>
          <p:cNvCxnSpPr/>
          <p:nvPr userDrawn="1"/>
        </p:nvCxnSpPr>
        <p:spPr>
          <a:xfrm>
            <a:off x="480000" y="5349085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LogoBlue" hidden="1"/>
          <p:cNvPicPr>
            <a:picLocks noChangeAspect="1"/>
          </p:cNvPicPr>
          <p:nvPr userDrawn="1"/>
        </p:nvPicPr>
        <p:blipFill>
          <a:blip r:embed="rId2" cstate="email">
            <a:lum bright="1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9961" y="384000"/>
            <a:ext cx="2234907" cy="480000"/>
          </a:xfrm>
          <a:prstGeom prst="rect">
            <a:avLst/>
          </a:prstGeom>
          <a:effectLst/>
        </p:spPr>
      </p:pic>
      <p:cxnSp>
        <p:nvCxnSpPr>
          <p:cNvPr id="11" name="Straight Connector 6"/>
          <p:cNvCxnSpPr/>
          <p:nvPr userDrawn="1"/>
        </p:nvCxnSpPr>
        <p:spPr>
          <a:xfrm>
            <a:off x="480000" y="5349213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335360" y="5685084"/>
            <a:ext cx="11520000" cy="384000"/>
          </a:xfrm>
          <a:prstGeom prst="rect">
            <a:avLst/>
          </a:prstGeom>
        </p:spPr>
        <p:txBody>
          <a:bodyPr vert="horz" lIns="108000" tIns="0" rIns="0" bIns="0" rtlCol="0" anchor="t">
            <a:normAutofit/>
          </a:bodyPr>
          <a:lstStyle>
            <a:lvl1pPr lvl="0" indent="0" defTabSz="685165">
              <a:lnSpc>
                <a:spcPct val="100000"/>
              </a:lnSpc>
              <a:spcBef>
                <a:spcPts val="750"/>
              </a:spcBef>
              <a:buClrTx/>
              <a:buSzPct val="60000"/>
              <a:buFont typeface="Wingdings" panose="05000000000000000000" pitchFamily="2" charset="2"/>
              <a:buNone/>
              <a:defRPr lang="zh-CN" altLang="en-US" sz="1400" dirty="0">
                <a:solidFill>
                  <a:schemeClr val="tx2"/>
                </a:solidFill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cs typeface="Arial" panose="020B0604020202020204" pitchFamily="34" charset="0"/>
              </a:defRPr>
            </a:lvl1pPr>
            <a:lvl2pPr marL="179705" indent="0" defTabSz="685165">
              <a:lnSpc>
                <a:spcPct val="100000"/>
              </a:lnSpc>
              <a:spcBef>
                <a:spcPts val="375"/>
              </a:spcBef>
              <a:buClrTx/>
              <a:buSzPct val="60000"/>
              <a:buFont typeface="Wingdings" panose="05000000000000000000" pitchFamily="2" charset="2"/>
              <a:buNone/>
              <a:defRPr lang="zh-CN" altLang="en-US" dirty="0">
                <a:solidFill>
                  <a:schemeClr val="tx2"/>
                </a:solidFill>
                <a:latin typeface="+mn-ea"/>
                <a:cs typeface="Arial" panose="020B0604020202020204" pitchFamily="34" charset="0"/>
              </a:defRPr>
            </a:lvl2pPr>
            <a:lvl3pPr marL="360045" indent="0" defTabSz="685165">
              <a:lnSpc>
                <a:spcPct val="100000"/>
              </a:lnSpc>
              <a:spcBef>
                <a:spcPts val="375"/>
              </a:spcBef>
              <a:buClrTx/>
              <a:buSzPct val="60000"/>
              <a:buFont typeface="Wingdings" panose="05000000000000000000" pitchFamily="2" charset="2"/>
              <a:buNone/>
              <a:defRPr lang="zh-CN" altLang="en-US" sz="1600" dirty="0">
                <a:solidFill>
                  <a:schemeClr val="tx2"/>
                </a:solidFill>
                <a:latin typeface="+mn-ea"/>
                <a:cs typeface="Arial" panose="020B0604020202020204" pitchFamily="34" charset="0"/>
              </a:defRPr>
            </a:lvl3pPr>
            <a:lvl4pPr marL="561340" indent="0" defTabSz="685165">
              <a:lnSpc>
                <a:spcPct val="100000"/>
              </a:lnSpc>
              <a:spcBef>
                <a:spcPts val="375"/>
              </a:spcBef>
              <a:buClrTx/>
              <a:buSzPct val="60000"/>
              <a:buFont typeface="Wingdings" panose="05000000000000000000" pitchFamily="2" charset="2"/>
              <a:buNone/>
              <a:defRPr lang="zh-CN" altLang="en-US" sz="1400" dirty="0">
                <a:solidFill>
                  <a:schemeClr val="tx2"/>
                </a:solidFill>
                <a:latin typeface="+mn-ea"/>
                <a:cs typeface="Arial" panose="020B0604020202020204" pitchFamily="34" charset="0"/>
              </a:defRPr>
            </a:lvl4pPr>
            <a:lvl5pPr marL="720090" marR="0" indent="0" defTabSz="685165" fontAlgn="auto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lang="en-US" altLang="zh-CN" sz="1200" dirty="0" smtClean="0">
                <a:solidFill>
                  <a:schemeClr val="tx2"/>
                </a:solidFill>
                <a:latin typeface="+mn-ea"/>
                <a:cs typeface="Arial" panose="020B0604020202020204" pitchFamily="34" charset="0"/>
              </a:defRPr>
            </a:lvl5pPr>
            <a:lvl6pPr marL="856615" indent="0" defTabSz="685165">
              <a:lnSpc>
                <a:spcPct val="90000"/>
              </a:lnSpc>
              <a:spcBef>
                <a:spcPts val="375"/>
              </a:spcBef>
              <a:buSzPct val="60000"/>
              <a:buFont typeface="Wingdings" panose="05000000000000000000" pitchFamily="2" charset="2"/>
              <a:buNone/>
              <a:defRPr sz="1100"/>
            </a:lvl6pPr>
            <a:lvl7pPr marL="972185" indent="0" defTabSz="685165">
              <a:lnSpc>
                <a:spcPct val="90000"/>
              </a:lnSpc>
              <a:spcBef>
                <a:spcPts val="375"/>
              </a:spcBef>
              <a:buSzPct val="60000"/>
              <a:buFont typeface="Wingdings" panose="05000000000000000000" pitchFamily="2" charset="2"/>
              <a:buNone/>
              <a:defRPr sz="1000"/>
            </a:lvl7pPr>
            <a:lvl8pPr marL="2571750" indent="-171450" defTabSz="685165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165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/>
            <a:r>
              <a:rPr lang="zh-CN" altLang="en-US" sz="1400" dirty="0">
                <a:solidFill>
                  <a:schemeClr val="tx1"/>
                </a:solidFill>
                <a:effectLst/>
              </a:rPr>
              <a:t>依托数智化全栈能力，创新客户价值，助推数字中国。</a:t>
            </a:r>
            <a:endParaRPr lang="zh-CN" altLang="en-US" sz="1400" dirty="0">
              <a:solidFill>
                <a:schemeClr val="tx1"/>
              </a:solidFill>
              <a:effectLst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416480" y="4485117"/>
            <a:ext cx="1440160" cy="1440160"/>
          </a:xfrm>
          <a:prstGeom prst="rect">
            <a:avLst/>
          </a:prstGeom>
        </p:spPr>
      </p:pic>
      <p:sp>
        <p:nvSpPr>
          <p:cNvPr id="18" name="标题 8"/>
          <p:cNvSpPr>
            <a:spLocks noGrp="1"/>
          </p:cNvSpPr>
          <p:nvPr>
            <p:ph type="title" hasCustomPrompt="1"/>
          </p:nvPr>
        </p:nvSpPr>
        <p:spPr>
          <a:xfrm>
            <a:off x="335360" y="4271875"/>
            <a:ext cx="11520000" cy="960000"/>
          </a:xfrm>
        </p:spPr>
        <p:txBody>
          <a:bodyPr lIns="91440" tIns="0" rIns="0" bIns="0" anchor="b">
            <a:noAutofit/>
          </a:bodyPr>
          <a:lstStyle>
            <a:lvl1pPr>
              <a:defRPr lang="en-US" altLang="zh-CN" sz="48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marL="0" lvl="0"/>
            <a:r>
              <a:rPr lang="en-US" altLang="zh-CN" dirty="0"/>
              <a:t>Thank you</a:t>
            </a:r>
            <a:endParaRPr lang="en-US" altLang="zh-CN" dirty="0"/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0"/>
          </p:nvPr>
        </p:nvSpPr>
        <p:spPr>
          <a:xfrm>
            <a:off x="335360" y="6432000"/>
            <a:ext cx="7722031" cy="365125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045" y="377188"/>
            <a:ext cx="2158363" cy="4860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4"/>
          <p:cNvSpPr txBox="1"/>
          <p:nvPr userDrawn="1"/>
        </p:nvSpPr>
        <p:spPr bwMode="auto">
          <a:xfrm>
            <a:off x="575536" y="1186420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ts val="9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900"/>
              </a:spcBef>
              <a:buFontTx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0" spc="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Roboto" pitchFamily="2" charset="0"/>
              </a:rPr>
              <a:t>目录</a:t>
            </a:r>
            <a:endParaRPr lang="en-US" sz="3200" b="0" spc="600" dirty="0">
              <a:latin typeface="微软雅黑" panose="020B0503020204020204" charset="-122"/>
              <a:ea typeface="微软雅黑" panose="020B0503020204020204" charset="-122"/>
              <a:cs typeface="+mn-ea"/>
              <a:sym typeface="Roboto" pitchFamily="2" charset="0"/>
            </a:endParaRPr>
          </a:p>
        </p:txBody>
      </p:sp>
      <p:cxnSp>
        <p:nvCxnSpPr>
          <p:cNvPr id="21" name="Straight Connector 6"/>
          <p:cNvCxnSpPr/>
          <p:nvPr userDrawn="1"/>
        </p:nvCxnSpPr>
        <p:spPr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页脚占位符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zh-CN" dirty="0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2880000" y="1508753"/>
            <a:ext cx="8640000" cy="4287739"/>
            <a:chOff x="2160000" y="1203598"/>
            <a:chExt cx="6480000" cy="3215804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 userDrawn="1"/>
          </p:nvCxnSpPr>
          <p:spPr>
            <a:xfrm>
              <a:off x="2160000" y="16629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 userDrawn="1"/>
          </p:nvCxnSpPr>
          <p:spPr>
            <a:xfrm>
              <a:off x="2160000" y="21223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 userDrawn="1"/>
          </p:nvCxnSpPr>
          <p:spPr>
            <a:xfrm>
              <a:off x="2160000" y="25817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>
              <a:off x="2160000" y="30411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 userDrawn="1"/>
          </p:nvCxnSpPr>
          <p:spPr>
            <a:xfrm>
              <a:off x="2160000" y="3500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 userDrawn="1"/>
          </p:nvCxnSpPr>
          <p:spPr>
            <a:xfrm>
              <a:off x="2160000" y="396000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5"/>
            <a:ext cx="8640233" cy="4836492"/>
          </a:xfrm>
        </p:spPr>
        <p:txBody>
          <a:bodyPr/>
          <a:lstStyle>
            <a:lvl1pPr marL="0" indent="-239395"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zh-CN" altLang="en-US" dirty="0"/>
          </a:p>
        </p:txBody>
      </p:sp>
      <p:sp>
        <p:nvSpPr>
          <p:cNvPr id="1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8行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16" name="Subtitle 4"/>
          <p:cNvSpPr txBox="1"/>
          <p:nvPr userDrawn="1"/>
        </p:nvSpPr>
        <p:spPr bwMode="auto">
          <a:xfrm>
            <a:off x="575536" y="1186420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ts val="9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900"/>
              </a:spcBef>
              <a:buFontTx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0" spc="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Roboto" pitchFamily="2" charset="0"/>
              </a:rPr>
              <a:t>目录</a:t>
            </a:r>
            <a:endParaRPr lang="en-US" sz="3200" b="0" spc="600" dirty="0">
              <a:latin typeface="微软雅黑" panose="020B0503020204020204" charset="-122"/>
              <a:ea typeface="微软雅黑" panose="020B0503020204020204" charset="-122"/>
              <a:cs typeface="+mn-ea"/>
              <a:sym typeface="Roboto" pitchFamily="2" charset="0"/>
            </a:endParaRPr>
          </a:p>
        </p:txBody>
      </p:sp>
      <p:cxnSp>
        <p:nvCxnSpPr>
          <p:cNvPr id="17" name="Straight Connector 6"/>
          <p:cNvCxnSpPr/>
          <p:nvPr userDrawn="1"/>
        </p:nvCxnSpPr>
        <p:spPr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5"/>
            <a:ext cx="8640233" cy="4836492"/>
          </a:xfrm>
        </p:spPr>
        <p:txBody>
          <a:bodyPr/>
          <a:lstStyle>
            <a:lvl1pPr marL="0" indent="-239395"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目录_2栏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 userDrawn="1">
            <p:ph type="ftr" sz="quarter" idx="10"/>
          </p:nvPr>
        </p:nvSpPr>
        <p:spPr>
          <a:xfrm>
            <a:off x="335360" y="6432000"/>
            <a:ext cx="7722031" cy="365125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2880000" y="1316765"/>
            <a:ext cx="4224000" cy="4900275"/>
            <a:chOff x="2160000" y="1203598"/>
            <a:chExt cx="6480000" cy="3675206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 userDrawn="1"/>
          </p:nvCxnSpPr>
          <p:spPr>
            <a:xfrm>
              <a:off x="2160000" y="16629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 userDrawn="1"/>
          </p:nvCxnSpPr>
          <p:spPr>
            <a:xfrm>
              <a:off x="2160000" y="21223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 userDrawn="1"/>
          </p:nvCxnSpPr>
          <p:spPr>
            <a:xfrm>
              <a:off x="2160000" y="25817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 userDrawn="1"/>
          </p:nvCxnSpPr>
          <p:spPr>
            <a:xfrm>
              <a:off x="2160000" y="30411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 userDrawn="1"/>
          </p:nvCxnSpPr>
          <p:spPr>
            <a:xfrm>
              <a:off x="2160000" y="3500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 userDrawn="1"/>
          </p:nvCxnSpPr>
          <p:spPr>
            <a:xfrm>
              <a:off x="2160000" y="396000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>
              <a:off x="2160000" y="487880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>
            <a:off x="7536393" y="1316765"/>
            <a:ext cx="4224000" cy="4900275"/>
            <a:chOff x="5652295" y="987574"/>
            <a:chExt cx="3168000" cy="3675206"/>
          </a:xfrm>
        </p:grpSpPr>
        <p:cxnSp>
          <p:nvCxnSpPr>
            <p:cNvPr id="67" name="直接连接符 66"/>
            <p:cNvCxnSpPr/>
            <p:nvPr/>
          </p:nvCxnSpPr>
          <p:spPr>
            <a:xfrm>
              <a:off x="5652295" y="987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 userDrawn="1"/>
          </p:nvCxnSpPr>
          <p:spPr>
            <a:xfrm>
              <a:off x="5652295" y="14469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 userDrawn="1"/>
          </p:nvCxnSpPr>
          <p:spPr>
            <a:xfrm>
              <a:off x="5652295" y="19063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 userDrawn="1"/>
          </p:nvCxnSpPr>
          <p:spPr>
            <a:xfrm>
              <a:off x="5652295" y="23657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 userDrawn="1"/>
          </p:nvCxnSpPr>
          <p:spPr>
            <a:xfrm>
              <a:off x="5652295" y="28251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 userDrawn="1"/>
          </p:nvCxnSpPr>
          <p:spPr>
            <a:xfrm>
              <a:off x="5652295" y="3284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 userDrawn="1"/>
          </p:nvCxnSpPr>
          <p:spPr>
            <a:xfrm>
              <a:off x="5652295" y="3743976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 userDrawn="1"/>
          </p:nvCxnSpPr>
          <p:spPr>
            <a:xfrm>
              <a:off x="5652295" y="4203378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 userDrawn="1"/>
          </p:nvCxnSpPr>
          <p:spPr>
            <a:xfrm>
              <a:off x="5652295" y="466278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5" y="768043"/>
            <a:ext cx="8879609" cy="5472000"/>
          </a:xfrm>
        </p:spPr>
        <p:txBody>
          <a:bodyPr numCol="2" spcCol="504000"/>
          <a:lstStyle>
            <a:lvl1pPr marL="0" indent="-239395"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29" name="Subtitle 4"/>
          <p:cNvSpPr txBox="1"/>
          <p:nvPr userDrawn="1"/>
        </p:nvSpPr>
        <p:spPr bwMode="auto">
          <a:xfrm>
            <a:off x="575536" y="1186420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ts val="9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900"/>
              </a:spcBef>
              <a:buFontTx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0" spc="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Roboto" pitchFamily="2" charset="0"/>
              </a:rPr>
              <a:t>目录</a:t>
            </a:r>
            <a:endParaRPr lang="en-US" sz="3200" b="0" spc="600" dirty="0">
              <a:latin typeface="微软雅黑" panose="020B0503020204020204" charset="-122"/>
              <a:ea typeface="微软雅黑" panose="020B0503020204020204" charset="-122"/>
              <a:cs typeface="+mn-ea"/>
              <a:sym typeface="Roboto" pitchFamily="2" charset="0"/>
            </a:endParaRPr>
          </a:p>
        </p:txBody>
      </p:sp>
      <p:cxnSp>
        <p:nvCxnSpPr>
          <p:cNvPr id="30" name="Straight Connector 6"/>
          <p:cNvCxnSpPr/>
          <p:nvPr userDrawn="1"/>
        </p:nvCxnSpPr>
        <p:spPr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2栏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5" y="768043"/>
            <a:ext cx="8879609" cy="5472000"/>
          </a:xfrm>
        </p:spPr>
        <p:txBody>
          <a:bodyPr numCol="2" spcCol="504000"/>
          <a:lstStyle>
            <a:lvl1pPr marL="0" indent="-239395"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29" name="Subtitle 4"/>
          <p:cNvSpPr txBox="1"/>
          <p:nvPr userDrawn="1"/>
        </p:nvSpPr>
        <p:spPr bwMode="auto">
          <a:xfrm>
            <a:off x="575536" y="1186420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ts val="9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900"/>
              </a:spcBef>
              <a:buFontTx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0" spc="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Roboto" pitchFamily="2" charset="0"/>
              </a:rPr>
              <a:t>目录</a:t>
            </a:r>
            <a:endParaRPr lang="en-US" sz="3200" b="0" spc="600" dirty="0">
              <a:latin typeface="微软雅黑" panose="020B0503020204020204" charset="-122"/>
              <a:ea typeface="微软雅黑" panose="020B0503020204020204" charset="-122"/>
              <a:cs typeface="+mn-ea"/>
              <a:sym typeface="Roboto" pitchFamily="2" charset="0"/>
            </a:endParaRPr>
          </a:p>
        </p:txBody>
      </p:sp>
      <p:cxnSp>
        <p:nvCxnSpPr>
          <p:cNvPr id="30" name="Straight Connector 6"/>
          <p:cNvCxnSpPr/>
          <p:nvPr userDrawn="1"/>
        </p:nvCxnSpPr>
        <p:spPr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_浅色（Light）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4"/>
          <p:cNvSpPr txBox="1"/>
          <p:nvPr userDrawn="1"/>
        </p:nvSpPr>
        <p:spPr bwMode="auto">
          <a:xfrm>
            <a:off x="575536" y="1186420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ts val="9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900"/>
              </a:spcBef>
              <a:buFontTx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0" spc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Roboto" pitchFamily="2" charset="0"/>
              </a:rPr>
              <a:t>目录</a:t>
            </a:r>
            <a:endParaRPr lang="en-US" sz="3200" b="0" spc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Roboto" pitchFamily="2" charset="0"/>
            </a:endParaRPr>
          </a:p>
        </p:txBody>
      </p:sp>
      <p:cxnSp>
        <p:nvCxnSpPr>
          <p:cNvPr id="21" name="Straight Connector 6"/>
          <p:cNvCxnSpPr/>
          <p:nvPr userDrawn="1"/>
        </p:nvCxnSpPr>
        <p:spPr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2880000" y="1508753"/>
            <a:ext cx="8640000" cy="4287739"/>
            <a:chOff x="2160000" y="1203598"/>
            <a:chExt cx="6480000" cy="3215804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 userDrawn="1"/>
          </p:nvCxnSpPr>
          <p:spPr>
            <a:xfrm>
              <a:off x="2160000" y="16629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 userDrawn="1"/>
          </p:nvCxnSpPr>
          <p:spPr>
            <a:xfrm>
              <a:off x="2160000" y="21223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 userDrawn="1"/>
          </p:nvCxnSpPr>
          <p:spPr>
            <a:xfrm>
              <a:off x="2160000" y="25817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>
              <a:off x="2160000" y="30411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 userDrawn="1"/>
          </p:nvCxnSpPr>
          <p:spPr>
            <a:xfrm>
              <a:off x="2160000" y="3500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 userDrawn="1"/>
          </p:nvCxnSpPr>
          <p:spPr>
            <a:xfrm>
              <a:off x="2160000" y="396000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5"/>
            <a:ext cx="8640233" cy="4836492"/>
          </a:xfrm>
        </p:spPr>
        <p:txBody>
          <a:bodyPr/>
          <a:lstStyle>
            <a:lvl1pPr marL="0" indent="-239395"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zh-CN" altLang="en-US" dirty="0"/>
          </a:p>
        </p:txBody>
      </p:sp>
      <p:sp>
        <p:nvSpPr>
          <p:cNvPr id="19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22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无衬线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4"/>
          <p:cNvSpPr txBox="1"/>
          <p:nvPr userDrawn="1"/>
        </p:nvSpPr>
        <p:spPr bwMode="auto">
          <a:xfrm>
            <a:off x="575536" y="1186420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ts val="9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900"/>
              </a:spcBef>
              <a:buFontTx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0" spc="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Roboto" pitchFamily="2" charset="0"/>
              </a:rPr>
              <a:t>目录</a:t>
            </a:r>
            <a:endParaRPr lang="en-US" sz="3200" b="0" spc="600" dirty="0">
              <a:latin typeface="微软雅黑" panose="020B0503020204020204" charset="-122"/>
              <a:ea typeface="微软雅黑" panose="020B0503020204020204" charset="-122"/>
              <a:cs typeface="+mn-ea"/>
              <a:sym typeface="Roboto" pitchFamily="2" charset="0"/>
            </a:endParaRPr>
          </a:p>
        </p:txBody>
      </p:sp>
      <p:cxnSp>
        <p:nvCxnSpPr>
          <p:cNvPr id="17" name="Straight Connector 6"/>
          <p:cNvCxnSpPr/>
          <p:nvPr userDrawn="1"/>
        </p:nvCxnSpPr>
        <p:spPr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5"/>
            <a:ext cx="8640233" cy="4836492"/>
          </a:xfrm>
        </p:spPr>
        <p:txBody>
          <a:bodyPr/>
          <a:lstStyle>
            <a:lvl1pPr marL="0" indent="-239395"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zh-CN" altLang="en-US" dirty="0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_目录_2栏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 userDrawn="1"/>
        </p:nvGrpSpPr>
        <p:grpSpPr>
          <a:xfrm>
            <a:off x="2880000" y="1316765"/>
            <a:ext cx="4224000" cy="4900275"/>
            <a:chOff x="2160000" y="1203598"/>
            <a:chExt cx="6480000" cy="3675206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 userDrawn="1"/>
          </p:nvCxnSpPr>
          <p:spPr>
            <a:xfrm>
              <a:off x="2160000" y="16629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 userDrawn="1"/>
          </p:nvCxnSpPr>
          <p:spPr>
            <a:xfrm>
              <a:off x="2160000" y="21223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 userDrawn="1"/>
          </p:nvCxnSpPr>
          <p:spPr>
            <a:xfrm>
              <a:off x="2160000" y="25817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 userDrawn="1"/>
          </p:nvCxnSpPr>
          <p:spPr>
            <a:xfrm>
              <a:off x="2160000" y="30411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 userDrawn="1"/>
          </p:nvCxnSpPr>
          <p:spPr>
            <a:xfrm>
              <a:off x="2160000" y="3500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 userDrawn="1"/>
          </p:nvCxnSpPr>
          <p:spPr>
            <a:xfrm>
              <a:off x="2160000" y="396000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>
              <a:off x="2160000" y="487880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>
            <a:off x="7536393" y="1316765"/>
            <a:ext cx="4224000" cy="4900275"/>
            <a:chOff x="5652295" y="987574"/>
            <a:chExt cx="3168000" cy="3675206"/>
          </a:xfrm>
        </p:grpSpPr>
        <p:cxnSp>
          <p:nvCxnSpPr>
            <p:cNvPr id="27" name="直接连接符 26"/>
            <p:cNvCxnSpPr/>
            <p:nvPr userDrawn="1"/>
          </p:nvCxnSpPr>
          <p:spPr>
            <a:xfrm>
              <a:off x="5652295" y="466278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5652295" y="987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 userDrawn="1"/>
          </p:nvCxnSpPr>
          <p:spPr>
            <a:xfrm>
              <a:off x="5652295" y="14469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 userDrawn="1"/>
          </p:nvCxnSpPr>
          <p:spPr>
            <a:xfrm>
              <a:off x="5652295" y="19063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 userDrawn="1"/>
          </p:nvCxnSpPr>
          <p:spPr>
            <a:xfrm>
              <a:off x="5652295" y="23657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 userDrawn="1"/>
          </p:nvCxnSpPr>
          <p:spPr>
            <a:xfrm>
              <a:off x="5652295" y="28251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 userDrawn="1"/>
          </p:nvCxnSpPr>
          <p:spPr>
            <a:xfrm>
              <a:off x="5652295" y="3284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 userDrawn="1"/>
          </p:nvCxnSpPr>
          <p:spPr>
            <a:xfrm>
              <a:off x="5652295" y="3743976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 userDrawn="1"/>
          </p:nvCxnSpPr>
          <p:spPr>
            <a:xfrm>
              <a:off x="5652295" y="4203378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Subtitle 4"/>
          <p:cNvSpPr txBox="1"/>
          <p:nvPr userDrawn="1"/>
        </p:nvSpPr>
        <p:spPr bwMode="auto">
          <a:xfrm>
            <a:off x="575536" y="1186420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ts val="9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900"/>
              </a:spcBef>
              <a:buFontTx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0" spc="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Roboto" pitchFamily="2" charset="0"/>
              </a:rPr>
              <a:t>目录</a:t>
            </a:r>
            <a:endParaRPr lang="en-US" sz="3200" b="0" spc="600" dirty="0">
              <a:latin typeface="微软雅黑" panose="020B0503020204020204" charset="-122"/>
              <a:ea typeface="微软雅黑" panose="020B0503020204020204" charset="-122"/>
              <a:cs typeface="+mn-ea"/>
              <a:sym typeface="Roboto" pitchFamily="2" charset="0"/>
            </a:endParaRPr>
          </a:p>
        </p:txBody>
      </p:sp>
      <p:cxnSp>
        <p:nvCxnSpPr>
          <p:cNvPr id="30" name="Straight Connector 6"/>
          <p:cNvCxnSpPr/>
          <p:nvPr userDrawn="1"/>
        </p:nvCxnSpPr>
        <p:spPr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5" y="768043"/>
            <a:ext cx="8879609" cy="5472000"/>
          </a:xfrm>
        </p:spPr>
        <p:txBody>
          <a:bodyPr numCol="2" spcCol="504000"/>
          <a:lstStyle>
            <a:lvl1pPr marL="0" indent="-239395"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0"/>
            <a:r>
              <a:rPr lang="zh-CN" altLang="en-US" dirty="0"/>
              <a:t>一级主目录</a:t>
            </a:r>
            <a:endParaRPr lang="zh-CN" altLang="en-US" dirty="0"/>
          </a:p>
          <a:p>
            <a:pPr lvl="1"/>
            <a:r>
              <a:rPr lang="zh-CN" altLang="en-US" dirty="0"/>
              <a:t>二级子目录</a:t>
            </a:r>
            <a:endParaRPr lang="zh-CN" altLang="en-US" dirty="0"/>
          </a:p>
          <a:p>
            <a:pPr lvl="2"/>
            <a:r>
              <a:rPr lang="zh-CN" altLang="en-US" dirty="0"/>
              <a:t>三级子目录</a:t>
            </a:r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28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3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2栏_无衬线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45" y="299215"/>
            <a:ext cx="3360000" cy="548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1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cxnSp>
        <p:nvCxnSpPr>
          <p:cNvPr id="12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2_空(Dark)">
    <p:bg>
      <p:bgPr>
        <a:gradFill flip="none" rotWithShape="1">
          <a:gsLst>
            <a:gs pos="0">
              <a:srgbClr val="303947"/>
            </a:gs>
            <a:gs pos="100000">
              <a:srgbClr val="0A1D3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cxnSp>
        <p:nvCxnSpPr>
          <p:cNvPr id="12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sp>
        <p:nvSpPr>
          <p:cNvPr id="16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3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5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4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5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5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2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6(Dark)">
    <p:bg>
      <p:bgPr>
        <a:gradFill flip="none" rotWithShape="1">
          <a:gsLst>
            <a:gs pos="0">
              <a:srgbClr val="303947"/>
            </a:gs>
            <a:gs pos="100000">
              <a:srgbClr val="0A1D3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2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7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8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9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3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0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3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1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1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5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2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5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1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1_空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cxnSp>
        <p:nvCxnSpPr>
          <p:cNvPr id="12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45" y="299215"/>
            <a:ext cx="3360000" cy="548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2_空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cxnSp>
        <p:nvCxnSpPr>
          <p:cNvPr id="12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sp>
        <p:nvSpPr>
          <p:cNvPr id="16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3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5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4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5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5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2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6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2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7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8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9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3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0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3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1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1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5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2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2" y="6169032"/>
            <a:ext cx="66167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4" y="6089651"/>
            <a:ext cx="436564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5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kumimoji="1" lang="zh-CN" altLang="en-US" dirty="0"/>
              <a:t>点击此处编辑副标题 </a:t>
            </a:r>
            <a:r>
              <a:rPr kumimoji="1" lang="en-US" altLang="zh-CN" dirty="0"/>
              <a:t> 16pt Regular</a:t>
            </a:r>
            <a:endParaRPr kumimoji="1" lang="zh-CN" altLang="en-US" dirty="0"/>
          </a:p>
        </p:txBody>
      </p:sp>
      <p:cxnSp>
        <p:nvCxnSpPr>
          <p:cNvPr id="20" name="Straight Connector 6"/>
          <p:cNvCxnSpPr/>
          <p:nvPr userDrawn="1"/>
        </p:nvCxnSpPr>
        <p:spPr>
          <a:xfrm>
            <a:off x="528000" y="1316765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.上下排版_空_001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239349" y="5349217"/>
            <a:ext cx="1171330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b="0" dirty="0"/>
              <a:t>此页为该 </a:t>
            </a:r>
            <a:r>
              <a:rPr lang="en-US" altLang="zh-CN" sz="2000" b="0" dirty="0"/>
              <a:t>PowerPoint </a:t>
            </a:r>
            <a:r>
              <a:rPr lang="zh-CN" altLang="en-US" sz="2000" b="0" dirty="0"/>
              <a:t>模板原始母板分界标识</a:t>
            </a:r>
            <a:endParaRPr lang="en-US" altLang="zh-CN" sz="2000" b="0" dirty="0"/>
          </a:p>
          <a:p>
            <a:pPr algn="l">
              <a:lnSpc>
                <a:spcPct val="150000"/>
              </a:lnSpc>
            </a:pPr>
            <a:r>
              <a:rPr lang="zh-CN" altLang="en-US" sz="1200" dirty="0"/>
              <a:t>如果您在母版视图此页后发现其他母版，均为非本规范内版式。</a:t>
            </a:r>
            <a:endParaRPr lang="zh-CN" altLang="en-US" sz="1200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491217" y="184404"/>
            <a:ext cx="1557527" cy="4831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k object 17"/>
          <p:cNvSpPr/>
          <p:nvPr/>
        </p:nvSpPr>
        <p:spPr>
          <a:xfrm>
            <a:off x="10329671" y="178307"/>
            <a:ext cx="0" cy="488951"/>
          </a:xfrm>
          <a:custGeom>
            <a:avLst/>
            <a:gdLst/>
            <a:ahLst/>
            <a:cxnLst/>
            <a:rect l="l" t="t" r="r" b="b"/>
            <a:pathLst>
              <a:path h="488950">
                <a:moveTo>
                  <a:pt x="0" y="0"/>
                </a:moveTo>
                <a:lnTo>
                  <a:pt x="0" y="48895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bk object 18"/>
          <p:cNvSpPr/>
          <p:nvPr/>
        </p:nvSpPr>
        <p:spPr>
          <a:xfrm>
            <a:off x="9195817" y="178307"/>
            <a:ext cx="979931" cy="483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26035">
              <a:spcBef>
                <a:spcPts val="135"/>
              </a:spcBef>
            </a:pPr>
            <a:fld id="{81D60167-4931-47E6-BA6A-407CBD079E47}" type="slidenum">
              <a:rPr lang="en-US" altLang="zh-CN" sz="790" spc="8" smtClean="0">
                <a:latin typeface="微软雅黑" panose="020B0503020204020204" charset="-122"/>
                <a:cs typeface="微软雅黑" panose="020B0503020204020204" charset="-122"/>
              </a:rPr>
            </a:fld>
            <a:endParaRPr lang="zh-CN" altLang="en-US" sz="79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.封面_双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lIns="91440" tIns="2232000" rIns="91440" bIns="45720" anchor="t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zh-CN" altLang="en-US" dirty="0"/>
              <a:t>点此小图标置入背景图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0"/>
          </p:nvPr>
        </p:nvSpPr>
        <p:spPr>
          <a:xfrm>
            <a:off x="336003" y="6432000"/>
            <a:ext cx="7722031" cy="365125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zh-CN" dirty="0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pic>
        <p:nvPicPr>
          <p:cNvPr id="5" name="图形 4" hidden="1"/>
          <p:cNvPicPr>
            <a:picLocks noChangeAspect="1"/>
          </p:cNvPicPr>
          <p:nvPr userDrawn="1"/>
        </p:nvPicPr>
        <p:blipFill>
          <a:blip r:embed="rId2" cstate="email">
            <a:lum bright="1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6003" y="448511"/>
            <a:ext cx="3128868" cy="672000"/>
          </a:xfrm>
          <a:prstGeom prst="rect">
            <a:avLst/>
          </a:prstGeom>
          <a:effectLst/>
        </p:spPr>
      </p:pic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335360" y="3408000"/>
            <a:ext cx="11520000" cy="960000"/>
          </a:xfrm>
          <a:noFill/>
        </p:spPr>
        <p:txBody>
          <a:bodyPr lIns="90000" tIns="108000" rIns="0" bIns="0" anchor="b" anchorCtr="0">
            <a:normAutofit/>
          </a:bodyPr>
          <a:lstStyle>
            <a:lvl1pPr>
              <a:defRPr sz="480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zh-CN" altLang="en-US" dirty="0"/>
              <a:t>单击此处编辑主标题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4464000"/>
            <a:ext cx="11520000" cy="576000"/>
          </a:xfrm>
          <a:prstGeom prst="rect">
            <a:avLst/>
          </a:prstGeom>
          <a:noFill/>
        </p:spPr>
        <p:txBody>
          <a:bodyPr lIns="108000" tIns="0" rIns="0" bIns="0" anchor="b" anchorCtr="0">
            <a:normAutofit/>
          </a:bodyPr>
          <a:lstStyle>
            <a:lvl1pPr marL="0" marR="0" indent="0" algn="l" defTabSz="6851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85165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11" name="Straight Connector 6"/>
          <p:cNvCxnSpPr/>
          <p:nvPr userDrawn="1"/>
        </p:nvCxnSpPr>
        <p:spPr>
          <a:xfrm>
            <a:off x="480000" y="5136000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703884"/>
            <a:ext cx="1632181" cy="384000"/>
          </a:xfrm>
          <a:prstGeom prst="rect">
            <a:avLst/>
          </a:prstGeom>
          <a:noFill/>
        </p:spPr>
        <p:txBody>
          <a:bodyPr lIns="108000" tIns="3600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YYYY-MM-DD</a:t>
            </a:r>
            <a:endParaRPr lang="en-US" altLang="zh-CN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271884"/>
            <a:ext cx="1632181" cy="384000"/>
          </a:xfrm>
          <a:noFill/>
        </p:spPr>
        <p:txBody>
          <a:bodyPr vert="horz" lIns="108000" tIns="3600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zh-CN" altLang="en-US" dirty="0"/>
              <a:t>作者：</a:t>
            </a:r>
            <a:endParaRPr lang="en-US" altLang="zh-CN" dirty="0"/>
          </a:p>
        </p:txBody>
      </p:sp>
      <p:pic>
        <p:nvPicPr>
          <p:cNvPr id="7" name="LogoBlue" hidden="1"/>
          <p:cNvPicPr>
            <a:picLocks noChangeAspect="1"/>
          </p:cNvPicPr>
          <p:nvPr userDrawn="1"/>
        </p:nvPicPr>
        <p:blipFill>
          <a:blip r:embed="rId2" cstate="email">
            <a:lum bright="1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9961" y="384000"/>
            <a:ext cx="2234907" cy="480000"/>
          </a:xfrm>
          <a:prstGeom prst="rect">
            <a:avLst/>
          </a:prstGeom>
          <a:effectLst/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43535" y="384388"/>
            <a:ext cx="2214033" cy="498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.封底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6"/>
          <p:cNvCxnSpPr/>
          <p:nvPr userDrawn="1"/>
        </p:nvCxnSpPr>
        <p:spPr>
          <a:xfrm>
            <a:off x="480000" y="5349085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LogoBlue" hidden="1"/>
          <p:cNvPicPr>
            <a:picLocks noChangeAspect="1"/>
          </p:cNvPicPr>
          <p:nvPr userDrawn="1"/>
        </p:nvPicPr>
        <p:blipFill>
          <a:blip r:embed="rId2" cstate="email">
            <a:lum bright="1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9961" y="384000"/>
            <a:ext cx="2234907" cy="480000"/>
          </a:xfrm>
          <a:prstGeom prst="rect">
            <a:avLst/>
          </a:prstGeom>
          <a:effectLst/>
        </p:spPr>
      </p:pic>
      <p:cxnSp>
        <p:nvCxnSpPr>
          <p:cNvPr id="11" name="Straight Connector 6"/>
          <p:cNvCxnSpPr/>
          <p:nvPr userDrawn="1"/>
        </p:nvCxnSpPr>
        <p:spPr>
          <a:xfrm>
            <a:off x="480000" y="5349213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416480" y="4485117"/>
            <a:ext cx="1440160" cy="1440160"/>
          </a:xfrm>
          <a:prstGeom prst="rect">
            <a:avLst/>
          </a:prstGeom>
        </p:spPr>
      </p:pic>
      <p:sp>
        <p:nvSpPr>
          <p:cNvPr id="18" name="标题 8"/>
          <p:cNvSpPr>
            <a:spLocks noGrp="1"/>
          </p:cNvSpPr>
          <p:nvPr>
            <p:ph type="title" hasCustomPrompt="1"/>
          </p:nvPr>
        </p:nvSpPr>
        <p:spPr>
          <a:xfrm>
            <a:off x="335360" y="4271875"/>
            <a:ext cx="11520000" cy="960000"/>
          </a:xfrm>
        </p:spPr>
        <p:txBody>
          <a:bodyPr lIns="91440" tIns="0" rIns="0" bIns="0" anchor="b">
            <a:noAutofit/>
          </a:bodyPr>
          <a:lstStyle>
            <a:lvl1pPr>
              <a:defRPr lang="en-US" altLang="zh-CN" sz="4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marL="0" lvl="0"/>
            <a:r>
              <a:rPr lang="en-US" altLang="zh-CN" dirty="0"/>
              <a:t>Thank you</a:t>
            </a:r>
            <a:endParaRPr lang="en-US" altLang="zh-CN" dirty="0"/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0"/>
          </p:nvPr>
        </p:nvSpPr>
        <p:spPr>
          <a:xfrm>
            <a:off x="335361" y="6432000"/>
            <a:ext cx="7722031" cy="365125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zh-CN" dirty="0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643535" y="384388"/>
            <a:ext cx="2214033" cy="49868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FBD37-7DE6-E148-97C8-7A7316735633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22229" y="6356351"/>
            <a:ext cx="2743200" cy="365125"/>
          </a:xfr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3428A43-A564-7A46-949C-D2F0583D6856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/>
          <p:cNvPicPr preferRelativeResize="0"/>
          <p:nvPr userDrawn="1"/>
        </p:nvPicPr>
        <p:blipFill>
          <a:blip r:embed="rId2"/>
          <a:stretch>
            <a:fillRect/>
          </a:stretch>
        </p:blipFill>
        <p:spPr>
          <a:xfrm>
            <a:off x="10752000" y="540969"/>
            <a:ext cx="1440000" cy="4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.封面_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lIns="91440" tIns="2232000" rIns="91440" bIns="45720" anchor="t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zh-CN" altLang="en-US" dirty="0"/>
              <a:t>点此小图标置入背景图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0"/>
          </p:nvPr>
        </p:nvSpPr>
        <p:spPr>
          <a:xfrm>
            <a:off x="336003" y="6432000"/>
            <a:ext cx="7722031" cy="365125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pic>
        <p:nvPicPr>
          <p:cNvPr id="5" name="图形 4" hidden="1"/>
          <p:cNvPicPr>
            <a:picLocks noChangeAspect="1"/>
          </p:cNvPicPr>
          <p:nvPr userDrawn="1"/>
        </p:nvPicPr>
        <p:blipFill>
          <a:blip r:embed="rId2" cstate="email">
            <a:lum bright="15000"/>
          </a:blip>
          <a:stretch>
            <a:fillRect/>
          </a:stretch>
        </p:blipFill>
        <p:spPr>
          <a:xfrm>
            <a:off x="8736003" y="448511"/>
            <a:ext cx="3128868" cy="672000"/>
          </a:xfrm>
          <a:prstGeom prst="rect">
            <a:avLst/>
          </a:prstGeom>
          <a:effectLst/>
        </p:spPr>
      </p:pic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335360" y="3408000"/>
            <a:ext cx="11520000" cy="960000"/>
          </a:xfrm>
          <a:noFill/>
        </p:spPr>
        <p:txBody>
          <a:bodyPr lIns="90000" tIns="108000" rIns="0" bIns="0" anchor="b" anchorCtr="0">
            <a:normAutofit/>
          </a:bodyPr>
          <a:lstStyle>
            <a:lvl1pPr>
              <a:defRPr sz="48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 dirty="0"/>
              <a:t>单击此处编辑主标题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4464000"/>
            <a:ext cx="11520000" cy="576000"/>
          </a:xfrm>
          <a:prstGeom prst="rect">
            <a:avLst/>
          </a:prstGeom>
          <a:noFill/>
        </p:spPr>
        <p:txBody>
          <a:bodyPr lIns="108000" tIns="0" rIns="0" bIns="0" anchor="b" anchorCtr="0">
            <a:normAutofit/>
          </a:bodyPr>
          <a:lstStyle>
            <a:lvl1pPr marL="0" marR="0" indent="0" algn="l" defTabSz="6851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85165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11" name="Straight Connector 6"/>
          <p:cNvCxnSpPr/>
          <p:nvPr userDrawn="1"/>
        </p:nvCxnSpPr>
        <p:spPr>
          <a:xfrm>
            <a:off x="480000" y="5136000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703884"/>
            <a:ext cx="1632181" cy="384000"/>
          </a:xfrm>
          <a:prstGeom prst="rect">
            <a:avLst/>
          </a:prstGeom>
          <a:noFill/>
        </p:spPr>
        <p:txBody>
          <a:bodyPr lIns="108000" tIns="3600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50800" dist="38100" dir="5400000" algn="ctr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YYYY-MM-DD</a:t>
            </a:r>
            <a:endParaRPr lang="en-US" altLang="zh-CN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271884"/>
            <a:ext cx="1632181" cy="384000"/>
          </a:xfrm>
          <a:noFill/>
        </p:spPr>
        <p:txBody>
          <a:bodyPr vert="horz" lIns="108000" tIns="3600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50800" dist="38100" dir="5400000" algn="ctr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dirty="0"/>
              <a:t>作者：</a:t>
            </a:r>
            <a:endParaRPr lang="en-US" altLang="zh-CN" dirty="0"/>
          </a:p>
        </p:txBody>
      </p:sp>
      <p:pic>
        <p:nvPicPr>
          <p:cNvPr id="7" name="LogoBlue" hidden="1"/>
          <p:cNvPicPr>
            <a:picLocks noChangeAspect="1"/>
          </p:cNvPicPr>
          <p:nvPr userDrawn="1"/>
        </p:nvPicPr>
        <p:blipFill>
          <a:blip r:embed="rId2" cstate="email">
            <a:lum bright="15000"/>
          </a:blip>
          <a:stretch>
            <a:fillRect/>
          </a:stretch>
        </p:blipFill>
        <p:spPr>
          <a:xfrm>
            <a:off x="9629961" y="384000"/>
            <a:ext cx="2234907" cy="480000"/>
          </a:xfrm>
          <a:prstGeom prst="rect">
            <a:avLst/>
          </a:prstGeom>
          <a:effectLst/>
        </p:spPr>
      </p:pic>
      <p:pic>
        <p:nvPicPr>
          <p:cNvPr id="63" name="LogoWhite" descr="图片包含 游戏机, 画, 盘子&#10;&#10;描述已自动生成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643813" y="384000"/>
            <a:ext cx="2212831" cy="4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.封面_双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7"/>
          <p:cNvSpPr>
            <a:spLocks noGrp="1"/>
          </p:cNvSpPr>
          <p:nvPr>
            <p:ph type="ftr" sz="quarter" idx="10"/>
          </p:nvPr>
        </p:nvSpPr>
        <p:spPr>
          <a:xfrm>
            <a:off x="336003" y="6432000"/>
            <a:ext cx="7722031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zh-CN" dirty="0">
                <a:solidFill>
                  <a:schemeClr val="bg1">
                    <a:lumMod val="75000"/>
                    <a:lumOff val="25000"/>
                  </a:schemeClr>
                </a:solidFill>
              </a:rPr>
              <a:t>文档中的全部内容属亚信科技所有，未经允许，不可全部或部分发表、复制、使用于任何目的</a:t>
            </a:r>
            <a:r>
              <a:rPr lang="zh-CN" altLang="zh-CN" dirty="0"/>
              <a:t>。</a:t>
            </a:r>
            <a:endParaRPr lang="zh-CN" altLang="zh-CN" dirty="0"/>
          </a:p>
        </p:txBody>
      </p:sp>
      <p:pic>
        <p:nvPicPr>
          <p:cNvPr id="5" name="图形 4" hidden="1"/>
          <p:cNvPicPr>
            <a:picLocks noChangeAspect="1"/>
          </p:cNvPicPr>
          <p:nvPr userDrawn="1"/>
        </p:nvPicPr>
        <p:blipFill>
          <a:blip r:embed="rId2" cstate="email">
            <a:lum bright="15000"/>
          </a:blip>
          <a:stretch>
            <a:fillRect/>
          </a:stretch>
        </p:blipFill>
        <p:spPr>
          <a:xfrm>
            <a:off x="8736003" y="448511"/>
            <a:ext cx="3128868" cy="672000"/>
          </a:xfrm>
          <a:prstGeom prst="rect">
            <a:avLst/>
          </a:prstGeom>
          <a:effectLst/>
        </p:spPr>
      </p:pic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335360" y="3408000"/>
            <a:ext cx="11520000" cy="960000"/>
          </a:xfrm>
          <a:noFill/>
        </p:spPr>
        <p:txBody>
          <a:bodyPr lIns="90000" tIns="108000" rIns="0" bIns="0" anchor="b" anchorCtr="0">
            <a:normAutofit/>
          </a:bodyPr>
          <a:lstStyle>
            <a:lvl1pPr>
              <a:defRPr sz="4800">
                <a:solidFill>
                  <a:schemeClr val="bg1">
                    <a:lumMod val="75000"/>
                    <a:lumOff val="2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dirty="0"/>
              <a:t>单击此处编辑主标题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4464000"/>
            <a:ext cx="11520000" cy="576000"/>
          </a:xfrm>
          <a:prstGeom prst="rect">
            <a:avLst/>
          </a:prstGeom>
          <a:noFill/>
        </p:spPr>
        <p:txBody>
          <a:bodyPr lIns="108000" tIns="0" rIns="0" bIns="0" anchor="ctr" anchorCtr="0">
            <a:normAutofit/>
          </a:bodyPr>
          <a:lstStyle>
            <a:lvl1pPr marL="0" marR="0" indent="0" algn="l" defTabSz="6851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chemeClr val="bg1">
                    <a:lumMod val="75000"/>
                    <a:lumOff val="25000"/>
                  </a:schemeClr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85165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11" name="Straight Connector 6"/>
          <p:cNvCxnSpPr/>
          <p:nvPr userDrawn="1"/>
        </p:nvCxnSpPr>
        <p:spPr>
          <a:xfrm>
            <a:off x="480000" y="5136000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703884"/>
            <a:ext cx="1920213" cy="384000"/>
          </a:xfrm>
          <a:prstGeom prst="rect">
            <a:avLst/>
          </a:prstGeom>
          <a:noFill/>
        </p:spPr>
        <p:txBody>
          <a:bodyPr lIns="108000" tIns="3600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>
                    <a:lumMod val="75000"/>
                    <a:lumOff val="25000"/>
                  </a:schemeClr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YYYY-MM-DD</a:t>
            </a:r>
            <a:endParaRPr lang="en-US" altLang="zh-CN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271884"/>
            <a:ext cx="1920213" cy="384000"/>
          </a:xfrm>
          <a:noFill/>
        </p:spPr>
        <p:txBody>
          <a:bodyPr vert="horz" lIns="108000" tIns="3600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effectLst/>
                <a:latin typeface="+mn-lt"/>
              </a:defRPr>
            </a:lvl1pPr>
          </a:lstStyle>
          <a:p>
            <a:pPr lvl="0"/>
            <a:r>
              <a:rPr lang="zh-CN" altLang="en-US" dirty="0"/>
              <a:t>作者：</a:t>
            </a:r>
            <a:endParaRPr lang="en-US" altLang="zh-CN" dirty="0"/>
          </a:p>
        </p:txBody>
      </p:sp>
      <p:pic>
        <p:nvPicPr>
          <p:cNvPr id="7" name="LogoBlue" hidden="1"/>
          <p:cNvPicPr>
            <a:picLocks noChangeAspect="1"/>
          </p:cNvPicPr>
          <p:nvPr userDrawn="1"/>
        </p:nvPicPr>
        <p:blipFill>
          <a:blip r:embed="rId2" cstate="email">
            <a:lum bright="15000"/>
          </a:blip>
          <a:stretch>
            <a:fillRect/>
          </a:stretch>
        </p:blipFill>
        <p:spPr>
          <a:xfrm>
            <a:off x="9629961" y="384000"/>
            <a:ext cx="2234907" cy="480000"/>
          </a:xfrm>
          <a:prstGeom prst="rect">
            <a:avLst/>
          </a:prstGeom>
          <a:effectLst/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43535" y="384388"/>
            <a:ext cx="2214033" cy="498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001_空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0" y="6432000"/>
            <a:ext cx="7722031" cy="365125"/>
          </a:xfrm>
        </p:spPr>
        <p:txBody>
          <a:bodyPr/>
          <a:lstStyle>
            <a:lvl1pPr>
              <a:defRPr sz="1065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cxnSp>
        <p:nvCxnSpPr>
          <p:cNvPr id="12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5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/>
            </a:fld>
            <a:endParaRPr 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7392203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lang="zh-CN" altLang="en-US" sz="3200" dirty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527051" y="1988839"/>
            <a:ext cx="11329589" cy="4137324"/>
          </a:xfrm>
        </p:spPr>
        <p:txBody>
          <a:bodyPr>
            <a:norm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465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4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335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335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>
            <p:ph idx="11"/>
          </p:nvPr>
        </p:nvSpPr>
        <p:spPr>
          <a:xfrm>
            <a:off x="527051" y="1152001"/>
            <a:ext cx="11329589" cy="64481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_A.封面_单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脚占位符 7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5" name="标题 8"/>
          <p:cNvSpPr>
            <a:spLocks noGrp="1"/>
          </p:cNvSpPr>
          <p:nvPr>
            <p:ph type="title" hasCustomPrompt="1"/>
          </p:nvPr>
        </p:nvSpPr>
        <p:spPr bwMode="auto">
          <a:xfrm>
            <a:off x="335360" y="3984000"/>
            <a:ext cx="11520000" cy="960000"/>
          </a:xfrm>
          <a:prstGeom prst="rect">
            <a:avLst/>
          </a:prstGeom>
          <a:noFill/>
        </p:spPr>
        <p:txBody>
          <a:bodyPr vert="horz" lIns="90000" tIns="108000" rIns="0" bIns="0" rtlCol="0" anchor="ctr" anchorCtr="0">
            <a:normAutofit/>
          </a:bodyPr>
          <a:lstStyle>
            <a:lvl1pPr>
              <a:defRPr lang="zh-CN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>
              <a:defRPr/>
            </a:pPr>
            <a:r>
              <a:rPr lang="zh-CN"/>
              <a:t>单击此处编辑主标题</a:t>
            </a:r>
            <a:endParaRPr lang="zh-CN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4432" y="5703884"/>
            <a:ext cx="1633109" cy="384000"/>
          </a:xfrm>
          <a:prstGeom prst="rect">
            <a:avLst/>
          </a:prstGeom>
          <a:noFill/>
        </p:spPr>
        <p:txBody>
          <a:bodyPr lIns="108000" tIns="3600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YYYY-MM-DD</a:t>
            </a:r>
            <a:endParaRPr lang="en-US"/>
          </a:p>
        </p:txBody>
      </p:sp>
      <p:sp>
        <p:nvSpPr>
          <p:cNvPr id="7" name="文本占位符 2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35360" y="5271884"/>
            <a:ext cx="1632181" cy="384000"/>
          </a:xfrm>
          <a:prstGeom prst="rect">
            <a:avLst/>
          </a:prstGeom>
          <a:noFill/>
        </p:spPr>
        <p:txBody>
          <a:bodyPr vert="horz" lIns="108000" tIns="3600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zh-CN" sz="16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>
              <a:defRPr/>
            </a:pPr>
            <a:r>
              <a:rPr lang="zh-CN"/>
              <a:t>作者：</a:t>
            </a:r>
            <a:endParaRPr lang="en-US"/>
          </a:p>
        </p:txBody>
      </p:sp>
      <p:cxnSp>
        <p:nvCxnSpPr>
          <p:cNvPr id="8" name="Straight Connector 6"/>
          <p:cNvCxnSpPr/>
          <p:nvPr userDrawn="1"/>
        </p:nvCxnSpPr>
        <p:spPr bwMode="auto">
          <a:xfrm>
            <a:off x="480000" y="5136000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643534" y="384387"/>
            <a:ext cx="2214033" cy="498687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432" y="7275235"/>
            <a:ext cx="11520000" cy="576000"/>
          </a:xfrm>
          <a:prstGeom prst="rect">
            <a:avLst/>
          </a:prstGeom>
        </p:spPr>
        <p:txBody>
          <a:bodyPr lIns="108000" tIns="0" rIns="0" bIns="0" anchor="t">
            <a:normAutofit/>
          </a:bodyPr>
          <a:lstStyle>
            <a:lvl1pPr marL="0" marR="0" indent="0" algn="l" defTabSz="91376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/>
              <a:buNone/>
              <a:defRPr sz="3200">
                <a:solidFill>
                  <a:srgbClr val="ECECEC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376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/>
              <a:buNone/>
              <a:defRPr/>
            </a:pPr>
            <a:r>
              <a:rPr lang="zh-CN"/>
              <a:t>单击此处编辑副标题</a:t>
            </a:r>
            <a:endParaRPr lang="zh-CN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B.目录8行_浅色（Light）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ubtitle 4"/>
          <p:cNvSpPr>
            <a:spLocks noAdjustHandles="1"/>
          </p:cNvSpPr>
          <p:nvPr userDrawn="1"/>
        </p:nvSpPr>
        <p:spPr bwMode="auto">
          <a:xfrm>
            <a:off x="575536" y="1186421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>
              <a:lnSpc>
                <a:spcPct val="80000"/>
              </a:lnSpc>
              <a:spcBef>
                <a:spcPts val="900"/>
              </a:spcBef>
              <a:buFontTx/>
              <a:buNone/>
              <a:defRPr sz="2000" b="1">
                <a:solidFill>
                  <a:schemeClr val="tx1"/>
                </a:solidFill>
                <a:latin typeface="+mj-lt"/>
                <a:cs typeface="+mn-cs"/>
              </a:defRPr>
            </a:lvl1pPr>
            <a:lvl2pPr marL="457200" indent="0" algn="ctr" defTabSz="457200">
              <a:lnSpc>
                <a:spcPct val="100000"/>
              </a:lnSpc>
              <a:spcBef>
                <a:spcPts val="900"/>
              </a:spcBef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2pPr>
            <a:lvl3pPr marL="9144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3pPr>
            <a:lvl4pPr marL="13716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4pPr>
            <a:lvl5pPr marL="18288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5pPr>
            <a:lvl6pPr marL="22860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6pPr>
            <a:lvl7pPr marL="27432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7pPr>
            <a:lvl8pPr marL="32004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8pPr>
            <a:lvl9pPr marL="36576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zh-CN" altLang="en-US" sz="4265" b="0" spc="8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目录</a:t>
            </a:r>
            <a:endParaRPr lang="en-US" sz="4265" b="0" spc="8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5" name="Straight Connector 6"/>
          <p:cNvCxnSpPr/>
          <p:nvPr userDrawn="1"/>
        </p:nvCxnSpPr>
        <p:spPr bwMode="auto"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11"/>
          <p:cNvGrpSpPr/>
          <p:nvPr userDrawn="1"/>
        </p:nvGrpSpPr>
        <p:grpSpPr bwMode="auto">
          <a:xfrm>
            <a:off x="2880000" y="1508753"/>
            <a:ext cx="8640000" cy="4287739"/>
            <a:chOff x="2160000" y="1203598"/>
            <a:chExt cx="6480000" cy="3215804"/>
          </a:xfrm>
        </p:grpSpPr>
        <p:cxnSp>
          <p:nvCxnSpPr>
            <p:cNvPr id="7" name="直接连接符 10"/>
            <p:cNvCxnSpPr/>
            <p:nvPr/>
          </p:nvCxnSpPr>
          <p:spPr bwMode="auto"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7"/>
            <p:cNvCxnSpPr/>
            <p:nvPr userDrawn="1"/>
          </p:nvCxnSpPr>
          <p:spPr bwMode="auto">
            <a:xfrm>
              <a:off x="2160000" y="16629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22"/>
            <p:cNvCxnSpPr/>
            <p:nvPr userDrawn="1"/>
          </p:nvCxnSpPr>
          <p:spPr bwMode="auto">
            <a:xfrm>
              <a:off x="2160000" y="21223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24"/>
            <p:cNvCxnSpPr/>
            <p:nvPr userDrawn="1"/>
          </p:nvCxnSpPr>
          <p:spPr bwMode="auto">
            <a:xfrm>
              <a:off x="2160000" y="25817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25"/>
            <p:cNvCxnSpPr/>
            <p:nvPr userDrawn="1"/>
          </p:nvCxnSpPr>
          <p:spPr bwMode="auto">
            <a:xfrm>
              <a:off x="2160000" y="30411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26"/>
            <p:cNvCxnSpPr/>
            <p:nvPr userDrawn="1"/>
          </p:nvCxnSpPr>
          <p:spPr bwMode="auto">
            <a:xfrm>
              <a:off x="2160000" y="3500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27"/>
            <p:cNvCxnSpPr/>
            <p:nvPr userDrawn="1"/>
          </p:nvCxnSpPr>
          <p:spPr bwMode="auto">
            <a:xfrm>
              <a:off x="2160000" y="396000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4"/>
            <p:cNvCxnSpPr/>
            <p:nvPr userDrawn="1"/>
          </p:nvCxnSpPr>
          <p:spPr bwMode="auto"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占位符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80788" y="960006"/>
            <a:ext cx="8640232" cy="4836492"/>
          </a:xfrm>
        </p:spPr>
        <p:txBody>
          <a:bodyPr/>
          <a:lstStyle>
            <a:lvl1pPr marL="0" indent="-239395">
              <a:buSzPct val="100000"/>
              <a:buFont typeface="Arial" panose="020B0604020202020204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zh-CN"/>
              <a:t>一级主目录</a:t>
            </a:r>
            <a:endParaRPr lang="zh-CN"/>
          </a:p>
          <a:p>
            <a:pPr lvl="1">
              <a:defRPr/>
            </a:pPr>
            <a:r>
              <a:rPr lang="zh-CN"/>
              <a:t>二级子目录</a:t>
            </a:r>
            <a:endParaRPr lang="zh-CN"/>
          </a:p>
          <a:p>
            <a:pPr lvl="2">
              <a:defRPr/>
            </a:pPr>
            <a:r>
              <a:rPr lang="zh-CN"/>
              <a:t>三级子目录</a:t>
            </a:r>
            <a:endParaRPr lang="zh-CN"/>
          </a:p>
        </p:txBody>
      </p:sp>
      <p:sp>
        <p:nvSpPr>
          <p:cNvPr id="16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17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B.目录_无衬线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ubtitle 4"/>
          <p:cNvSpPr>
            <a:spLocks noAdjustHandles="1"/>
          </p:cNvSpPr>
          <p:nvPr userDrawn="1"/>
        </p:nvSpPr>
        <p:spPr bwMode="auto">
          <a:xfrm>
            <a:off x="575536" y="1186421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>
              <a:lnSpc>
                <a:spcPct val="80000"/>
              </a:lnSpc>
              <a:spcBef>
                <a:spcPts val="900"/>
              </a:spcBef>
              <a:buFontTx/>
              <a:buNone/>
              <a:defRPr sz="2000" b="1">
                <a:solidFill>
                  <a:schemeClr val="tx1"/>
                </a:solidFill>
                <a:latin typeface="+mj-lt"/>
                <a:cs typeface="+mn-cs"/>
              </a:defRPr>
            </a:lvl1pPr>
            <a:lvl2pPr marL="457200" indent="0" algn="ctr" defTabSz="457200">
              <a:lnSpc>
                <a:spcPct val="100000"/>
              </a:lnSpc>
              <a:spcBef>
                <a:spcPts val="900"/>
              </a:spcBef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2pPr>
            <a:lvl3pPr marL="9144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3pPr>
            <a:lvl4pPr marL="13716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4pPr>
            <a:lvl5pPr marL="18288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5pPr>
            <a:lvl6pPr marL="22860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6pPr>
            <a:lvl7pPr marL="27432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7pPr>
            <a:lvl8pPr marL="32004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8pPr>
            <a:lvl9pPr marL="36576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zh-CN" altLang="en-US" sz="4265" b="0" spc="800">
                <a:latin typeface="微软雅黑" panose="020B0503020204020204" charset="-122"/>
                <a:ea typeface="微软雅黑" panose="020B0503020204020204" charset="-122"/>
                <a:cs typeface="+mn-ea"/>
              </a:rPr>
              <a:t>目录</a:t>
            </a:r>
            <a:endParaRPr lang="en-US" sz="4265" b="0" spc="8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5" name="Straight Connector 6"/>
          <p:cNvCxnSpPr/>
          <p:nvPr userDrawn="1"/>
        </p:nvCxnSpPr>
        <p:spPr bwMode="auto"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80788" y="960006"/>
            <a:ext cx="8640232" cy="4836492"/>
          </a:xfrm>
        </p:spPr>
        <p:txBody>
          <a:bodyPr/>
          <a:lstStyle>
            <a:lvl1pPr marL="0" indent="-239395">
              <a:buSzPct val="100000"/>
              <a:buFont typeface="Arial" panose="020B0604020202020204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zh-CN"/>
              <a:t>一级主目录</a:t>
            </a:r>
            <a:endParaRPr lang="zh-CN"/>
          </a:p>
          <a:p>
            <a:pPr lvl="1">
              <a:defRPr/>
            </a:pPr>
            <a:r>
              <a:rPr lang="zh-CN"/>
              <a:t>二级子目录</a:t>
            </a:r>
            <a:endParaRPr lang="zh-CN"/>
          </a:p>
          <a:p>
            <a:pPr lvl="2">
              <a:defRPr/>
            </a:pPr>
            <a:r>
              <a:rPr lang="zh-CN"/>
              <a:t>三级子目录</a:t>
            </a:r>
            <a:endParaRPr lang="zh-CN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B_目录_2栏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组合 55"/>
          <p:cNvGrpSpPr/>
          <p:nvPr userDrawn="1"/>
        </p:nvGrpSpPr>
        <p:grpSpPr bwMode="auto">
          <a:xfrm>
            <a:off x="2880000" y="1316765"/>
            <a:ext cx="4224000" cy="4900275"/>
            <a:chOff x="2160000" y="1203598"/>
            <a:chExt cx="6480000" cy="3675206"/>
          </a:xfrm>
        </p:grpSpPr>
        <p:cxnSp>
          <p:nvCxnSpPr>
            <p:cNvPr id="5" name="直接连接符 56"/>
            <p:cNvCxnSpPr/>
            <p:nvPr/>
          </p:nvCxnSpPr>
          <p:spPr bwMode="auto"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7"/>
            <p:cNvCxnSpPr/>
            <p:nvPr userDrawn="1"/>
          </p:nvCxnSpPr>
          <p:spPr bwMode="auto">
            <a:xfrm>
              <a:off x="2160000" y="16629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58"/>
            <p:cNvCxnSpPr/>
            <p:nvPr userDrawn="1"/>
          </p:nvCxnSpPr>
          <p:spPr bwMode="auto">
            <a:xfrm>
              <a:off x="2160000" y="21223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59"/>
            <p:cNvCxnSpPr/>
            <p:nvPr userDrawn="1"/>
          </p:nvCxnSpPr>
          <p:spPr bwMode="auto">
            <a:xfrm>
              <a:off x="2160000" y="25817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60"/>
            <p:cNvCxnSpPr/>
            <p:nvPr userDrawn="1"/>
          </p:nvCxnSpPr>
          <p:spPr bwMode="auto">
            <a:xfrm>
              <a:off x="2160000" y="30411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61"/>
            <p:cNvCxnSpPr/>
            <p:nvPr userDrawn="1"/>
          </p:nvCxnSpPr>
          <p:spPr bwMode="auto">
            <a:xfrm>
              <a:off x="2160000" y="3500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62"/>
            <p:cNvCxnSpPr/>
            <p:nvPr userDrawn="1"/>
          </p:nvCxnSpPr>
          <p:spPr bwMode="auto">
            <a:xfrm>
              <a:off x="2160000" y="396000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63"/>
            <p:cNvCxnSpPr/>
            <p:nvPr userDrawn="1"/>
          </p:nvCxnSpPr>
          <p:spPr bwMode="auto"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25"/>
            <p:cNvCxnSpPr/>
            <p:nvPr userDrawn="1"/>
          </p:nvCxnSpPr>
          <p:spPr bwMode="auto">
            <a:xfrm>
              <a:off x="2160000" y="487880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"/>
          <p:cNvGrpSpPr/>
          <p:nvPr userDrawn="1"/>
        </p:nvGrpSpPr>
        <p:grpSpPr bwMode="auto">
          <a:xfrm>
            <a:off x="7536393" y="1316765"/>
            <a:ext cx="4224000" cy="4900275"/>
            <a:chOff x="5652295" y="987574"/>
            <a:chExt cx="3168000" cy="3675206"/>
          </a:xfrm>
        </p:grpSpPr>
        <p:cxnSp>
          <p:nvCxnSpPr>
            <p:cNvPr id="15" name="直接连接符 26"/>
            <p:cNvCxnSpPr/>
            <p:nvPr userDrawn="1"/>
          </p:nvCxnSpPr>
          <p:spPr bwMode="auto">
            <a:xfrm>
              <a:off x="5652295" y="466278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66"/>
            <p:cNvCxnSpPr/>
            <p:nvPr/>
          </p:nvCxnSpPr>
          <p:spPr bwMode="auto">
            <a:xfrm>
              <a:off x="5652295" y="987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67"/>
            <p:cNvCxnSpPr/>
            <p:nvPr userDrawn="1"/>
          </p:nvCxnSpPr>
          <p:spPr bwMode="auto">
            <a:xfrm>
              <a:off x="5652295" y="14469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68"/>
            <p:cNvCxnSpPr/>
            <p:nvPr userDrawn="1"/>
          </p:nvCxnSpPr>
          <p:spPr bwMode="auto">
            <a:xfrm>
              <a:off x="5652295" y="19063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69"/>
            <p:cNvCxnSpPr/>
            <p:nvPr userDrawn="1"/>
          </p:nvCxnSpPr>
          <p:spPr bwMode="auto">
            <a:xfrm>
              <a:off x="5652295" y="23657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70"/>
            <p:cNvCxnSpPr/>
            <p:nvPr userDrawn="1"/>
          </p:nvCxnSpPr>
          <p:spPr bwMode="auto">
            <a:xfrm>
              <a:off x="5652295" y="28251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71"/>
            <p:cNvCxnSpPr/>
            <p:nvPr userDrawn="1"/>
          </p:nvCxnSpPr>
          <p:spPr bwMode="auto">
            <a:xfrm>
              <a:off x="5652295" y="3284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72"/>
            <p:cNvCxnSpPr/>
            <p:nvPr userDrawn="1"/>
          </p:nvCxnSpPr>
          <p:spPr bwMode="auto">
            <a:xfrm>
              <a:off x="5652295" y="3743976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73"/>
            <p:cNvCxnSpPr/>
            <p:nvPr userDrawn="1"/>
          </p:nvCxnSpPr>
          <p:spPr bwMode="auto">
            <a:xfrm>
              <a:off x="5652295" y="4203378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Subtitle 4"/>
          <p:cNvSpPr>
            <a:spLocks noAdjustHandles="1"/>
          </p:cNvSpPr>
          <p:nvPr userDrawn="1"/>
        </p:nvSpPr>
        <p:spPr bwMode="auto">
          <a:xfrm>
            <a:off x="575536" y="1186421"/>
            <a:ext cx="1453952" cy="508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>
              <a:lnSpc>
                <a:spcPct val="80000"/>
              </a:lnSpc>
              <a:spcBef>
                <a:spcPts val="900"/>
              </a:spcBef>
              <a:buFontTx/>
              <a:buNone/>
              <a:defRPr sz="2000" b="1">
                <a:solidFill>
                  <a:schemeClr val="tx1"/>
                </a:solidFill>
                <a:latin typeface="+mj-lt"/>
                <a:cs typeface="+mn-cs"/>
              </a:defRPr>
            </a:lvl1pPr>
            <a:lvl2pPr marL="457200" indent="0" algn="ctr" defTabSz="457200">
              <a:lnSpc>
                <a:spcPct val="100000"/>
              </a:lnSpc>
              <a:spcBef>
                <a:spcPts val="900"/>
              </a:spcBef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2pPr>
            <a:lvl3pPr marL="9144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3pPr>
            <a:lvl4pPr marL="13716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4pPr>
            <a:lvl5pPr marL="1828800" indent="0" algn="ctr" defTabSz="457200">
              <a:lnSpc>
                <a:spcPct val="100000"/>
              </a:lnSpc>
              <a:spcBef>
                <a:spcPts val="600"/>
              </a:spcBef>
              <a:buFont typeface="Arial" panose="020B0604020202020204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5pPr>
            <a:lvl6pPr marL="22860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6pPr>
            <a:lvl7pPr marL="27432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7pPr>
            <a:lvl8pPr marL="32004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8pPr>
            <a:lvl9pPr marL="3657600" indent="0" algn="ctr" defTabSz="457200">
              <a:spcBef>
                <a:spcPts val="0"/>
              </a:spcBef>
              <a:buFont typeface="Arial" panose="020B0604020202020204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zh-CN" altLang="en-US" sz="4265" b="0" spc="800">
                <a:latin typeface="微软雅黑" panose="020B0503020204020204" charset="-122"/>
                <a:ea typeface="微软雅黑" panose="020B0503020204020204" charset="-122"/>
                <a:cs typeface="+mn-ea"/>
              </a:rPr>
              <a:t>目录</a:t>
            </a:r>
            <a:endParaRPr lang="en-US" sz="4265" b="0" spc="8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25" name="Straight Connector 6"/>
          <p:cNvCxnSpPr/>
          <p:nvPr userDrawn="1"/>
        </p:nvCxnSpPr>
        <p:spPr bwMode="auto">
          <a:xfrm>
            <a:off x="623392" y="192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占位符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39395">
              <a:buSzPct val="100000"/>
              <a:buFont typeface="Arial" panose="020B0604020202020204"/>
              <a:buChar char="•"/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335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zh-CN"/>
              <a:t>一级主目录</a:t>
            </a:r>
            <a:endParaRPr lang="zh-CN"/>
          </a:p>
          <a:p>
            <a:pPr lvl="1">
              <a:defRPr/>
            </a:pPr>
            <a:r>
              <a:rPr lang="zh-CN"/>
              <a:t>二级子目录</a:t>
            </a:r>
            <a:endParaRPr lang="zh-CN"/>
          </a:p>
          <a:p>
            <a:pPr lvl="2">
              <a:defRPr/>
            </a:pPr>
            <a:r>
              <a:rPr lang="zh-CN"/>
              <a:t>三级子目录</a:t>
            </a: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0">
              <a:defRPr/>
            </a:pPr>
            <a:r>
              <a:rPr lang="zh-CN"/>
              <a:t>一级主目录</a:t>
            </a:r>
            <a:endParaRPr lang="zh-CN"/>
          </a:p>
          <a:p>
            <a:pPr lvl="1">
              <a:defRPr/>
            </a:pPr>
            <a:r>
              <a:rPr lang="zh-CN"/>
              <a:t>二级子目录</a:t>
            </a:r>
            <a:endParaRPr lang="zh-CN"/>
          </a:p>
          <a:p>
            <a:pPr lvl="2">
              <a:defRPr/>
            </a:pPr>
            <a:r>
              <a:rPr lang="zh-CN"/>
              <a:t>三级子目录</a:t>
            </a:r>
            <a:endParaRPr lang="zh-CN"/>
          </a:p>
          <a:p>
            <a:pPr lvl="2">
              <a:defRPr/>
            </a:pPr>
            <a:endParaRPr lang="zh-CN"/>
          </a:p>
        </p:txBody>
      </p:sp>
      <p:sp>
        <p:nvSpPr>
          <p:cNvPr id="27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2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B.目录_2栏_无衬线"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D.001_空(Light)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cxnSp>
        <p:nvCxnSpPr>
          <p:cNvPr id="5" name="Straight Connector 6"/>
          <p:cNvCxnSpPr/>
          <p:nvPr userDrawn="1"/>
        </p:nvCxnSpPr>
        <p:spPr bwMode="auto"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219200">
              <a:defRPr lang="zh-CN" sz="1200" b="0" i="0">
                <a:solidFill>
                  <a:schemeClr val="tx2"/>
                </a:solidFill>
                <a:latin typeface="+mn-lt"/>
                <a:cs typeface="Open Sans"/>
              </a:defRPr>
            </a:lvl1pPr>
            <a:lvl2pPr marL="609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219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828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4pPr>
            <a:lvl5pPr marL="24384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5pPr>
            <a:lvl6pPr marL="30480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6pPr>
            <a:lvl7pPr marL="3657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7pPr>
            <a:lvl8pPr marL="4267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8pPr>
            <a:lvl9pPr marL="4876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</p:nvPr>
        </p:nvSpPr>
        <p:spPr bwMode="auto"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sz="3465"/>
            </a:lvl1pPr>
          </a:lstStyle>
          <a:p>
            <a:pPr lvl="0">
              <a:lnSpc>
                <a:spcPct val="75000"/>
              </a:lnSpc>
              <a:defRPr/>
            </a:pPr>
            <a:r>
              <a:rPr lang="zh-CN"/>
              <a:t>点击此处编辑标题 </a:t>
            </a:r>
            <a:r>
              <a:rPr lang="en-US"/>
              <a:t>26pt Regular</a:t>
            </a:r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D.001_空(Light)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 bwMode="auto"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cxnSp>
        <p:nvCxnSpPr>
          <p:cNvPr id="5" name="Straight Connector 6"/>
          <p:cNvCxnSpPr/>
          <p:nvPr userDrawn="1"/>
        </p:nvCxnSpPr>
        <p:spPr bwMode="auto"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219200">
              <a:defRPr lang="zh-CN" sz="1200" b="0" i="0">
                <a:solidFill>
                  <a:schemeClr val="tx2"/>
                </a:solidFill>
                <a:latin typeface="+mn-lt"/>
                <a:cs typeface="Open Sans"/>
              </a:defRPr>
            </a:lvl1pPr>
            <a:lvl2pPr marL="609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219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828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4pPr>
            <a:lvl5pPr marL="24384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5pPr>
            <a:lvl6pPr marL="30480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6pPr>
            <a:lvl7pPr marL="3657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7pPr>
            <a:lvl8pPr marL="4267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8pPr>
            <a:lvl9pPr marL="4876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</p:nvPr>
        </p:nvSpPr>
        <p:spPr bwMode="auto"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sz="3465"/>
            </a:lvl1pPr>
          </a:lstStyle>
          <a:p>
            <a:pPr lvl="0">
              <a:lnSpc>
                <a:spcPct val="75000"/>
              </a:lnSpc>
              <a:defRPr/>
            </a:pPr>
            <a:r>
              <a:rPr lang="zh-CN"/>
              <a:t>点击此处编辑标题 </a:t>
            </a:r>
            <a:r>
              <a:rPr lang="en-US"/>
              <a:t>26pt Regular</a:t>
            </a:r>
            <a:endParaRPr lang="zh-CN"/>
          </a:p>
        </p:txBody>
      </p:sp>
      <p:pic>
        <p:nvPicPr>
          <p:cNvPr id="2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643534" y="384388"/>
            <a:ext cx="2214033" cy="49868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A.封面_双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图片占位符 2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0" y="0"/>
            <a:ext cx="12192000" cy="6858000"/>
          </a:xfrm>
        </p:spPr>
        <p:txBody>
          <a:bodyPr lIns="91440" tIns="2232000" rIns="91440" bIns="45720" anchor="t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zh-CN"/>
              <a:t>点此小图标置入背景图</a:t>
            </a:r>
            <a:endParaRPr lang="zh-CN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0"/>
          </p:nvPr>
        </p:nvSpPr>
        <p:spPr bwMode="auto">
          <a:xfrm>
            <a:off x="336003" y="6432000"/>
            <a:ext cx="7722031" cy="365125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6" name="标题 8"/>
          <p:cNvSpPr>
            <a:spLocks noGrp="1"/>
          </p:cNvSpPr>
          <p:nvPr>
            <p:ph type="title" hasCustomPrompt="1"/>
          </p:nvPr>
        </p:nvSpPr>
        <p:spPr bwMode="auto">
          <a:xfrm>
            <a:off x="335360" y="3408000"/>
            <a:ext cx="11520000" cy="960000"/>
          </a:xfrm>
          <a:prstGeom prst="rect">
            <a:avLst/>
          </a:prstGeom>
          <a:noFill/>
        </p:spPr>
        <p:txBody>
          <a:bodyPr lIns="90000" tIns="108000" rIns="0" bIns="0" anchor="b" anchorCtr="0">
            <a:normAutofit/>
          </a:bodyPr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zh-CN"/>
              <a:t>单击此处编辑主标题</a:t>
            </a:r>
            <a:endParaRPr lang="zh-CN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432" y="4464000"/>
            <a:ext cx="11520000" cy="576000"/>
          </a:xfrm>
          <a:prstGeom prst="rect">
            <a:avLst/>
          </a:prstGeom>
          <a:noFill/>
        </p:spPr>
        <p:txBody>
          <a:bodyPr lIns="108000" tIns="0" rIns="0" bIns="0" anchor="b" anchorCtr="0">
            <a:normAutofit/>
          </a:bodyPr>
          <a:lstStyle>
            <a:lvl1pPr marL="0" marR="0" indent="0" algn="l" defTabSz="91376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/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376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/>
              <a:buNone/>
              <a:defRPr/>
            </a:pPr>
            <a:r>
              <a:rPr lang="zh-CN"/>
              <a:t>单击此处编辑副标题</a:t>
            </a:r>
            <a:endParaRPr lang="zh-CN"/>
          </a:p>
        </p:txBody>
      </p:sp>
      <p:cxnSp>
        <p:nvCxnSpPr>
          <p:cNvPr id="8" name="Straight Connector 6"/>
          <p:cNvCxnSpPr/>
          <p:nvPr userDrawn="1"/>
        </p:nvCxnSpPr>
        <p:spPr bwMode="auto">
          <a:xfrm>
            <a:off x="480000" y="5136000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4432" y="5703884"/>
            <a:ext cx="1632181" cy="384000"/>
          </a:xfrm>
          <a:prstGeom prst="rect">
            <a:avLst/>
          </a:prstGeom>
          <a:noFill/>
        </p:spPr>
        <p:txBody>
          <a:bodyPr lIns="108000" tIns="3600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YYYY-MM-DD</a:t>
            </a:r>
            <a:endParaRPr lang="en-US"/>
          </a:p>
        </p:txBody>
      </p:sp>
      <p:sp>
        <p:nvSpPr>
          <p:cNvPr id="10" name="文本占位符 2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35360" y="5271884"/>
            <a:ext cx="1632181" cy="384000"/>
          </a:xfrm>
          <a:prstGeom prst="rect">
            <a:avLst/>
          </a:prstGeom>
          <a:noFill/>
        </p:spPr>
        <p:txBody>
          <a:bodyPr vert="horz" lIns="108000" tIns="3600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zh-CN" sz="160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defRPr/>
            </a:pPr>
            <a:r>
              <a:rPr lang="zh-CN"/>
              <a:t>作者：</a:t>
            </a:r>
            <a:endParaRPr lang="en-US"/>
          </a:p>
        </p:txBody>
      </p:sp>
      <p:pic>
        <p:nvPicPr>
          <p:cNvPr id="11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643534" y="384388"/>
            <a:ext cx="2214033" cy="498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PhAnim="0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0FBD37-7DE6-E148-97C8-7A7316735633}" type="datetime1">
              <a:rPr lang="en-US" altLang="zh-CN"/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9122229" y="6356351"/>
            <a:ext cx="2743200" cy="365125"/>
          </a:xfrm>
        </p:spPr>
        <p:txBody>
          <a:bodyPr/>
          <a:lstStyle>
            <a:lvl1pPr>
              <a:defRPr sz="93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fld id="{A3428A43-A564-7A46-949C-D2F0583D6856}" type="slidenum">
              <a:rPr lang="en-US" altLang="zh-CN"/>
            </a:fld>
            <a:endParaRPr lang="zh-CN"/>
          </a:p>
        </p:txBody>
      </p:sp>
      <p:pic>
        <p:nvPicPr>
          <p:cNvPr id="9" name="图片 6"/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10752000" y="540969"/>
            <a:ext cx="1440000" cy="4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B07B671-1C97-406F-9CC6-C711624DA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11734" y="203203"/>
            <a:ext cx="2518095" cy="6942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3569" y="309037"/>
            <a:ext cx="948132" cy="554567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248503" y="355484"/>
            <a:ext cx="2646878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lvl1pPr>
              <a:defRPr lang="zh-CN" altLang="en-US" sz="2400" b="1" dirty="0" smtClean="0">
                <a:gradFill>
                  <a:gsLst>
                    <a:gs pos="100000">
                      <a:schemeClr val="accent1">
                        <a:lumMod val="50000"/>
                      </a:schemeClr>
                    </a:gs>
                    <a:gs pos="0">
                      <a:srgbClr val="70AC49"/>
                    </a:gs>
                  </a:gsLst>
                  <a:lin ang="108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lang="zh-CN" altLang="en-US" dirty="0" smtClean="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>
              <a:defRPr lang="zh-CN" altLang="en-US" dirty="0" smtClean="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>
              <a:defRPr lang="zh-CN" altLang="en-US" sz="2000" dirty="0" smtClean="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>
              <a:defRPr lang="zh-CN" altLang="en-US" sz="2000" dirty="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</a:lstStyle>
          <a:p>
            <a:pPr marL="0"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.003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6002" y="6432000"/>
            <a:ext cx="7722031" cy="365125"/>
          </a:xfrm>
        </p:spPr>
        <p:txBody>
          <a:bodyPr/>
          <a:lstStyle>
            <a:lvl1pPr>
              <a:defRPr sz="1065"/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8" y="6430950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mtClean="0">
                <a:solidFill>
                  <a:schemeClr val="tx2"/>
                </a:solidFill>
              </a:defRPr>
            </a:lvl1pPr>
          </a:lstStyle>
          <a:p>
            <a:fld id="{FB07B671-1C97-406F-9CC6-C711624DAA13}" type="slidenum">
              <a:rPr lang="en-US" altLang="zh-CN" smtClean="0"/>
            </a:fld>
            <a:endParaRPr lang="zh-CN" altLang="en-US" dirty="0"/>
          </a:p>
        </p:txBody>
      </p:sp>
      <p:cxnSp>
        <p:nvCxnSpPr>
          <p:cNvPr id="16" name="Straight Connector 6"/>
          <p:cNvCxnSpPr/>
          <p:nvPr userDrawn="1"/>
        </p:nvCxnSpPr>
        <p:spPr>
          <a:xfrm>
            <a:off x="528000" y="960000"/>
            <a:ext cx="576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zh-CN" altLang="en-US" sz="3465" dirty="0"/>
            </a:lvl1pPr>
          </a:lstStyle>
          <a:p>
            <a:pPr lvl="0">
              <a:lnSpc>
                <a:spcPct val="75000"/>
              </a:lnSpc>
            </a:pPr>
            <a:r>
              <a:rPr kumimoji="1" lang="zh-CN" altLang="en-US" dirty="0"/>
              <a:t>点击此处编辑标题 </a:t>
            </a:r>
            <a:r>
              <a:rPr kumimoji="1" lang="en-US" altLang="zh-CN" dirty="0"/>
              <a:t>26pt Regular</a:t>
            </a:r>
            <a:endParaRPr kumimoji="1" lang="zh-CN" altLang="en-US" dirty="0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7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400"/>
              </a:spcAft>
              <a:defRPr/>
            </a:lvl1pPr>
            <a:lvl2pPr>
              <a:lnSpc>
                <a:spcPct val="125000"/>
              </a:lnSpc>
              <a:spcAft>
                <a:spcPts val="400"/>
              </a:spcAft>
              <a:defRPr/>
            </a:lvl2pPr>
            <a:lvl3pPr>
              <a:lnSpc>
                <a:spcPct val="125000"/>
              </a:lnSpc>
              <a:spcAft>
                <a:spcPts val="400"/>
              </a:spcAft>
              <a:defRPr/>
            </a:lvl3pPr>
            <a:lvl4pPr>
              <a:lnSpc>
                <a:spcPct val="125000"/>
              </a:lnSpc>
              <a:spcAft>
                <a:spcPts val="400"/>
              </a:spcAft>
              <a:defRPr/>
            </a:lvl4pPr>
            <a:lvl5pPr>
              <a:lnSpc>
                <a:spcPct val="125000"/>
              </a:lnSpc>
              <a:spcAft>
                <a:spcPts val="400"/>
              </a:spcAft>
              <a:defRPr sz="1335"/>
            </a:lvl5pPr>
          </a:lstStyle>
          <a:p>
            <a:pPr lvl="0"/>
            <a:r>
              <a:rPr lang="zh-CN" altLang="en-US" dirty="0"/>
              <a:t>输入第一级文本内容 </a:t>
            </a:r>
            <a:r>
              <a:rPr lang="en-US" altLang="zh-CN" dirty="0"/>
              <a:t>16pt Regular</a:t>
            </a:r>
            <a:endParaRPr lang="en-US" altLang="zh-CN" dirty="0"/>
          </a:p>
          <a:p>
            <a:pPr lvl="1"/>
            <a:r>
              <a:rPr lang="zh-CN" altLang="en-US" dirty="0"/>
              <a:t>二级  </a:t>
            </a:r>
            <a:r>
              <a:rPr lang="en-US" altLang="zh-CN" dirty="0"/>
              <a:t>14pt Regular</a:t>
            </a:r>
            <a:endParaRPr lang="en-US" altLang="zh-CN" dirty="0"/>
          </a:p>
          <a:p>
            <a:pPr lvl="2"/>
            <a:r>
              <a:rPr lang="zh-CN" altLang="en-US" dirty="0"/>
              <a:t>三级  </a:t>
            </a:r>
            <a:r>
              <a:rPr lang="en-US" altLang="zh-CN" dirty="0"/>
              <a:t>12pt Regular</a:t>
            </a:r>
            <a:endParaRPr lang="en-US" altLang="zh-CN" dirty="0"/>
          </a:p>
          <a:p>
            <a:pPr lvl="3"/>
            <a:r>
              <a:rPr lang="zh-CN" altLang="en-US" dirty="0"/>
              <a:t>四级  </a:t>
            </a:r>
            <a:r>
              <a:rPr lang="en-US" altLang="zh-CN" dirty="0"/>
              <a:t>11pt Regular</a:t>
            </a:r>
            <a:endParaRPr lang="en-US" altLang="zh-CN" dirty="0"/>
          </a:p>
          <a:p>
            <a:pPr lvl="4"/>
            <a:r>
              <a:rPr lang="zh-CN" altLang="en-US" dirty="0"/>
              <a:t>五级 </a:t>
            </a:r>
            <a:r>
              <a:rPr lang="en-US" altLang="zh-CN" dirty="0"/>
              <a:t>10pt Regular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A.封底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 bwMode="auto">
          <a:xfrm>
            <a:off x="480000" y="5349085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6"/>
          <p:cNvCxnSpPr/>
          <p:nvPr userDrawn="1"/>
        </p:nvCxnSpPr>
        <p:spPr bwMode="auto">
          <a:xfrm>
            <a:off x="480000" y="5349213"/>
            <a:ext cx="720000" cy="0"/>
          </a:xfrm>
          <a:prstGeom prst="line">
            <a:avLst/>
          </a:prstGeom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10416480" y="4485117"/>
            <a:ext cx="1440160" cy="1440160"/>
          </a:xfrm>
          <a:prstGeom prst="rect">
            <a:avLst/>
          </a:prstGeom>
        </p:spPr>
      </p:pic>
      <p:sp>
        <p:nvSpPr>
          <p:cNvPr id="7" name="标题 8"/>
          <p:cNvSpPr>
            <a:spLocks noGrp="1"/>
          </p:cNvSpPr>
          <p:nvPr>
            <p:ph type="title" hasCustomPrompt="1"/>
          </p:nvPr>
        </p:nvSpPr>
        <p:spPr bwMode="auto">
          <a:xfrm>
            <a:off x="335360" y="4271875"/>
            <a:ext cx="11520000" cy="960000"/>
          </a:xfrm>
        </p:spPr>
        <p:txBody>
          <a:bodyPr lIns="91440" tIns="0" rIns="0" bIns="0" anchor="b">
            <a:noAutofit/>
          </a:bodyPr>
          <a:lstStyle>
            <a:lvl1pPr>
              <a:defRPr lang="en-US" sz="48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+mn-ea"/>
              </a:defRPr>
            </a:lvl1pPr>
          </a:lstStyle>
          <a:p>
            <a:pPr marL="0" lvl="0">
              <a:defRPr/>
            </a:pPr>
            <a:r>
              <a:rPr lang="en-US"/>
              <a:t>Thank you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0"/>
          </p:nvPr>
        </p:nvSpPr>
        <p:spPr bwMode="auto">
          <a:xfrm>
            <a:off x="335362" y="6432000"/>
            <a:ext cx="7722031" cy="365125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pic>
        <p:nvPicPr>
          <p:cNvPr id="9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9643534" y="384388"/>
            <a:ext cx="2214033" cy="49868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88" y="153139"/>
            <a:ext cx="7141159" cy="400051"/>
          </a:xfrm>
        </p:spPr>
        <p:txBody>
          <a:bodyPr/>
          <a:lstStyle>
            <a:lvl1pPr>
              <a:defRPr sz="2600">
                <a:solidFill>
                  <a:srgbClr val="0F84CE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 sz="18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0" algn="l" defTabSz="914400">
              <a:spcBef>
                <a:spcPts val="165"/>
              </a:spcBef>
              <a:defRPr/>
            </a:pPr>
            <a:fld id="{81D60167-4931-47E6-BA6A-407CBD079E47}" type="slidenum">
              <a:rPr lang="en-US" altLang="zh-CN" sz="1100" smtClean="0">
                <a:solidFill>
                  <a:prstClr val="white">
                    <a:lumMod val="50000"/>
                  </a:prstClr>
                </a:solidFill>
                <a:latin typeface="微软雅黑" panose="020B0503020204020204" charset="-122"/>
                <a:ea typeface="宋体" panose="02010600030101010101" pitchFamily="2" charset="-122"/>
              </a:rPr>
            </a:fld>
            <a:endParaRPr lang="en-US" altLang="zh-CN" sz="1100" dirty="0">
              <a:solidFill>
                <a:prstClr val="white">
                  <a:lumMod val="50000"/>
                </a:prstClr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369" y="274639"/>
            <a:ext cx="10080000" cy="6144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619521" y="274639"/>
            <a:ext cx="1222875" cy="378919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2"/>
          </p:nvPr>
        </p:nvSpPr>
        <p:spPr>
          <a:xfrm>
            <a:off x="431799" y="1123200"/>
            <a:ext cx="11332800" cy="4425600"/>
          </a:xfrm>
        </p:spPr>
        <p:txBody>
          <a:bodyPr/>
          <a:lstStyle>
            <a:lvl1pPr marL="0" indent="0">
              <a:lnSpc>
                <a:spcPct val="130000"/>
              </a:lnSpc>
              <a:buFontTx/>
              <a:buNone/>
              <a:defRPr/>
            </a:lvl1pPr>
            <a:lvl2pPr marL="609600" indent="0">
              <a:lnSpc>
                <a:spcPct val="130000"/>
              </a:lnSpc>
              <a:buFontTx/>
              <a:buNone/>
              <a:defRPr/>
            </a:lvl2pPr>
            <a:lvl3pPr marL="1219200" indent="0">
              <a:lnSpc>
                <a:spcPct val="130000"/>
              </a:lnSpc>
              <a:buFontTx/>
              <a:buNone/>
              <a:defRPr/>
            </a:lvl3pPr>
            <a:lvl4pPr marL="1828800" indent="0">
              <a:lnSpc>
                <a:spcPct val="130000"/>
              </a:lnSpc>
              <a:buFontTx/>
              <a:buNone/>
              <a:defRPr/>
            </a:lvl4pPr>
            <a:lvl5pPr marL="2438400" indent="0">
              <a:lnSpc>
                <a:spcPct val="130000"/>
              </a:lnSpc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1" name="页脚占位符 3"/>
          <p:cNvSpPr txBox="1"/>
          <p:nvPr userDrawn="1"/>
        </p:nvSpPr>
        <p:spPr>
          <a:xfrm>
            <a:off x="431371" y="6405331"/>
            <a:ext cx="2942465" cy="36512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65" dirty="0">
                <a:solidFill>
                  <a:srgbClr val="B8B5B3"/>
                </a:solidFill>
                <a:latin typeface="微软雅黑" panose="020B0503020204020204" charset="-122"/>
                <a:ea typeface="微软雅黑" panose="020B0503020204020204" charset="-122"/>
              </a:rPr>
              <a:t>亚信科技（中国）有限公司保留所有权利</a:t>
            </a:r>
            <a:endParaRPr lang="zh-CN" altLang="en-US" sz="1065" dirty="0">
              <a:solidFill>
                <a:srgbClr val="B8B5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页脚占位符 3"/>
          <p:cNvSpPr txBox="1"/>
          <p:nvPr userDrawn="1"/>
        </p:nvSpPr>
        <p:spPr>
          <a:xfrm>
            <a:off x="8822141" y="6405331"/>
            <a:ext cx="2942465" cy="36512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C913308-F349-4B6D-A68A-DD1791B4A57B}" type="slidenum">
              <a:rPr lang="zh-CN" altLang="en-US" sz="1065" smtClean="0">
                <a:solidFill>
                  <a:srgbClr val="B8B5B3"/>
                </a:solidFill>
              </a:rPr>
            </a:fld>
            <a:endParaRPr lang="zh-CN" altLang="en-US" sz="1065" dirty="0">
              <a:solidFill>
                <a:srgbClr val="B8B5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77091" y="56187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9591" y="648269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210" y="-304528"/>
            <a:ext cx="2203309" cy="138905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68" y="5949933"/>
            <a:ext cx="1171760" cy="808704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277092" y="1334739"/>
            <a:ext cx="11000509" cy="457099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0B3-5087-4C8A-ACB5-D44879B554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A71E-1024-4AF2-921E-02001C663E2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188"/>
          <p:cNvSpPr>
            <a:spLocks noGrp="1"/>
          </p:cNvSpPr>
          <p:nvPr>
            <p:ph type="body" sz="quarter" idx="13" hasCustomPrompt="1"/>
          </p:nvPr>
        </p:nvSpPr>
        <p:spPr>
          <a:xfrm>
            <a:off x="335168" y="215983"/>
            <a:ext cx="9406879" cy="4308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单击添加标题文本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6"/>
          <p:cNvCxnSpPr/>
          <p:nvPr userDrawn="1"/>
        </p:nvCxnSpPr>
        <p:spPr>
          <a:xfrm>
            <a:off x="347269" y="783969"/>
            <a:ext cx="672000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806239" y="6611780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A8CB47-5F18-3A4B-AD3A-422A03DFB5D1}" type="slidenum">
              <a: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CC12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</a:fld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8CC12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15939" y="6576619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文档中的全部内容属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中国移动</a:t>
            </a: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C6C7C6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26769" y="229448"/>
            <a:ext cx="1852076" cy="540912"/>
          </a:xfrm>
          <a:prstGeom prst="rect">
            <a:avLst/>
          </a:prstGeom>
        </p:spPr>
      </p:pic>
      <p:sp>
        <p:nvSpPr>
          <p:cNvPr id="12" name="标题占位符 10"/>
          <p:cNvSpPr>
            <a:spLocks noGrp="1"/>
          </p:cNvSpPr>
          <p:nvPr>
            <p:ph type="title"/>
          </p:nvPr>
        </p:nvSpPr>
        <p:spPr>
          <a:xfrm>
            <a:off x="150830" y="274371"/>
            <a:ext cx="9577633" cy="486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-1" y="802083"/>
            <a:ext cx="11052000" cy="72000"/>
          </a:xfrm>
          <a:prstGeom prst="rect">
            <a:avLst/>
          </a:prstGeom>
          <a:gradFill>
            <a:gsLst>
              <a:gs pos="100000">
                <a:schemeClr val="bg1"/>
              </a:gs>
              <a:gs pos="30000">
                <a:schemeClr val="accent1">
                  <a:lumMod val="45000"/>
                  <a:lumOff val="55000"/>
                </a:schemeClr>
              </a:gs>
              <a:gs pos="0">
                <a:srgbClr val="1184C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" y="931286"/>
            <a:ext cx="12178844" cy="539751"/>
          </a:xfrm>
          <a:prstGeom prst="rect">
            <a:avLst/>
          </a:prstGeom>
        </p:spPr>
        <p:txBody>
          <a:bodyPr lIns="540000" rIns="540000"/>
          <a:lstStyle>
            <a:lvl1pPr marL="0" indent="-285115">
              <a:buClr>
                <a:srgbClr val="009CE2"/>
              </a:buClr>
              <a:buFont typeface="Wingdings" panose="05000000000000000000" pitchFamily="2" charset="2"/>
              <a:buChar char="n"/>
              <a:defRPr kumimoji="0" lang="zh-CN" alt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>
              <a:buNone/>
              <a:defRPr kumimoji="0" lang="zh-CN" alt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</a:lstStyle>
          <a:p>
            <a:pPr marL="0" marR="0" lvl="0" indent="-381000" algn="l" defTabSz="1219200" rtl="0" eaLnBrk="1" fontAlgn="auto" latinLnBrk="0" hangingPunct="1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009CE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0" marR="0" lvl="0" indent="-381000" algn="l" defTabSz="1219200" rtl="0" eaLnBrk="1" fontAlgn="auto" latinLnBrk="0" hangingPunct="1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009CE2"/>
              </a:buClr>
              <a:buSzTx/>
              <a:buFont typeface="Wingdings" panose="05000000000000000000" pitchFamily="2" charset="2"/>
              <a:buChar char="n"/>
              <a:defRPr/>
            </a:pPr>
            <a:endParaRPr lang="zh-CN" altLang="en-US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络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5291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0" y="630673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9399271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9A68CE-9FA7-456D-BE34-4C018B9CB8B8}" type="slidenum">
              <a:rPr lang="zh-CN" altLang="en-US" sz="1200" b="1" smtClean="0">
                <a:solidFill>
                  <a:srgbClr val="8FC31F"/>
                </a:solidFill>
                <a:latin typeface="+mj-ea"/>
                <a:ea typeface="+mj-ea"/>
              </a:rPr>
            </a:fld>
            <a:endParaRPr lang="zh-CN" altLang="en-US" sz="1200" b="1" dirty="0">
              <a:solidFill>
                <a:srgbClr val="8FC31F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004935" y="25401"/>
            <a:ext cx="2998471" cy="5410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15937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文档中的全部内容属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中国移动</a:t>
            </a: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所有，未经允许，不可全部或部分发表、复制、使用于任何目的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4" y="141668"/>
            <a:ext cx="1852076" cy="540912"/>
          </a:xfrm>
          <a:prstGeom prst="rect">
            <a:avLst/>
          </a:prstGeom>
        </p:spPr>
      </p:pic>
      <p:sp>
        <p:nvSpPr>
          <p:cNvPr id="7" name="标题占位符 10"/>
          <p:cNvSpPr>
            <a:spLocks noGrp="1"/>
          </p:cNvSpPr>
          <p:nvPr>
            <p:ph type="title"/>
          </p:nvPr>
        </p:nvSpPr>
        <p:spPr>
          <a:xfrm>
            <a:off x="187817" y="92411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9" y="6551300"/>
            <a:ext cx="1222869" cy="26161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BAE1C6-4380-4491-8C76-C5075ED62E8D}" type="slidenum">
              <a:rPr kumimoji="1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8FC31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8FC31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"/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flipV="1">
            <a:off x="0" y="836712"/>
            <a:ext cx="12192000" cy="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9185" y="836712"/>
            <a:ext cx="11713633" cy="792088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buClr>
                <a:schemeClr val="tx2">
                  <a:lumMod val="75000"/>
                </a:schemeClr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2"/>
          </p:nvPr>
        </p:nvSpPr>
        <p:spPr>
          <a:xfrm>
            <a:off x="239349" y="2060849"/>
            <a:ext cx="5760640" cy="3382963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6" name="图表占位符 15"/>
          <p:cNvSpPr>
            <a:spLocks noGrp="1"/>
          </p:cNvSpPr>
          <p:nvPr>
            <p:ph type="chart" sz="quarter" idx="13"/>
          </p:nvPr>
        </p:nvSpPr>
        <p:spPr>
          <a:xfrm>
            <a:off x="6191085" y="2060849"/>
            <a:ext cx="5761567" cy="3382963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/>
          </p:nvPr>
        </p:nvSpPr>
        <p:spPr>
          <a:xfrm>
            <a:off x="239184" y="5516564"/>
            <a:ext cx="5760805" cy="1081087"/>
          </a:xfrm>
        </p:spPr>
        <p:txBody>
          <a:bodyPr>
            <a:noAutofit/>
          </a:bodyPr>
          <a:lstStyle>
            <a:lvl1pPr marL="182880" indent="-182880">
              <a:buFont typeface="Wingdings" panose="05000000000000000000" pitchFamily="2" charset="2"/>
              <a:buChar char="p"/>
              <a:defRPr sz="1400" b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文本占位符 20"/>
          <p:cNvSpPr>
            <a:spLocks noGrp="1"/>
          </p:cNvSpPr>
          <p:nvPr>
            <p:ph type="body" sz="quarter" idx="15"/>
          </p:nvPr>
        </p:nvSpPr>
        <p:spPr>
          <a:xfrm>
            <a:off x="6192012" y="5516564"/>
            <a:ext cx="5760805" cy="1081087"/>
          </a:xfrm>
        </p:spPr>
        <p:txBody>
          <a:bodyPr>
            <a:noAutofit/>
          </a:bodyPr>
          <a:lstStyle>
            <a:lvl1pPr marL="182880" indent="-182880">
              <a:buFont typeface="Wingdings" panose="05000000000000000000" pitchFamily="2" charset="2"/>
              <a:buChar char="p"/>
              <a:defRPr sz="1400" b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239184" y="1734049"/>
            <a:ext cx="5760805" cy="360362"/>
          </a:xfr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图表标题</a:t>
            </a:r>
            <a:endParaRPr lang="zh-CN" altLang="en-US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17" hasCustomPrompt="1"/>
          </p:nvPr>
        </p:nvSpPr>
        <p:spPr>
          <a:xfrm>
            <a:off x="6191579" y="1734049"/>
            <a:ext cx="5760805" cy="360362"/>
          </a:xfr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10" name="Title Placeholder 1"/>
          <p:cNvSpPr txBox="1"/>
          <p:nvPr userDrawn="1"/>
        </p:nvSpPr>
        <p:spPr>
          <a:xfrm>
            <a:off x="164592" y="152776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2075" indent="0"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9185" y="836712"/>
            <a:ext cx="11713633" cy="864096"/>
          </a:xfrm>
        </p:spPr>
        <p:txBody>
          <a:bodyPr>
            <a:noAutofit/>
          </a:bodyPr>
          <a:lstStyle>
            <a:lvl1pPr>
              <a:buClr>
                <a:schemeClr val="tx2">
                  <a:lumMod val="75000"/>
                </a:schemeClr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2"/>
          </p:nvPr>
        </p:nvSpPr>
        <p:spPr>
          <a:xfrm>
            <a:off x="239349" y="2060848"/>
            <a:ext cx="11713468" cy="39604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/>
          </p:nvPr>
        </p:nvSpPr>
        <p:spPr>
          <a:xfrm>
            <a:off x="239184" y="6021288"/>
            <a:ext cx="11713633" cy="576362"/>
          </a:xfrm>
        </p:spPr>
        <p:txBody>
          <a:bodyPr>
            <a:noAutofit/>
          </a:bodyPr>
          <a:lstStyle>
            <a:lvl1pPr marL="182880" indent="-182880">
              <a:buFont typeface="Wingdings" panose="05000000000000000000" pitchFamily="2" charset="2"/>
              <a:buChar char="p"/>
              <a:defRPr sz="1400" b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239184" y="1734049"/>
            <a:ext cx="11713633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9185" y="836712"/>
            <a:ext cx="11713633" cy="864096"/>
          </a:xfrm>
        </p:spPr>
        <p:txBody>
          <a:bodyPr>
            <a:noAutofit/>
          </a:bodyPr>
          <a:lstStyle>
            <a:lvl1pPr>
              <a:buClr>
                <a:schemeClr val="tx2">
                  <a:lumMod val="75000"/>
                </a:schemeClr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2"/>
          </p:nvPr>
        </p:nvSpPr>
        <p:spPr>
          <a:xfrm>
            <a:off x="239349" y="2086976"/>
            <a:ext cx="5760640" cy="2160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6" name="图表占位符 15"/>
          <p:cNvSpPr>
            <a:spLocks noGrp="1"/>
          </p:cNvSpPr>
          <p:nvPr>
            <p:ph type="chart" sz="quarter" idx="13"/>
          </p:nvPr>
        </p:nvSpPr>
        <p:spPr>
          <a:xfrm>
            <a:off x="6191085" y="2086976"/>
            <a:ext cx="5761567" cy="2160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/>
          </p:nvPr>
        </p:nvSpPr>
        <p:spPr>
          <a:xfrm>
            <a:off x="239184" y="4293096"/>
            <a:ext cx="5760805" cy="2375992"/>
          </a:xfrm>
        </p:spPr>
        <p:txBody>
          <a:bodyPr>
            <a:noAutofit/>
          </a:bodyPr>
          <a:lstStyle>
            <a:lvl1pPr marL="182880" indent="-182880">
              <a:buFont typeface="Wingdings" panose="05000000000000000000" pitchFamily="2" charset="2"/>
              <a:buChar char="p"/>
              <a:defRPr sz="1400" b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239184" y="1734049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17" hasCustomPrompt="1"/>
          </p:nvPr>
        </p:nvSpPr>
        <p:spPr>
          <a:xfrm>
            <a:off x="6191579" y="1734049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11" name="图表占位符 15"/>
          <p:cNvSpPr>
            <a:spLocks noGrp="1"/>
          </p:cNvSpPr>
          <p:nvPr>
            <p:ph type="chart" sz="quarter" idx="18"/>
          </p:nvPr>
        </p:nvSpPr>
        <p:spPr>
          <a:xfrm>
            <a:off x="6191085" y="4581129"/>
            <a:ext cx="5761567" cy="20879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6191579" y="4260277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9185" y="836712"/>
            <a:ext cx="11713633" cy="864096"/>
          </a:xfrm>
        </p:spPr>
        <p:txBody>
          <a:bodyPr/>
          <a:lstStyle>
            <a:lvl1pPr>
              <a:buClr>
                <a:schemeClr val="tx2">
                  <a:lumMod val="75000"/>
                </a:schemeClr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2"/>
          </p:nvPr>
        </p:nvSpPr>
        <p:spPr>
          <a:xfrm>
            <a:off x="239349" y="2086976"/>
            <a:ext cx="5760640" cy="2160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6" name="图表占位符 15"/>
          <p:cNvSpPr>
            <a:spLocks noGrp="1"/>
          </p:cNvSpPr>
          <p:nvPr>
            <p:ph type="chart" sz="quarter" idx="13"/>
          </p:nvPr>
        </p:nvSpPr>
        <p:spPr>
          <a:xfrm>
            <a:off x="6191085" y="2086976"/>
            <a:ext cx="5761567" cy="2160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239184" y="1734049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17" hasCustomPrompt="1"/>
          </p:nvPr>
        </p:nvSpPr>
        <p:spPr>
          <a:xfrm>
            <a:off x="6191579" y="1734049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11" name="图表占位符 15"/>
          <p:cNvSpPr>
            <a:spLocks noGrp="1"/>
          </p:cNvSpPr>
          <p:nvPr>
            <p:ph type="chart" sz="quarter" idx="18"/>
          </p:nvPr>
        </p:nvSpPr>
        <p:spPr>
          <a:xfrm>
            <a:off x="6191085" y="4581129"/>
            <a:ext cx="5761567" cy="20879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6191579" y="4260277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  <p:sp>
        <p:nvSpPr>
          <p:cNvPr id="13" name="图表占位符 15"/>
          <p:cNvSpPr>
            <a:spLocks noGrp="1"/>
          </p:cNvSpPr>
          <p:nvPr>
            <p:ph type="chart" sz="quarter" idx="20"/>
          </p:nvPr>
        </p:nvSpPr>
        <p:spPr>
          <a:xfrm>
            <a:off x="238423" y="4581400"/>
            <a:ext cx="5761567" cy="20879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1" hasCustomPrompt="1"/>
          </p:nvPr>
        </p:nvSpPr>
        <p:spPr>
          <a:xfrm>
            <a:off x="238917" y="4260548"/>
            <a:ext cx="5760805" cy="3603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图表标题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39349" y="111521"/>
            <a:ext cx="10972800" cy="468032"/>
          </a:xfrm>
        </p:spPr>
        <p:txBody>
          <a:bodyPr>
            <a:noAutofit/>
          </a:bodyPr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idx="1"/>
          </p:nvPr>
        </p:nvSpPr>
        <p:spPr>
          <a:xfrm>
            <a:off x="431371" y="908720"/>
            <a:ext cx="11425269" cy="5472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4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589215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517107" y="4886325"/>
            <a:ext cx="5157787" cy="4667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单击此处编辑日期</a:t>
            </a:r>
            <a:endParaRPr lang="zh-CN" altLang="en-US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062716" y="63913"/>
            <a:ext cx="3129284" cy="1067978"/>
            <a:chOff x="322377" y="128913"/>
            <a:chExt cx="3227035" cy="1067978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4" b="22264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77091" y="56186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9590" y="64826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209" y="-304528"/>
            <a:ext cx="2203309" cy="138905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68" y="5949933"/>
            <a:ext cx="1171760" cy="808704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277091" y="1334739"/>
            <a:ext cx="11000509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7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00CBEF6-3882-425D-B4AF-2B803F59B811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6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fld id="{56CB458E-DC57-4476-B263-8E75D7D12C14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1BC6956-B01E-4E71-A733-F9F46A450F78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D172EF4B-8FAD-4B11-83DB-304FDFC4C06C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908720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n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n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n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n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n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模板-01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 descr="ppt模板-02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7"/>
          <p:cNvSpPr txBox="1">
            <a:spLocks noChangeArrowheads="1"/>
          </p:cNvSpPr>
          <p:nvPr userDrawn="1"/>
        </p:nvSpPr>
        <p:spPr bwMode="auto">
          <a:xfrm>
            <a:off x="11089218" y="6608764"/>
            <a:ext cx="110278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5FCE6EF-AB34-47CE-BB78-84740626246B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8614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4" y="836613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模板-03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guoliang_liu\桌面\中国移动通信logo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676467" y="90488"/>
            <a:ext cx="1468967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1" descr="ppt模板-02.jp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349" y="197768"/>
            <a:ext cx="9505056" cy="4949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68052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50000"/>
              </a:lnSpc>
              <a:defRPr sz="2000"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50000"/>
              </a:lnSpc>
              <a:defRPr sz="1700"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512611" y="12228"/>
            <a:ext cx="10442600" cy="752476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9456373" y="548681"/>
            <a:ext cx="240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内部信息</a:t>
            </a:r>
            <a:endParaRPr lang="zh-CN" altLang="en-US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09600" y="264604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hf sldNum="0" hdr="0" ftr="0" dt="0"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3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3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 descr="ppt模板-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69351E56-C189-4347-A9E6-16AF83942FE3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3" descr="ppt模板-0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343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7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B87DDC1D-3A53-4DB7-8DE4-5B1740DC62CC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5360" y="116633"/>
            <a:ext cx="11232224" cy="5052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6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fld id="{CE3F9473-F417-49EE-AE86-581D0285C066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D7E76BD-9BFE-4E75-B078-D74FD41C8FDF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CCFBC50A-E278-4E46-B2A2-5128B6307E6C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9456373" y="548681"/>
            <a:ext cx="240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内部信息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09600" y="264604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hf sldNum="0" hdr="0" ftr="0" dt="0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908720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9169797" y="6237313"/>
            <a:ext cx="302220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</a:rPr>
              <a:t>【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汇报结束</a:t>
            </a:r>
            <a:r>
              <a:rPr lang="en-US" altLang="zh-CN" sz="2400" b="1" dirty="0">
                <a:solidFill>
                  <a:prstClr val="black"/>
                </a:solidFill>
              </a:rPr>
              <a:t>】</a:t>
            </a:r>
            <a:endParaRPr lang="zh-CN" altLang="en-US" sz="24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088555" y="6608386"/>
            <a:ext cx="110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</a:rPr>
            </a:fld>
            <a:endParaRPr lang="zh-CN" altLang="en-US" sz="1200" b="1" dirty="0">
              <a:solidFill>
                <a:srgbClr val="9BBB59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8614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4" y="836613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 rotWithShape="1">
          <a:blip r:embed="rId2" cstate="print"/>
          <a:srcRect l="1" t="571" r="1" b="90654"/>
          <a:stretch>
            <a:fillRect/>
          </a:stretch>
        </p:blipFill>
        <p:spPr>
          <a:xfrm>
            <a:off x="-39083" y="-113793"/>
            <a:ext cx="12231083" cy="81135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23" y="6608391"/>
            <a:ext cx="527381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08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8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3251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8" y="836620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 sz="216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2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44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44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664620" y="6608386"/>
            <a:ext cx="5273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9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900" b="1" dirty="0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44896" y="1"/>
            <a:ext cx="10515600" cy="764704"/>
          </a:xfrm>
          <a:prstGeom prst="rect">
            <a:avLst/>
          </a:prstGeom>
        </p:spPr>
        <p:txBody>
          <a:bodyPr anchor="ctr"/>
          <a:lstStyle>
            <a:lvl1pPr algn="l">
              <a:defRPr sz="15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guoliang_liu\桌面\中国移动通信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6467" y="90488"/>
            <a:ext cx="1468967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2" descr="ppt模板-02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7"/>
          <p:cNvSpPr txBox="1"/>
          <p:nvPr/>
        </p:nvSpPr>
        <p:spPr>
          <a:xfrm>
            <a:off x="11664952" y="6608763"/>
            <a:ext cx="527049" cy="2308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buFont typeface="Arial" panose="020B0604020202020204" pitchFamily="34" charset="0"/>
              <a:buNone/>
            </a:pPr>
            <a:fld id="{F47FB372-4899-4476-B5A9-7ABFA26F9E2A}" type="slidenum">
              <a:rPr lang="zh-CN" altLang="en-US" sz="900" b="1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900" b="1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349" y="197768"/>
            <a:ext cx="5280587" cy="4949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2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68052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50000"/>
              </a:lnSpc>
              <a:defRPr sz="2000"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50000"/>
              </a:lnSpc>
              <a:defRPr sz="1700"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59106C6-A141-44C9-BC8E-DF441A9DC9D0}" type="slidenum">
              <a:rPr lang="en-US" altLang="en-US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908720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9169797" y="6237313"/>
            <a:ext cx="302220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【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汇报结束</a:t>
            </a:r>
            <a:r>
              <a:rPr lang="en-US" altLang="zh-CN" sz="2400" b="1" dirty="0"/>
              <a:t>】</a:t>
            </a:r>
            <a:endParaRPr lang="zh-CN" altLang="en-US" sz="2400" b="1" dirty="0"/>
          </a:p>
        </p:txBody>
      </p:sp>
    </p:spTree>
  </p:cSld>
  <p:clrMapOvr>
    <a:masterClrMapping/>
  </p:clrMapOvr>
  <p:transition>
    <p:fade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9456373" y="548681"/>
            <a:ext cx="240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内部信息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09600" y="264604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hf sldNum="0" hdr="0" ftr="0" dt="0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908720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n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n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n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n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n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5360" y="116633"/>
            <a:ext cx="9999133" cy="4317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009" y="692696"/>
            <a:ext cx="10972800" cy="533385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l"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Font typeface="Wingdings" panose="05000000000000000000" pitchFamily="2" charset="2"/>
              <a:buChar char="l"/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 typeface="Wingdings" panose="05000000000000000000" pitchFamily="2" charset="2"/>
              <a:buChar char="l"/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buFont typeface="Wingdings" panose="05000000000000000000" pitchFamily="2" charset="2"/>
              <a:buChar char="l"/>
              <a:defRPr sz="1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fld id="{4B29A42D-52E8-44D5-AD31-B191D3BB3F2F}" type="slidenum">
              <a:rPr lang="zh-CN" altLang="en-US" sz="1200" b="1" smtClean="0">
                <a:solidFill>
                  <a:srgbClr val="E40077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>
              <a:solidFill>
                <a:srgbClr val="E400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9F409-7094-41FD-870C-92483869ECE2}" type="datetimeFigureOut">
              <a:rPr lang="en-US"/>
            </a:fld>
            <a:endParaRPr 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E0DBA-C8D6-49FD-937D-67760248D4A6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664620" y="6608388"/>
            <a:ext cx="5273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9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9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0" y="607578"/>
            <a:ext cx="10972800" cy="66118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endParaRPr lang="zh-CN" altLang="en-US" sz="1800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77091" y="257891"/>
            <a:ext cx="11549724" cy="611184"/>
          </a:xfrm>
          <a:prstGeom prst="rect">
            <a:avLst/>
          </a:prstGeom>
        </p:spPr>
        <p:txBody>
          <a:bodyPr vert="horz" lIns="72000" tIns="36000" rIns="72000" bIns="36000" rtlCol="0" anchor="ctr">
            <a:noAutofit/>
          </a:bodyPr>
          <a:lstStyle>
            <a:lvl1pPr marL="8255" indent="0" algn="l">
              <a:defRPr sz="2200" b="1">
                <a:solidFill>
                  <a:srgbClr val="0B85C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14" name="图片 1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135672" y="-64186"/>
            <a:ext cx="1873735" cy="1389056"/>
          </a:xfrm>
          <a:prstGeom prst="rect">
            <a:avLst/>
          </a:prstGeom>
        </p:spPr>
      </p:pic>
      <p:pic>
        <p:nvPicPr>
          <p:cNvPr id="15" name="图片 1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4668" y="5949933"/>
            <a:ext cx="1171760" cy="808704"/>
          </a:xfrm>
          <a:prstGeom prst="rect">
            <a:avLst/>
          </a:prstGeom>
        </p:spPr>
      </p:pic>
      <p:sp>
        <p:nvSpPr>
          <p:cNvPr id="16" name="内容占位符 2"/>
          <p:cNvSpPr>
            <a:spLocks noGrp="1"/>
          </p:cNvSpPr>
          <p:nvPr>
            <p:ph idx="1" hasCustomPrompt="1"/>
          </p:nvPr>
        </p:nvSpPr>
        <p:spPr>
          <a:xfrm>
            <a:off x="277091" y="937940"/>
            <a:ext cx="11549724" cy="547749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22225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35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65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65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marL="22225" marR="0" lvl="0" indent="0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dirty="0"/>
              <a:t>单击此处编辑母版</a:t>
            </a:r>
            <a:endParaRPr lang="zh-CN" altLang="en-US" dirty="0"/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77DA78-E013-4A8C-AD75-63A150561B10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>
    <p:fade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9" Type="http://schemas.openxmlformats.org/officeDocument/2006/relationships/theme" Target="../theme/theme2.xml"/><Relationship Id="rId18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7" Type="http://schemas.openxmlformats.org/officeDocument/2006/relationships/theme" Target="../theme/theme3.xml"/><Relationship Id="rId46" Type="http://schemas.openxmlformats.org/officeDocument/2006/relationships/image" Target="../media/image23.GIF"/><Relationship Id="rId45" Type="http://schemas.openxmlformats.org/officeDocument/2006/relationships/image" Target="../media/image8.png"/><Relationship Id="rId44" Type="http://schemas.openxmlformats.org/officeDocument/2006/relationships/image" Target="../media/image7.png"/><Relationship Id="rId43" Type="http://schemas.microsoft.com/office/2007/relationships/hdphoto" Target="../media/image6.wdp"/><Relationship Id="rId42" Type="http://schemas.openxmlformats.org/officeDocument/2006/relationships/image" Target="../media/image5.png"/><Relationship Id="rId41" Type="http://schemas.openxmlformats.org/officeDocument/2006/relationships/slideLayout" Target="../slideLayouts/slideLayout72.xml"/><Relationship Id="rId4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70.xml"/><Relationship Id="rId38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5" Type="http://schemas.openxmlformats.org/officeDocument/2006/relationships/theme" Target="../theme/theme4.xml"/><Relationship Id="rId44" Type="http://schemas.openxmlformats.org/officeDocument/2006/relationships/slideLayout" Target="../slideLayouts/slideLayout116.xml"/><Relationship Id="rId43" Type="http://schemas.openxmlformats.org/officeDocument/2006/relationships/slideLayout" Target="../slideLayouts/slideLayout115.xml"/><Relationship Id="rId42" Type="http://schemas.openxmlformats.org/officeDocument/2006/relationships/slideLayout" Target="../slideLayouts/slideLayout114.xml"/><Relationship Id="rId41" Type="http://schemas.openxmlformats.org/officeDocument/2006/relationships/slideLayout" Target="../slideLayouts/slideLayout113.xml"/><Relationship Id="rId4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09.xml"/><Relationship Id="rId36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07.xml"/><Relationship Id="rId34" Type="http://schemas.openxmlformats.org/officeDocument/2006/relationships/slideLayout" Target="../slideLayouts/slideLayout106.xml"/><Relationship Id="rId33" Type="http://schemas.openxmlformats.org/officeDocument/2006/relationships/slideLayout" Target="../slideLayouts/slideLayout105.xml"/><Relationship Id="rId32" Type="http://schemas.openxmlformats.org/officeDocument/2006/relationships/slideLayout" Target="../slideLayouts/slideLayout104.xml"/><Relationship Id="rId31" Type="http://schemas.openxmlformats.org/officeDocument/2006/relationships/slideLayout" Target="../slideLayouts/slideLayout103.xml"/><Relationship Id="rId30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99.xml"/><Relationship Id="rId26" Type="http://schemas.openxmlformats.org/officeDocument/2006/relationships/slideLayout" Target="../slideLayouts/slideLayout98.xml"/><Relationship Id="rId25" Type="http://schemas.openxmlformats.org/officeDocument/2006/relationships/slideLayout" Target="../slideLayouts/slideLayout97.xml"/><Relationship Id="rId24" Type="http://schemas.openxmlformats.org/officeDocument/2006/relationships/slideLayout" Target="../slideLayouts/slideLayout96.xml"/><Relationship Id="rId23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92.xml"/><Relationship Id="rId2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19.xml"/><Relationship Id="rId24" Type="http://schemas.openxmlformats.org/officeDocument/2006/relationships/theme" Target="../theme/theme5.xml"/><Relationship Id="rId23" Type="http://schemas.openxmlformats.org/officeDocument/2006/relationships/slideLayout" Target="../slideLayouts/slideLayout139.xml"/><Relationship Id="rId22" Type="http://schemas.openxmlformats.org/officeDocument/2006/relationships/slideLayout" Target="../slideLayouts/slideLayout138.xml"/><Relationship Id="rId21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18.xml"/><Relationship Id="rId19" Type="http://schemas.openxmlformats.org/officeDocument/2006/relationships/slideLayout" Target="../slideLayouts/slideLayout135.xml"/><Relationship Id="rId18" Type="http://schemas.openxmlformats.org/officeDocument/2006/relationships/slideLayout" Target="../slideLayouts/slideLayout134.xml"/><Relationship Id="rId17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1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8.xml"/><Relationship Id="rId8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44.xml"/><Relationship Id="rId49" Type="http://schemas.openxmlformats.org/officeDocument/2006/relationships/theme" Target="../theme/theme6.xml"/><Relationship Id="rId48" Type="http://schemas.openxmlformats.org/officeDocument/2006/relationships/image" Target="../media/image23.GIF"/><Relationship Id="rId47" Type="http://schemas.openxmlformats.org/officeDocument/2006/relationships/image" Target="../media/image8.png"/><Relationship Id="rId46" Type="http://schemas.openxmlformats.org/officeDocument/2006/relationships/image" Target="../media/image7.png"/><Relationship Id="rId45" Type="http://schemas.microsoft.com/office/2007/relationships/hdphoto" Target="../media/image6.wdp"/><Relationship Id="rId44" Type="http://schemas.openxmlformats.org/officeDocument/2006/relationships/image" Target="../media/image5.png"/><Relationship Id="rId43" Type="http://schemas.openxmlformats.org/officeDocument/2006/relationships/slideLayout" Target="../slideLayouts/slideLayout182.xml"/><Relationship Id="rId42" Type="http://schemas.openxmlformats.org/officeDocument/2006/relationships/slideLayout" Target="../slideLayouts/slideLayout181.xml"/><Relationship Id="rId41" Type="http://schemas.openxmlformats.org/officeDocument/2006/relationships/slideLayout" Target="../slideLayouts/slideLayout180.xml"/><Relationship Id="rId40" Type="http://schemas.openxmlformats.org/officeDocument/2006/relationships/slideLayout" Target="../slideLayouts/slideLayout179.xml"/><Relationship Id="rId4" Type="http://schemas.openxmlformats.org/officeDocument/2006/relationships/slideLayout" Target="../slideLayouts/slideLayout143.xml"/><Relationship Id="rId39" Type="http://schemas.openxmlformats.org/officeDocument/2006/relationships/slideLayout" Target="../slideLayouts/slideLayout178.xml"/><Relationship Id="rId38" Type="http://schemas.openxmlformats.org/officeDocument/2006/relationships/slideLayout" Target="../slideLayouts/slideLayout177.xml"/><Relationship Id="rId37" Type="http://schemas.openxmlformats.org/officeDocument/2006/relationships/slideLayout" Target="../slideLayouts/slideLayout176.xml"/><Relationship Id="rId36" Type="http://schemas.openxmlformats.org/officeDocument/2006/relationships/slideLayout" Target="../slideLayouts/slideLayout175.xml"/><Relationship Id="rId35" Type="http://schemas.openxmlformats.org/officeDocument/2006/relationships/slideLayout" Target="../slideLayouts/slideLayout174.xml"/><Relationship Id="rId34" Type="http://schemas.openxmlformats.org/officeDocument/2006/relationships/slideLayout" Target="../slideLayouts/slideLayout173.xml"/><Relationship Id="rId33" Type="http://schemas.openxmlformats.org/officeDocument/2006/relationships/slideLayout" Target="../slideLayouts/slideLayout172.xml"/><Relationship Id="rId32" Type="http://schemas.openxmlformats.org/officeDocument/2006/relationships/slideLayout" Target="../slideLayouts/slideLayout171.xml"/><Relationship Id="rId31" Type="http://schemas.openxmlformats.org/officeDocument/2006/relationships/slideLayout" Target="../slideLayouts/slideLayout170.xml"/><Relationship Id="rId30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42.xml"/><Relationship Id="rId29" Type="http://schemas.openxmlformats.org/officeDocument/2006/relationships/slideLayout" Target="../slideLayouts/slideLayout168.xml"/><Relationship Id="rId28" Type="http://schemas.openxmlformats.org/officeDocument/2006/relationships/slideLayout" Target="../slideLayouts/slideLayout167.xml"/><Relationship Id="rId27" Type="http://schemas.openxmlformats.org/officeDocument/2006/relationships/slideLayout" Target="../slideLayouts/slideLayout166.xml"/><Relationship Id="rId26" Type="http://schemas.openxmlformats.org/officeDocument/2006/relationships/slideLayout" Target="../slideLayouts/slideLayout165.xml"/><Relationship Id="rId25" Type="http://schemas.openxmlformats.org/officeDocument/2006/relationships/slideLayout" Target="../slideLayouts/slideLayout164.xml"/><Relationship Id="rId24" Type="http://schemas.openxmlformats.org/officeDocument/2006/relationships/slideLayout" Target="../slideLayouts/slideLayout163.xml"/><Relationship Id="rId23" Type="http://schemas.openxmlformats.org/officeDocument/2006/relationships/slideLayout" Target="../slideLayouts/slideLayout162.xml"/><Relationship Id="rId22" Type="http://schemas.openxmlformats.org/officeDocument/2006/relationships/slideLayout" Target="../slideLayouts/slideLayout161.xml"/><Relationship Id="rId21" Type="http://schemas.openxmlformats.org/officeDocument/2006/relationships/slideLayout" Target="../slideLayouts/slideLayout160.xml"/><Relationship Id="rId20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41.xml"/><Relationship Id="rId19" Type="http://schemas.openxmlformats.org/officeDocument/2006/relationships/slideLayout" Target="../slideLayouts/slideLayout158.xml"/><Relationship Id="rId18" Type="http://schemas.openxmlformats.org/officeDocument/2006/relationships/slideLayout" Target="../slideLayouts/slideLayout157.xml"/><Relationship Id="rId17" Type="http://schemas.openxmlformats.org/officeDocument/2006/relationships/slideLayout" Target="../slideLayouts/slideLayout156.xml"/><Relationship Id="rId16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03947"/>
            </a:gs>
            <a:gs pos="100000">
              <a:srgbClr val="0A1D3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 bwMode="auto">
          <a:xfrm>
            <a:off x="335360" y="365126"/>
            <a:ext cx="11521280" cy="1143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l" defTabSz="913765">
              <a:lnSpc>
                <a:spcPct val="75000"/>
              </a:lnSpc>
              <a:spcBef>
                <a:spcPts val="0"/>
              </a:spcBef>
              <a:buNone/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36002" y="6432000"/>
            <a:ext cx="77220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5" b="0" i="0">
                <a:solidFill>
                  <a:schemeClr val="accent5">
                    <a:lumMod val="40000"/>
                    <a:lumOff val="60000"/>
                  </a:schemeClr>
                </a:solidFill>
                <a:latin typeface="+mn-ea"/>
              </a:defRPr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344544" y="1826684"/>
            <a:ext cx="11512096" cy="4349749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lnSpc>
                <a:spcPts val="3465"/>
              </a:lnSpc>
              <a:spcAft>
                <a:spcPts val="1335"/>
              </a:spcAft>
              <a:defRPr/>
            </a:pPr>
            <a:r>
              <a:rPr lang="zh-CN"/>
              <a:t>第五级</a:t>
            </a:r>
            <a:endParaRPr lang="en-US"/>
          </a:p>
          <a:p>
            <a:pPr lvl="5">
              <a:lnSpc>
                <a:spcPts val="3465"/>
              </a:lnSpc>
              <a:spcAft>
                <a:spcPts val="1335"/>
              </a:spcAft>
              <a:defRPr/>
            </a:pPr>
            <a:r>
              <a:rPr lang="zh-CN"/>
              <a:t>第六级</a:t>
            </a:r>
            <a:endParaRPr lang="en-US"/>
          </a:p>
          <a:p>
            <a:pPr lvl="6">
              <a:lnSpc>
                <a:spcPts val="3465"/>
              </a:lnSpc>
              <a:spcAft>
                <a:spcPts val="1335"/>
              </a:spcAft>
              <a:defRPr/>
            </a:pPr>
            <a:r>
              <a:rPr lang="zh-CN"/>
              <a:t>第七级</a:t>
            </a:r>
            <a:endParaRPr 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219200">
              <a:defRPr lang="zh-CN" sz="1200" b="0" i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cs typeface="Open Sans"/>
              </a:defRPr>
            </a:lvl1pPr>
            <a:lvl2pPr marL="609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219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828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4pPr>
            <a:lvl5pPr marL="24384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5pPr>
            <a:lvl6pPr marL="30480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6pPr>
            <a:lvl7pPr marL="3657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7pPr>
            <a:lvl8pPr marL="4267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8pPr>
            <a:lvl9pPr marL="4876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</p:sldLayoutIdLst>
  <p:hf hdr="0" dt="0"/>
  <p:txStyles>
    <p:titleStyle>
      <a:lvl1pPr marL="0" indent="0" algn="l" defTabSz="609600">
        <a:lnSpc>
          <a:spcPct val="80000"/>
        </a:lnSpc>
        <a:spcBef>
          <a:spcPts val="1200"/>
        </a:spcBef>
        <a:buFontTx/>
        <a:buNone/>
        <a:defRPr lang="zh-CN" sz="4800" b="0" i="0" spc="0">
          <a:solidFill>
            <a:schemeClr val="tx1"/>
          </a:solidFill>
          <a:latin typeface="+mj-ea"/>
          <a:cs typeface="+mj-cs"/>
        </a:defRPr>
      </a:lvl1pPr>
    </p:titleStyle>
    <p:bodyStyle>
      <a:lvl1pPr marL="0" indent="0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60000"/>
        <a:buFont typeface="Wingdings" panose="05000000000000000000"/>
        <a:buNone/>
        <a:defRPr lang="zh-CN" sz="2135">
          <a:solidFill>
            <a:schemeClr val="tx1"/>
          </a:solidFill>
          <a:latin typeface="+mn-ea"/>
          <a:cs typeface="Arial" panose="020B0604020202020204"/>
        </a:defRPr>
      </a:lvl1pPr>
      <a:lvl2pPr marL="480060" indent="-228600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100000"/>
        <a:buFont typeface="Arial" panose="020B0604020202020204"/>
        <a:buChar char="•"/>
        <a:defRPr lang="zh-CN" sz="1865">
          <a:solidFill>
            <a:schemeClr val="tx1"/>
          </a:solidFill>
          <a:latin typeface="+mn-ea"/>
          <a:cs typeface="Arial" panose="020B0604020202020204"/>
        </a:defRPr>
      </a:lvl2pPr>
      <a:lvl3pPr marL="720090" indent="-228600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100000"/>
        <a:buFont typeface="Arial" panose="020B0604020202020204"/>
        <a:buChar char="•"/>
        <a:defRPr lang="zh-CN" sz="1600">
          <a:solidFill>
            <a:schemeClr val="tx1"/>
          </a:solidFill>
          <a:latin typeface="+mn-ea"/>
          <a:cs typeface="Arial" panose="020B0604020202020204"/>
        </a:defRPr>
      </a:lvl3pPr>
      <a:lvl4pPr marL="960120" indent="-191770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100000"/>
        <a:buFont typeface="Arial" panose="020B0604020202020204"/>
        <a:buChar char="•"/>
        <a:defRPr lang="zh-CN" sz="1465">
          <a:solidFill>
            <a:schemeClr val="tx1"/>
          </a:solidFill>
          <a:latin typeface="+mn-ea"/>
          <a:cs typeface="Arial" panose="020B0604020202020204"/>
        </a:defRPr>
      </a:lvl4pPr>
      <a:lvl5pPr marL="1200150" marR="0" indent="-182245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100000"/>
        <a:buFont typeface="Arial" panose="020B0604020202020204"/>
        <a:buChar char="•"/>
        <a:defRPr lang="en-US" sz="1335">
          <a:solidFill>
            <a:schemeClr val="tx1"/>
          </a:solidFill>
          <a:latin typeface="+mn-ea"/>
          <a:cs typeface="Arial" panose="020B0604020202020204"/>
        </a:defRPr>
      </a:lvl5pPr>
      <a:lvl6pPr marL="1391920" indent="-163195" algn="l" defTabSz="913765">
        <a:lnSpc>
          <a:spcPct val="170000"/>
        </a:lnSpc>
        <a:spcBef>
          <a:spcPts val="0"/>
        </a:spcBef>
        <a:buSzPct val="100000"/>
        <a:buFont typeface="Arial" panose="020B0604020202020204"/>
        <a:buChar char="•"/>
        <a:defRPr sz="1200">
          <a:solidFill>
            <a:schemeClr val="tx1"/>
          </a:solidFill>
          <a:latin typeface="+mn-lt"/>
          <a:cs typeface="+mn-cs"/>
        </a:defRPr>
      </a:lvl6pPr>
      <a:lvl7pPr marL="1631950" indent="-153670" algn="l" defTabSz="913765">
        <a:lnSpc>
          <a:spcPct val="90000"/>
        </a:lnSpc>
        <a:spcBef>
          <a:spcPts val="0"/>
        </a:spcBef>
        <a:buSzPct val="100000"/>
        <a:buFont typeface="Arial" panose="020B0604020202020204"/>
        <a:buChar char="•"/>
        <a:defRPr sz="1065">
          <a:solidFill>
            <a:schemeClr val="tx1"/>
          </a:solidFill>
          <a:latin typeface="+mn-lt"/>
          <a:cs typeface="+mn-cs"/>
        </a:defRPr>
      </a:lvl7pPr>
      <a:lvl8pPr marL="34290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cs typeface="+mn-cs"/>
        </a:defRPr>
      </a:lvl8pPr>
      <a:lvl9pPr marL="38862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3765">
        <a:defRPr sz="1800">
          <a:solidFill>
            <a:schemeClr val="tx1"/>
          </a:solidFill>
          <a:latin typeface="+mn-lt"/>
          <a:cs typeface="+mn-cs"/>
        </a:defRPr>
      </a:lvl1pPr>
      <a:lvl2pPr marL="457200" algn="l" defTabSz="913765">
        <a:defRPr sz="1800">
          <a:solidFill>
            <a:schemeClr val="tx1"/>
          </a:solidFill>
          <a:latin typeface="+mn-lt"/>
          <a:cs typeface="+mn-cs"/>
        </a:defRPr>
      </a:lvl2pPr>
      <a:lvl3pPr marL="914400" algn="l" defTabSz="913765">
        <a:defRPr sz="1800">
          <a:solidFill>
            <a:schemeClr val="tx1"/>
          </a:solidFill>
          <a:latin typeface="+mn-lt"/>
          <a:cs typeface="+mn-cs"/>
        </a:defRPr>
      </a:lvl3pPr>
      <a:lvl4pPr marL="1371600" algn="l" defTabSz="913765">
        <a:defRPr sz="1800">
          <a:solidFill>
            <a:schemeClr val="tx1"/>
          </a:solidFill>
          <a:latin typeface="+mn-lt"/>
          <a:cs typeface="+mn-cs"/>
        </a:defRPr>
      </a:lvl4pPr>
      <a:lvl5pPr marL="1828800" algn="l" defTabSz="913765">
        <a:defRPr sz="1800">
          <a:solidFill>
            <a:schemeClr val="tx1"/>
          </a:solidFill>
          <a:latin typeface="+mn-lt"/>
          <a:cs typeface="+mn-cs"/>
        </a:defRPr>
      </a:lvl5pPr>
      <a:lvl6pPr marL="2286000" algn="l" defTabSz="913765">
        <a:defRPr sz="1800">
          <a:solidFill>
            <a:schemeClr val="tx1"/>
          </a:solidFill>
          <a:latin typeface="+mn-lt"/>
          <a:cs typeface="+mn-cs"/>
        </a:defRPr>
      </a:lvl6pPr>
      <a:lvl7pPr marL="2743200" algn="l" defTabSz="913765">
        <a:defRPr sz="1800">
          <a:solidFill>
            <a:schemeClr val="tx1"/>
          </a:solidFill>
          <a:latin typeface="+mn-lt"/>
          <a:cs typeface="+mn-cs"/>
        </a:defRPr>
      </a:lvl7pPr>
      <a:lvl8pPr marL="3200400" algn="l" defTabSz="913765">
        <a:defRPr sz="1800">
          <a:solidFill>
            <a:schemeClr val="tx1"/>
          </a:solidFill>
          <a:latin typeface="+mn-lt"/>
          <a:cs typeface="+mn-cs"/>
        </a:defRPr>
      </a:lvl8pPr>
      <a:lvl9pPr marL="3657600" algn="l" defTabSz="913765">
        <a:defRPr sz="1800">
          <a:solidFill>
            <a:schemeClr val="tx1"/>
          </a:solidFill>
          <a:latin typeface="+mn-lt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0" y="12454"/>
            <a:ext cx="10800523" cy="824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239184" y="908720"/>
            <a:ext cx="11713633" cy="864096"/>
          </a:xfrm>
          <a:prstGeom prst="rect">
            <a:avLst/>
          </a:prstGeom>
        </p:spPr>
        <p:txBody>
          <a:bodyPr vert="horz" lIns="36000" tIns="45720" rIns="3600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Text Box 13"/>
          <p:cNvSpPr txBox="1">
            <a:spLocks noChangeArrowheads="1"/>
          </p:cNvSpPr>
          <p:nvPr userDrawn="1"/>
        </p:nvSpPr>
        <p:spPr bwMode="auto">
          <a:xfrm>
            <a:off x="9840416" y="6487452"/>
            <a:ext cx="1871133" cy="253916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pPr algn="r" eaLnBrk="1" hangingPunct="1">
              <a:defRPr/>
            </a:pPr>
            <a:r>
              <a:rPr kumimoji="0" lang="en-US" altLang="zh-CN" sz="1050" dirty="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fld id="{34C087EA-7A33-4C27-8E95-F4034CB4C40B}" type="slidenum">
              <a:rPr kumimoji="0" lang="en-US" altLang="zh-CN" sz="1050" dirty="0" smtClean="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</a:fld>
            <a:r>
              <a:rPr kumimoji="0" lang="en-US" altLang="zh-CN" sz="1050" dirty="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endParaRPr kumimoji="0" lang="en-US" altLang="zh-CN" sz="1050" dirty="0">
              <a:solidFill>
                <a:prstClr val="black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2" cstate="print"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1913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810" y="-168399"/>
            <a:ext cx="2203309" cy="138905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68" y="5949933"/>
            <a:ext cx="1171760" cy="8087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716" r:id="rId35"/>
    <p:sldLayoutId id="2147483717" r:id="rId36"/>
    <p:sldLayoutId id="2147483718" r:id="rId37"/>
    <p:sldLayoutId id="2147483719" r:id="rId38"/>
    <p:sldLayoutId id="2147483720" r:id="rId39"/>
    <p:sldLayoutId id="2147483721" r:id="rId40"/>
    <p:sldLayoutId id="2147483722" r:id="rId41"/>
  </p:sldLayoutIdLst>
  <p:transition>
    <p:fade/>
  </p:transition>
  <p:hf hdr="0" ftr="0" dt="0"/>
  <p:txStyles>
    <p:titleStyle>
      <a:lvl1pPr marL="92075" indent="0"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华文细黑" panose="02010600040101010101" pitchFamily="2" charset="-122"/>
          <a:ea typeface="华文细黑" panose="02010600040101010101" pitchFamily="2" charset="-122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30000"/>
        </a:lnSpc>
        <a:spcBef>
          <a:spcPct val="20000"/>
        </a:spcBef>
        <a:buFontTx/>
        <a:buBlip>
          <a:blip r:embed="rId46"/>
        </a:buBlip>
        <a:defRPr sz="1600" b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742950" indent="-285750" algn="l" defTabSz="914400" rtl="0" eaLnBrk="1" latinLnBrk="0" hangingPunct="1">
        <a:lnSpc>
          <a:spcPct val="130000"/>
        </a:lnSpc>
        <a:spcBef>
          <a:spcPct val="20000"/>
        </a:spcBef>
        <a:buFont typeface="Arial" panose="020B0604020202020204" pitchFamily="34" charset="0"/>
        <a:buChar char="–"/>
        <a:defRPr sz="1400" b="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303947"/>
            </a:gs>
            <a:gs pos="100000">
              <a:srgbClr val="0A1D3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35360" y="365125"/>
            <a:ext cx="11521280" cy="1143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l" defTabSz="685165" rtl="0" eaLnBrk="1" latinLnBrk="0" hangingPunct="1">
              <a:lnSpc>
                <a:spcPct val="75000"/>
              </a:lnSpc>
              <a:spcBef>
                <a:spcPct val="0"/>
              </a:spcBef>
              <a:buNone/>
            </a:pPr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6001" y="6432000"/>
            <a:ext cx="77220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5" b="0" i="0">
                <a:solidFill>
                  <a:schemeClr val="accent5">
                    <a:lumMod val="40000"/>
                    <a:lumOff val="60000"/>
                  </a:schemeClr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344544" y="1826684"/>
            <a:ext cx="11512096" cy="4349749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>
              <a:lnSpc>
                <a:spcPts val="2600"/>
              </a:lnSpc>
              <a:spcAft>
                <a:spcPts val="1000"/>
              </a:spcAft>
            </a:pPr>
            <a:r>
              <a:rPr lang="zh-CN" altLang="en-US" dirty="0"/>
              <a:t>第五级</a:t>
            </a:r>
            <a:endParaRPr lang="en-US" altLang="zh-CN" dirty="0"/>
          </a:p>
          <a:p>
            <a:pPr lvl="5">
              <a:lnSpc>
                <a:spcPts val="2600"/>
              </a:lnSpc>
              <a:spcAft>
                <a:spcPts val="1000"/>
              </a:spcAft>
            </a:pPr>
            <a:r>
              <a:rPr lang="zh-CN" altLang="en-US" dirty="0"/>
              <a:t>第六级</a:t>
            </a:r>
            <a:endParaRPr lang="en-US" altLang="zh-CN" dirty="0"/>
          </a:p>
          <a:p>
            <a:pPr lvl="6">
              <a:lnSpc>
                <a:spcPts val="2600"/>
              </a:lnSpc>
              <a:spcAft>
                <a:spcPts val="1000"/>
              </a:spcAft>
            </a:pPr>
            <a:r>
              <a:rPr lang="zh-CN" altLang="en-US" dirty="0"/>
              <a:t>第七级</a:t>
            </a:r>
            <a:endParaRPr lang="zh-CN" altLang="en-US" dirty="0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427" y="6430948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zh-CN" altLang="en-US" sz="1200" b="0" i="0" kern="120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07B671-1C97-406F-9CC6-C711624DAA13}" type="slidenum">
              <a:rPr lang="en-US" altLang="zh-CN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  <p:sldLayoutId id="2147483754" r:id="rId31"/>
    <p:sldLayoutId id="2147483755" r:id="rId32"/>
    <p:sldLayoutId id="2147483756" r:id="rId33"/>
    <p:sldLayoutId id="2147483757" r:id="rId34"/>
    <p:sldLayoutId id="2147483758" r:id="rId35"/>
    <p:sldLayoutId id="2147483759" r:id="rId36"/>
    <p:sldLayoutId id="2147483760" r:id="rId37"/>
    <p:sldLayoutId id="2147483761" r:id="rId38"/>
    <p:sldLayoutId id="2147483762" r:id="rId39"/>
    <p:sldLayoutId id="2147483763" r:id="rId40"/>
    <p:sldLayoutId id="2147483764" r:id="rId41"/>
    <p:sldLayoutId id="2147483765" r:id="rId42"/>
    <p:sldLayoutId id="2147483766" r:id="rId43"/>
    <p:sldLayoutId id="2147483767" r:id="rId44"/>
  </p:sldLayoutIdLst>
  <p:hf hdr="0" dt="0"/>
  <p:txStyles>
    <p:titleStyle>
      <a:lvl1pPr marL="0" indent="0" algn="l" defTabSz="609600" rtl="0" eaLnBrk="1" latinLnBrk="0" hangingPunct="1">
        <a:lnSpc>
          <a:spcPct val="80000"/>
        </a:lnSpc>
        <a:spcBef>
          <a:spcPts val="1200"/>
        </a:spcBef>
        <a:buFontTx/>
        <a:buNone/>
        <a:defRPr kumimoji="1" lang="zh-CN" altLang="en-US" sz="4800" b="0" i="0" kern="1200" spc="0" dirty="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0" indent="0" algn="l" defTabSz="913765" rtl="0" eaLnBrk="1" latinLnBrk="0" hangingPunct="1">
        <a:lnSpc>
          <a:spcPts val="2600"/>
        </a:lnSpc>
        <a:spcBef>
          <a:spcPts val="0"/>
        </a:spcBef>
        <a:spcAft>
          <a:spcPts val="1000"/>
        </a:spcAft>
        <a:buClrTx/>
        <a:buSzPct val="60000"/>
        <a:buFont typeface="Wingdings" panose="05000000000000000000" pitchFamily="2" charset="2"/>
        <a:buNone/>
        <a:defRPr lang="zh-CN" altLang="en-US" sz="2135" kern="1200" dirty="0" smtClean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1pPr>
      <a:lvl2pPr marL="480060" indent="-228600" algn="l" defTabSz="913765" rtl="0" eaLnBrk="1" latinLnBrk="0" hangingPunct="1">
        <a:lnSpc>
          <a:spcPts val="26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zh-CN" altLang="en-US" sz="1865" kern="1200" dirty="0" smtClean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2pPr>
      <a:lvl3pPr marL="719455" indent="-228600" algn="l" defTabSz="913765" rtl="0" eaLnBrk="1" latinLnBrk="0" hangingPunct="1">
        <a:lnSpc>
          <a:spcPts val="26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zh-CN" altLang="en-US" sz="1600" kern="1200" dirty="0" smtClean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3pPr>
      <a:lvl4pPr marL="960120" indent="-192405" algn="l" defTabSz="913765" rtl="0" eaLnBrk="1" latinLnBrk="0" hangingPunct="1">
        <a:lnSpc>
          <a:spcPts val="26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zh-CN" altLang="en-US" sz="1465" kern="1200" dirty="0" smtClean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4pPr>
      <a:lvl5pPr marL="1199515" marR="0" indent="-182245" algn="l" defTabSz="913765" rtl="0" eaLnBrk="1" fontAlgn="auto" latinLnBrk="0" hangingPunct="1">
        <a:lnSpc>
          <a:spcPts val="26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altLang="zh-CN" sz="1335" kern="1200" dirty="0" smtClean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5pPr>
      <a:lvl6pPr marL="1391920" indent="-163195" algn="l" defTabSz="913765" rtl="0" eaLnBrk="1" latinLnBrk="0" hangingPunct="1">
        <a:lnSpc>
          <a:spcPct val="17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632585" indent="-153035" algn="l" defTabSz="913765" rtl="0" eaLnBrk="1" latinLnBrk="0" hangingPunct="1">
        <a:lnSpc>
          <a:spcPct val="9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03947"/>
            </a:gs>
            <a:gs pos="100000">
              <a:srgbClr val="0A1D3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 bwMode="auto">
          <a:xfrm>
            <a:off x="335360" y="365126"/>
            <a:ext cx="11521280" cy="1143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l" defTabSz="913765">
              <a:lnSpc>
                <a:spcPct val="75000"/>
              </a:lnSpc>
              <a:spcBef>
                <a:spcPts val="0"/>
              </a:spcBef>
              <a:buNone/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36002" y="6432000"/>
            <a:ext cx="77220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5" b="0" i="0">
                <a:solidFill>
                  <a:schemeClr val="accent5">
                    <a:lumMod val="40000"/>
                    <a:lumOff val="60000"/>
                  </a:schemeClr>
                </a:solidFill>
                <a:latin typeface="+mn-ea"/>
              </a:defRPr>
            </a:lvl1pPr>
          </a:lstStyle>
          <a:p>
            <a:pPr algn="l">
              <a:defRPr/>
            </a:pPr>
            <a:r>
              <a:rPr lang="zh-CN"/>
              <a:t>文档中的全部内容属亚信科技所有，未经允许，不可全部或部分发表、复制、使用于任何目的。</a:t>
            </a:r>
            <a:endParaRPr lang="zh-CN"/>
          </a:p>
        </p:txBody>
      </p:sp>
      <p:sp>
        <p:nvSpPr>
          <p:cNvPr id="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344544" y="1826684"/>
            <a:ext cx="11512096" cy="4349749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lnSpc>
                <a:spcPts val="3465"/>
              </a:lnSpc>
              <a:spcAft>
                <a:spcPts val="1335"/>
              </a:spcAft>
              <a:defRPr/>
            </a:pPr>
            <a:r>
              <a:rPr lang="zh-CN"/>
              <a:t>第五级</a:t>
            </a:r>
            <a:endParaRPr lang="en-US"/>
          </a:p>
          <a:p>
            <a:pPr lvl="5">
              <a:lnSpc>
                <a:spcPts val="3465"/>
              </a:lnSpc>
              <a:spcAft>
                <a:spcPts val="1335"/>
              </a:spcAft>
              <a:defRPr/>
            </a:pPr>
            <a:r>
              <a:rPr lang="zh-CN"/>
              <a:t>第六级</a:t>
            </a:r>
            <a:endParaRPr lang="en-US"/>
          </a:p>
          <a:p>
            <a:pPr lvl="6">
              <a:lnSpc>
                <a:spcPts val="3465"/>
              </a:lnSpc>
              <a:spcAft>
                <a:spcPts val="1335"/>
              </a:spcAft>
              <a:defRPr/>
            </a:pPr>
            <a:r>
              <a:rPr lang="zh-CN"/>
              <a:t>第七级</a:t>
            </a:r>
            <a:endParaRPr 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936427" y="6430949"/>
            <a:ext cx="192021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219200">
              <a:defRPr lang="zh-CN" sz="1200" b="0" i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cs typeface="Open Sans"/>
              </a:defRPr>
            </a:lvl1pPr>
            <a:lvl2pPr marL="609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219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828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4pPr>
            <a:lvl5pPr marL="24384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5pPr>
            <a:lvl6pPr marL="30480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6pPr>
            <a:lvl7pPr marL="36576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7pPr>
            <a:lvl8pPr marL="42672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8pPr>
            <a:lvl9pPr marL="4876800" algn="l" defTabSz="1219200">
              <a:defRPr sz="2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fld id="{FB07B671-1C97-406F-9CC6-C711624DAA13}" type="slidenum">
              <a:rPr lang="en-US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</p:sldLayoutIdLst>
  <p:hf hdr="0" dt="0"/>
  <p:txStyles>
    <p:titleStyle>
      <a:lvl1pPr marL="0" indent="0" algn="l" defTabSz="609600">
        <a:lnSpc>
          <a:spcPct val="80000"/>
        </a:lnSpc>
        <a:spcBef>
          <a:spcPts val="1200"/>
        </a:spcBef>
        <a:buFontTx/>
        <a:buNone/>
        <a:defRPr lang="zh-CN" sz="4800" b="0" i="0" spc="0">
          <a:solidFill>
            <a:schemeClr val="tx1"/>
          </a:solidFill>
          <a:latin typeface="+mj-ea"/>
          <a:cs typeface="+mj-cs"/>
        </a:defRPr>
      </a:lvl1pPr>
    </p:titleStyle>
    <p:bodyStyle>
      <a:lvl1pPr marL="0" indent="0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60000"/>
        <a:buFont typeface="Wingdings" panose="05000000000000000000"/>
        <a:buNone/>
        <a:defRPr lang="zh-CN" sz="2135">
          <a:solidFill>
            <a:schemeClr val="tx1"/>
          </a:solidFill>
          <a:latin typeface="+mn-ea"/>
          <a:cs typeface="Arial" panose="020B0604020202020204"/>
        </a:defRPr>
      </a:lvl1pPr>
      <a:lvl2pPr marL="480060" indent="-228600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100000"/>
        <a:buFont typeface="Arial" panose="020B0604020202020204"/>
        <a:buChar char="•"/>
        <a:defRPr lang="zh-CN" sz="1865">
          <a:solidFill>
            <a:schemeClr val="tx1"/>
          </a:solidFill>
          <a:latin typeface="+mn-ea"/>
          <a:cs typeface="Arial" panose="020B0604020202020204"/>
        </a:defRPr>
      </a:lvl2pPr>
      <a:lvl3pPr marL="719455" indent="-228600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100000"/>
        <a:buFont typeface="Arial" panose="020B0604020202020204"/>
        <a:buChar char="•"/>
        <a:defRPr lang="zh-CN" sz="1600">
          <a:solidFill>
            <a:schemeClr val="tx1"/>
          </a:solidFill>
          <a:latin typeface="+mn-ea"/>
          <a:cs typeface="Arial" panose="020B0604020202020204"/>
        </a:defRPr>
      </a:lvl3pPr>
      <a:lvl4pPr marL="960120" indent="-192405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100000"/>
        <a:buFont typeface="Arial" panose="020B0604020202020204"/>
        <a:buChar char="•"/>
        <a:defRPr lang="zh-CN" sz="1465">
          <a:solidFill>
            <a:schemeClr val="tx1"/>
          </a:solidFill>
          <a:latin typeface="+mn-ea"/>
          <a:cs typeface="Arial" panose="020B0604020202020204"/>
        </a:defRPr>
      </a:lvl4pPr>
      <a:lvl5pPr marL="1199515" marR="0" indent="-182245" algn="l" defTabSz="913765">
        <a:lnSpc>
          <a:spcPts val="3465"/>
        </a:lnSpc>
        <a:spcBef>
          <a:spcPts val="0"/>
        </a:spcBef>
        <a:spcAft>
          <a:spcPts val="1335"/>
        </a:spcAft>
        <a:buClrTx/>
        <a:buSzPct val="100000"/>
        <a:buFont typeface="Arial" panose="020B0604020202020204"/>
        <a:buChar char="•"/>
        <a:defRPr lang="en-US" sz="1335">
          <a:solidFill>
            <a:schemeClr val="tx1"/>
          </a:solidFill>
          <a:latin typeface="+mn-ea"/>
          <a:cs typeface="Arial" panose="020B0604020202020204"/>
        </a:defRPr>
      </a:lvl5pPr>
      <a:lvl6pPr marL="1391920" indent="-163195" algn="l" defTabSz="913765">
        <a:lnSpc>
          <a:spcPct val="170000"/>
        </a:lnSpc>
        <a:spcBef>
          <a:spcPts val="0"/>
        </a:spcBef>
        <a:buSzPct val="100000"/>
        <a:buFont typeface="Arial" panose="020B0604020202020204"/>
        <a:buChar char="•"/>
        <a:defRPr sz="1200">
          <a:solidFill>
            <a:schemeClr val="tx1"/>
          </a:solidFill>
          <a:latin typeface="+mn-lt"/>
          <a:cs typeface="+mn-cs"/>
        </a:defRPr>
      </a:lvl6pPr>
      <a:lvl7pPr marL="1632585" indent="-153035" algn="l" defTabSz="913765">
        <a:lnSpc>
          <a:spcPct val="90000"/>
        </a:lnSpc>
        <a:spcBef>
          <a:spcPts val="0"/>
        </a:spcBef>
        <a:buSzPct val="100000"/>
        <a:buFont typeface="Arial" panose="020B0604020202020204"/>
        <a:buChar char="•"/>
        <a:defRPr sz="1065">
          <a:solidFill>
            <a:schemeClr val="tx1"/>
          </a:solidFill>
          <a:latin typeface="+mn-lt"/>
          <a:cs typeface="+mn-cs"/>
        </a:defRPr>
      </a:lvl7pPr>
      <a:lvl8pPr marL="34290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cs typeface="+mn-cs"/>
        </a:defRPr>
      </a:lvl8pPr>
      <a:lvl9pPr marL="38862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3765">
        <a:defRPr sz="1800">
          <a:solidFill>
            <a:schemeClr val="tx1"/>
          </a:solidFill>
          <a:latin typeface="+mn-lt"/>
          <a:cs typeface="+mn-cs"/>
        </a:defRPr>
      </a:lvl1pPr>
      <a:lvl2pPr marL="457200" algn="l" defTabSz="913765">
        <a:defRPr sz="1800">
          <a:solidFill>
            <a:schemeClr val="tx1"/>
          </a:solidFill>
          <a:latin typeface="+mn-lt"/>
          <a:cs typeface="+mn-cs"/>
        </a:defRPr>
      </a:lvl2pPr>
      <a:lvl3pPr marL="914400" algn="l" defTabSz="913765">
        <a:defRPr sz="1800">
          <a:solidFill>
            <a:schemeClr val="tx1"/>
          </a:solidFill>
          <a:latin typeface="+mn-lt"/>
          <a:cs typeface="+mn-cs"/>
        </a:defRPr>
      </a:lvl3pPr>
      <a:lvl4pPr marL="1371600" algn="l" defTabSz="913765">
        <a:defRPr sz="1800">
          <a:solidFill>
            <a:schemeClr val="tx1"/>
          </a:solidFill>
          <a:latin typeface="+mn-lt"/>
          <a:cs typeface="+mn-cs"/>
        </a:defRPr>
      </a:lvl4pPr>
      <a:lvl5pPr marL="1828800" algn="l" defTabSz="913765">
        <a:defRPr sz="1800">
          <a:solidFill>
            <a:schemeClr val="tx1"/>
          </a:solidFill>
          <a:latin typeface="+mn-lt"/>
          <a:cs typeface="+mn-cs"/>
        </a:defRPr>
      </a:lvl5pPr>
      <a:lvl6pPr marL="2286000" algn="l" defTabSz="913765">
        <a:defRPr sz="1800">
          <a:solidFill>
            <a:schemeClr val="tx1"/>
          </a:solidFill>
          <a:latin typeface="+mn-lt"/>
          <a:cs typeface="+mn-cs"/>
        </a:defRPr>
      </a:lvl6pPr>
      <a:lvl7pPr marL="2743200" algn="l" defTabSz="913765">
        <a:defRPr sz="1800">
          <a:solidFill>
            <a:schemeClr val="tx1"/>
          </a:solidFill>
          <a:latin typeface="+mn-lt"/>
          <a:cs typeface="+mn-cs"/>
        </a:defRPr>
      </a:lvl7pPr>
      <a:lvl8pPr marL="3200400" algn="l" defTabSz="913765">
        <a:defRPr sz="1800">
          <a:solidFill>
            <a:schemeClr val="tx1"/>
          </a:solidFill>
          <a:latin typeface="+mn-lt"/>
          <a:cs typeface="+mn-cs"/>
        </a:defRPr>
      </a:lvl8pPr>
      <a:lvl9pPr marL="3657600" algn="l" defTabSz="913765">
        <a:defRPr sz="1800">
          <a:solidFill>
            <a:schemeClr val="tx1"/>
          </a:solidFill>
          <a:latin typeface="+mn-lt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0" y="12454"/>
            <a:ext cx="10800523" cy="824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239184" y="908720"/>
            <a:ext cx="11713633" cy="864096"/>
          </a:xfrm>
          <a:prstGeom prst="rect">
            <a:avLst/>
          </a:prstGeom>
        </p:spPr>
        <p:txBody>
          <a:bodyPr vert="horz" lIns="36000" tIns="45720" rIns="3600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Text Box 13"/>
          <p:cNvSpPr txBox="1">
            <a:spLocks noChangeArrowheads="1"/>
          </p:cNvSpPr>
          <p:nvPr userDrawn="1"/>
        </p:nvSpPr>
        <p:spPr bwMode="auto">
          <a:xfrm>
            <a:off x="9840416" y="6487452"/>
            <a:ext cx="1871133" cy="253916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pPr algn="r" eaLnBrk="1" hangingPunct="1">
              <a:defRPr/>
            </a:pPr>
            <a:r>
              <a:rPr kumimoji="0" lang="en-US" altLang="zh-CN" sz="1050" dirty="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fld id="{34C087EA-7A33-4C27-8E95-F4034CB4C40B}" type="slidenum">
              <a:rPr kumimoji="0" lang="en-US" altLang="zh-CN" sz="1050" dirty="0" smtClean="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</a:fld>
            <a:r>
              <a:rPr kumimoji="0" lang="en-US" altLang="zh-CN" sz="1050" dirty="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endParaRPr kumimoji="0" lang="en-US" altLang="zh-CN" sz="1050" dirty="0">
              <a:solidFill>
                <a:prstClr val="black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4" cstate="print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1913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810" y="-168399"/>
            <a:ext cx="2203309" cy="138905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68" y="5949933"/>
            <a:ext cx="1171760" cy="8087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  <p:sldLayoutId id="2147483816" r:id="rId24"/>
    <p:sldLayoutId id="2147483817" r:id="rId25"/>
    <p:sldLayoutId id="2147483818" r:id="rId26"/>
    <p:sldLayoutId id="2147483819" r:id="rId27"/>
    <p:sldLayoutId id="2147483820" r:id="rId28"/>
    <p:sldLayoutId id="2147483821" r:id="rId29"/>
    <p:sldLayoutId id="2147483822" r:id="rId30"/>
    <p:sldLayoutId id="2147483823" r:id="rId31"/>
    <p:sldLayoutId id="2147483824" r:id="rId32"/>
    <p:sldLayoutId id="2147483825" r:id="rId33"/>
    <p:sldLayoutId id="2147483826" r:id="rId34"/>
    <p:sldLayoutId id="2147483827" r:id="rId35"/>
    <p:sldLayoutId id="2147483828" r:id="rId36"/>
    <p:sldLayoutId id="2147483829" r:id="rId37"/>
    <p:sldLayoutId id="2147483830" r:id="rId38"/>
    <p:sldLayoutId id="2147483831" r:id="rId39"/>
    <p:sldLayoutId id="2147483832" r:id="rId40"/>
    <p:sldLayoutId id="2147483833" r:id="rId41"/>
    <p:sldLayoutId id="2147483834" r:id="rId42"/>
    <p:sldLayoutId id="2147483835" r:id="rId43"/>
  </p:sldLayoutIdLst>
  <p:transition>
    <p:fade/>
  </p:transition>
  <p:hf hdr="0" ftr="0" dt="0"/>
  <p:txStyles>
    <p:titleStyle>
      <a:lvl1pPr marL="92075" indent="0"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华文细黑" panose="02010600040101010101" pitchFamily="2" charset="-122"/>
          <a:ea typeface="华文细黑" panose="02010600040101010101" pitchFamily="2" charset="-122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30000"/>
        </a:lnSpc>
        <a:spcBef>
          <a:spcPct val="20000"/>
        </a:spcBef>
        <a:buFontTx/>
        <a:buBlip>
          <a:blip r:embed="rId48"/>
        </a:buBlip>
        <a:defRPr sz="1600" b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742950" indent="-285750" algn="l" defTabSz="914400" rtl="0" eaLnBrk="1" latinLnBrk="0" hangingPunct="1">
        <a:lnSpc>
          <a:spcPct val="130000"/>
        </a:lnSpc>
        <a:spcBef>
          <a:spcPct val="20000"/>
        </a:spcBef>
        <a:buFont typeface="Arial" panose="020B0604020202020204" pitchFamily="34" charset="0"/>
        <a:buChar char="–"/>
        <a:defRPr sz="1400" b="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44.png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9" Type="http://schemas.openxmlformats.org/officeDocument/2006/relationships/slideLayout" Target="../slideLayouts/slideLayout8.xml"/><Relationship Id="rId28" Type="http://schemas.openxmlformats.org/officeDocument/2006/relationships/image" Target="../media/image48.png"/><Relationship Id="rId27" Type="http://schemas.openxmlformats.org/officeDocument/2006/relationships/image" Target="../media/image47.png"/><Relationship Id="rId26" Type="http://schemas.openxmlformats.org/officeDocument/2006/relationships/tags" Target="../tags/tag52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image" Target="../media/image46.png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microsoft.com/office/2007/relationships/diagramDrawing" Target="../diagrams/drawing2.xml"/><Relationship Id="rId7" Type="http://schemas.openxmlformats.org/officeDocument/2006/relationships/diagramColors" Target="../diagrams/colors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3" Type="http://schemas.openxmlformats.org/officeDocument/2006/relationships/tags" Target="../tags/tag54.xml"/><Relationship Id="rId22" Type="http://schemas.openxmlformats.org/officeDocument/2006/relationships/slideLayout" Target="../slideLayouts/slideLayout8.xml"/><Relationship Id="rId21" Type="http://schemas.openxmlformats.org/officeDocument/2006/relationships/image" Target="../media/image54.png"/><Relationship Id="rId20" Type="http://schemas.openxmlformats.org/officeDocument/2006/relationships/image" Target="../media/image53.png"/><Relationship Id="rId2" Type="http://schemas.openxmlformats.org/officeDocument/2006/relationships/tags" Target="../tags/tag53.xml"/><Relationship Id="rId19" Type="http://schemas.openxmlformats.org/officeDocument/2006/relationships/image" Target="../media/image52.png"/><Relationship Id="rId18" Type="http://schemas.openxmlformats.org/officeDocument/2006/relationships/tags" Target="../tags/tag62.xml"/><Relationship Id="rId17" Type="http://schemas.openxmlformats.org/officeDocument/2006/relationships/image" Target="../media/image51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3" Type="http://schemas.openxmlformats.org/officeDocument/2006/relationships/slideLayout" Target="../slideLayouts/slideLayout8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3"/>
          <p:cNvSpPr txBox="1"/>
          <p:nvPr/>
        </p:nvSpPr>
        <p:spPr>
          <a:xfrm>
            <a:off x="3463198" y="1550758"/>
            <a:ext cx="5161551" cy="3746915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77091" y="295775"/>
            <a:ext cx="11549724" cy="573300"/>
          </a:xfrm>
        </p:spPr>
        <p:txBody>
          <a:bodyPr/>
          <a:lstStyle/>
          <a:p>
            <a:r>
              <a:rPr lang="zh-CN" altLang="en-US" dirty="0"/>
              <a:t>策略中心（</a:t>
            </a:r>
            <a:r>
              <a:rPr lang="en-US" altLang="zh-CN" dirty="0"/>
              <a:t>1</a:t>
            </a:r>
            <a:r>
              <a:rPr lang="zh-CN" altLang="en-US" dirty="0"/>
              <a:t>）：逐步实现从人工→半自动→</a:t>
            </a:r>
            <a:r>
              <a:rPr lang="en-US" altLang="zh-CN" dirty="0"/>
              <a:t>AI</a:t>
            </a:r>
            <a:r>
              <a:rPr lang="zh-CN" altLang="en-US" dirty="0"/>
              <a:t>的智慧运营演进</a:t>
            </a:r>
            <a:endParaRPr lang="zh-CN" altLang="en-US" dirty="0"/>
          </a:p>
        </p:txBody>
      </p:sp>
      <p:sp>
        <p:nvSpPr>
          <p:cNvPr id="9" name="TextBox 83"/>
          <p:cNvSpPr txBox="1"/>
          <p:nvPr/>
        </p:nvSpPr>
        <p:spPr>
          <a:xfrm>
            <a:off x="479226" y="4662052"/>
            <a:ext cx="2647492" cy="1441696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9225" y="5046938"/>
            <a:ext cx="1694150" cy="672700"/>
          </a:xfrm>
          <a:prstGeom prst="rect">
            <a:avLst/>
          </a:prstGeom>
          <a:ln>
            <a:noFill/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APP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插码行为捕捉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10086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通话关键词捕捉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在线教育需要网络升级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……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TextBox 83"/>
          <p:cNvSpPr txBox="1"/>
          <p:nvPr/>
        </p:nvSpPr>
        <p:spPr>
          <a:xfrm>
            <a:off x="479227" y="3106405"/>
            <a:ext cx="2647492" cy="1441696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TextBox 83"/>
          <p:cNvSpPr txBox="1"/>
          <p:nvPr/>
        </p:nvSpPr>
        <p:spPr>
          <a:xfrm>
            <a:off x="479228" y="1550759"/>
            <a:ext cx="2647492" cy="1441696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479229" y="1550759"/>
            <a:ext cx="143268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市场态势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洞察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479227" y="3211887"/>
            <a:ext cx="1432689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客户趋势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洞察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479227" y="4749117"/>
            <a:ext cx="157502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营服商机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洞察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9227" y="1877276"/>
            <a:ext cx="1694150" cy="672700"/>
          </a:xfrm>
          <a:prstGeom prst="rect">
            <a:avLst/>
          </a:prstGeom>
          <a:ln>
            <a:noFill/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KPI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指标短板问题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市场指标异动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市场发展目标明确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……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9226" y="3491291"/>
            <a:ext cx="1694150" cy="672700"/>
          </a:xfrm>
          <a:prstGeom prst="rect">
            <a:avLst/>
          </a:prstGeom>
          <a:ln>
            <a:noFill/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家庭切片洞察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客户趋势分析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家庭潜客识别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……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"/>
            </p:custDataLst>
          </p:nvPr>
        </p:nvSpPr>
        <p:spPr>
          <a:xfrm>
            <a:off x="479224" y="4320884"/>
            <a:ext cx="2647493" cy="163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构成分析、趋势分析、预警分析</a:t>
            </a:r>
            <a:r>
              <a:rPr kumimoji="0" lang="en-US" altLang="zh-CN" sz="10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……</a:t>
            </a:r>
            <a:endParaRPr kumimoji="0" lang="zh-CN" altLang="en-US" sz="1065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TextBox 11"/>
          <p:cNvSpPr txBox="1"/>
          <p:nvPr/>
        </p:nvSpPr>
        <p:spPr>
          <a:xfrm>
            <a:off x="3489318" y="1550759"/>
            <a:ext cx="16877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融合策略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智能生成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TextBox 11"/>
          <p:cNvSpPr txBox="1"/>
          <p:nvPr/>
        </p:nvSpPr>
        <p:spPr>
          <a:xfrm>
            <a:off x="3494906" y="5618975"/>
            <a:ext cx="8067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策略实时动态调整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TextBox 83"/>
          <p:cNvSpPr txBox="1"/>
          <p:nvPr/>
        </p:nvSpPr>
        <p:spPr>
          <a:xfrm>
            <a:off x="10348595" y="1550758"/>
            <a:ext cx="1393553" cy="4549257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TextBox 11"/>
          <p:cNvSpPr txBox="1"/>
          <p:nvPr/>
        </p:nvSpPr>
        <p:spPr>
          <a:xfrm>
            <a:off x="10348595" y="1550759"/>
            <a:ext cx="1393553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</a:t>
            </a:r>
            <a:r>
              <a:rPr kumimoji="0" lang="en-GB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动态评估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TextBox 83"/>
          <p:cNvSpPr txBox="1"/>
          <p:nvPr/>
        </p:nvSpPr>
        <p:spPr>
          <a:xfrm>
            <a:off x="8789894" y="1550758"/>
            <a:ext cx="1393553" cy="4549257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TextBox 11"/>
          <p:cNvSpPr txBox="1"/>
          <p:nvPr/>
        </p:nvSpPr>
        <p:spPr>
          <a:xfrm>
            <a:off x="8789894" y="1550759"/>
            <a:ext cx="1393553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</a:t>
            </a:r>
            <a:r>
              <a:rPr kumimoji="0" lang="en-GB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统筹调度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圆角矩形 19"/>
          <p:cNvSpPr/>
          <p:nvPr/>
        </p:nvSpPr>
        <p:spPr>
          <a:xfrm>
            <a:off x="8864824" y="2591759"/>
            <a:ext cx="1193562" cy="751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自有渠道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融合运营，精准转化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手厅、外呼、网格、营业厅店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…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" name="圆角矩形 19"/>
          <p:cNvSpPr/>
          <p:nvPr/>
        </p:nvSpPr>
        <p:spPr>
          <a:xfrm>
            <a:off x="8866947" y="3379376"/>
            <a:ext cx="1191439" cy="751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合作渠道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资源共享，互惠共赢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微信、支付宝、抖音、美团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…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864824" y="2206929"/>
            <a:ext cx="1193562" cy="374922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35990" rIns="3599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执行过程实时监测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端到端可视化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9" name="肘形连接符 28"/>
          <p:cNvCxnSpPr>
            <a:stCxn id="12" idx="3"/>
            <a:endCxn id="7" idx="1"/>
          </p:cNvCxnSpPr>
          <p:nvPr/>
        </p:nvCxnSpPr>
        <p:spPr>
          <a:xfrm>
            <a:off x="3126720" y="2271607"/>
            <a:ext cx="336478" cy="11526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1" idx="3"/>
            <a:endCxn id="7" idx="1"/>
          </p:cNvCxnSpPr>
          <p:nvPr/>
        </p:nvCxnSpPr>
        <p:spPr>
          <a:xfrm flipV="1">
            <a:off x="3126719" y="3424216"/>
            <a:ext cx="336479" cy="4030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9" idx="3"/>
            <a:endCxn id="7" idx="1"/>
          </p:cNvCxnSpPr>
          <p:nvPr/>
        </p:nvCxnSpPr>
        <p:spPr>
          <a:xfrm flipV="1">
            <a:off x="3126718" y="3424216"/>
            <a:ext cx="336480" cy="19586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564175" y="2573205"/>
            <a:ext cx="2461339" cy="348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 anchorCtr="0" forceAA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月份高价值客户流失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XXX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户，收入下降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XPP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，要求高价值综合保有率提升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XPP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479224" y="5869930"/>
            <a:ext cx="2647493" cy="163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实时事件、触点行为、主动述求</a:t>
            </a:r>
            <a:r>
              <a:rPr kumimoji="0" lang="en-US" altLang="zh-CN" sz="10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……</a:t>
            </a:r>
            <a:endParaRPr kumimoji="0" lang="zh-CN" altLang="en-US" sz="1065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59036" y="1850868"/>
            <a:ext cx="2449887" cy="667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dash"/>
            <a:round/>
            <a:headEnd type="none" w="med" len="med"/>
            <a:tailEnd type="none" w="med" len="med"/>
          </a:ln>
        </p:spPr>
        <p:txBody>
          <a:bodyPr vert="eaVert" wrap="none" lIns="0" tIns="34281" rIns="0" bIns="34281" numCol="1" rtlCol="0" anchor="b" anchorCtr="0" compatLnSpc="1"/>
          <a:lstStyle/>
          <a:p>
            <a:pPr marL="0" marR="0" lvl="0" indent="0" algn="ctr" defTabSz="1184275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46320" algn="l"/>
              </a:tabLst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3"/>
            </p:custDataLst>
          </p:nvPr>
        </p:nvSpPr>
        <p:spPr bwMode="auto">
          <a:xfrm>
            <a:off x="3683074" y="1916284"/>
            <a:ext cx="2211804" cy="2124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指标改善策略创建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683074" y="2148642"/>
            <a:ext cx="2166824" cy="328289"/>
          </a:xfrm>
          <a:prstGeom prst="rect">
            <a:avLst/>
          </a:prstGeom>
          <a:ln>
            <a:noFill/>
          </a:ln>
        </p:spPr>
        <p:txBody>
          <a:bodyPr wrap="square" anchor="ctr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基于指标溯源与根因分析，定位短板问题，给出针对性策略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0" name="上箭头 39"/>
          <p:cNvSpPr/>
          <p:nvPr/>
        </p:nvSpPr>
        <p:spPr>
          <a:xfrm>
            <a:off x="5517097" y="4044859"/>
            <a:ext cx="1005578" cy="98850"/>
          </a:xfrm>
          <a:prstGeom prst="upArrow">
            <a:avLst>
              <a:gd name="adj1" fmla="val 50000"/>
              <a:gd name="adj2" fmla="val 59615"/>
            </a:avLst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eaVert" wrap="none" lIns="0" tIns="34281" rIns="0" bIns="34281" numCol="1" rtlCol="0" anchor="b" anchorCtr="0" compatLnSpc="1"/>
          <a:lstStyle/>
          <a:p>
            <a:pPr marL="0" marR="0" lvl="0" indent="0" algn="ctr" defTabSz="1184275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46320" algn="l"/>
              </a:tabLst>
              <a:defRPr/>
            </a:pP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1" name="矩形 40"/>
          <p:cNvSpPr/>
          <p:nvPr>
            <p:custDataLst>
              <p:tags r:id="rId4"/>
            </p:custDataLst>
          </p:nvPr>
        </p:nvSpPr>
        <p:spPr bwMode="auto">
          <a:xfrm>
            <a:off x="4375684" y="5600802"/>
            <a:ext cx="1962726" cy="189171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过程指标分析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42" name="矩形 41"/>
          <p:cNvSpPr/>
          <p:nvPr>
            <p:custDataLst>
              <p:tags r:id="rId5"/>
            </p:custDataLst>
          </p:nvPr>
        </p:nvSpPr>
        <p:spPr bwMode="auto">
          <a:xfrm>
            <a:off x="6500920" y="5598754"/>
            <a:ext cx="1962726" cy="189171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动态学习调整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cxnSp>
        <p:nvCxnSpPr>
          <p:cNvPr id="43" name="直线箭头连接符 106"/>
          <p:cNvCxnSpPr/>
          <p:nvPr/>
        </p:nvCxnSpPr>
        <p:spPr>
          <a:xfrm flipV="1">
            <a:off x="4699533" y="5300291"/>
            <a:ext cx="0" cy="23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107"/>
          <p:cNvCxnSpPr/>
          <p:nvPr/>
        </p:nvCxnSpPr>
        <p:spPr>
          <a:xfrm flipV="1">
            <a:off x="6980586" y="5300291"/>
            <a:ext cx="0" cy="23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108"/>
          <p:cNvCxnSpPr>
            <a:endCxn id="24" idx="1"/>
          </p:cNvCxnSpPr>
          <p:nvPr/>
        </p:nvCxnSpPr>
        <p:spPr>
          <a:xfrm flipV="1">
            <a:off x="8624747" y="3825387"/>
            <a:ext cx="165147" cy="1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圆角矩形 19"/>
          <p:cNvSpPr/>
          <p:nvPr/>
        </p:nvSpPr>
        <p:spPr>
          <a:xfrm>
            <a:off x="10456022" y="3996244"/>
            <a:ext cx="1191398" cy="1683397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全生命周期场景效能评估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客群效能评估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产品效能评估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渠道效能评估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时机效能评估    全局复盘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优秀策略沉淀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提升举措输出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…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7" name="直线箭头连接符 110"/>
          <p:cNvCxnSpPr>
            <a:stCxn id="24" idx="3"/>
            <a:endCxn id="22" idx="1"/>
          </p:cNvCxnSpPr>
          <p:nvPr/>
        </p:nvCxnSpPr>
        <p:spPr>
          <a:xfrm>
            <a:off x="10183448" y="3825386"/>
            <a:ext cx="165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22" idx="2"/>
            <a:endCxn id="9" idx="2"/>
          </p:cNvCxnSpPr>
          <p:nvPr/>
        </p:nvCxnSpPr>
        <p:spPr>
          <a:xfrm rot="5400000">
            <a:off x="6422307" y="1480680"/>
            <a:ext cx="3732" cy="9242401"/>
          </a:xfrm>
          <a:prstGeom prst="bentConnector3">
            <a:avLst>
              <a:gd name="adj1" fmla="val 62237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22" idx="2"/>
            <a:endCxn id="24" idx="2"/>
          </p:cNvCxnSpPr>
          <p:nvPr/>
        </p:nvCxnSpPr>
        <p:spPr>
          <a:xfrm rot="5400000">
            <a:off x="10266022" y="5320666"/>
            <a:ext cx="12697" cy="155870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22" idx="2"/>
          </p:cNvCxnSpPr>
          <p:nvPr/>
        </p:nvCxnSpPr>
        <p:spPr>
          <a:xfrm rot="5400000" flipH="1">
            <a:off x="8157939" y="3212582"/>
            <a:ext cx="773469" cy="5001399"/>
          </a:xfrm>
          <a:prstGeom prst="bentConnector3">
            <a:avLst>
              <a:gd name="adj1" fmla="val -295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>
            <p:custDataLst>
              <p:tags r:id="rId6"/>
            </p:custDataLst>
          </p:nvPr>
        </p:nvSpPr>
        <p:spPr bwMode="auto">
          <a:xfrm>
            <a:off x="10456022" y="3721735"/>
            <a:ext cx="1191398" cy="27451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可视化评估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52" name="圆角矩形 19"/>
          <p:cNvSpPr/>
          <p:nvPr/>
        </p:nvSpPr>
        <p:spPr>
          <a:xfrm>
            <a:off x="10449674" y="2569408"/>
            <a:ext cx="1191398" cy="801528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归因分析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可信规则分析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自学习调优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…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 bwMode="auto">
          <a:xfrm>
            <a:off x="10449674" y="2294900"/>
            <a:ext cx="1191398" cy="27451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AI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评估能力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8694" y="3260869"/>
            <a:ext cx="1255033" cy="952712"/>
          </a:xfrm>
          <a:prstGeom prst="rect">
            <a:avLst/>
          </a:prstGeom>
        </p:spPr>
      </p:pic>
      <p:sp>
        <p:nvSpPr>
          <p:cNvPr id="55" name="矩形 54"/>
          <p:cNvSpPr/>
          <p:nvPr/>
        </p:nvSpPr>
        <p:spPr>
          <a:xfrm>
            <a:off x="2079773" y="4796712"/>
            <a:ext cx="799503" cy="18991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商机聚合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79773" y="5061629"/>
            <a:ext cx="799503" cy="18991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商机清洗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079773" y="5326546"/>
            <a:ext cx="799503" cy="18991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商机预测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079773" y="5591463"/>
            <a:ext cx="799503" cy="18991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商机评级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911917" y="1874659"/>
            <a:ext cx="1113599" cy="623547"/>
          </a:xfrm>
          <a:prstGeom prst="rect">
            <a:avLst/>
          </a:prstGeom>
          <a:solidFill>
            <a:srgbClr val="DEEBF7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以指标为源起</a:t>
            </a: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自动溯源指标问题</a:t>
            </a: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自动生成策略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8889890" y="4452371"/>
            <a:ext cx="1193562" cy="374922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统筹调度能力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1" name="圆角矩形 19"/>
          <p:cNvSpPr/>
          <p:nvPr/>
        </p:nvSpPr>
        <p:spPr>
          <a:xfrm>
            <a:off x="8888825" y="4852149"/>
            <a:ext cx="1191439" cy="336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自然人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家庭级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策略统筹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2" name="圆角矩形 19"/>
          <p:cNvSpPr/>
          <p:nvPr/>
        </p:nvSpPr>
        <p:spPr>
          <a:xfrm>
            <a:off x="8888825" y="5245098"/>
            <a:ext cx="1191439" cy="336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家庭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小区级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工单统筹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圆角矩形 19"/>
          <p:cNvSpPr/>
          <p:nvPr/>
        </p:nvSpPr>
        <p:spPr>
          <a:xfrm>
            <a:off x="8888825" y="5638044"/>
            <a:ext cx="1191439" cy="3142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触点协同与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策略优先级调度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9" name="圆角矩形 19"/>
          <p:cNvSpPr/>
          <p:nvPr/>
        </p:nvSpPr>
        <p:spPr>
          <a:xfrm>
            <a:off x="4375684" y="5837501"/>
            <a:ext cx="823277" cy="2039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rgbClr val="F0F0F0">
                <a:lumMod val="50000"/>
              </a:srgb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过程指标监控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0" name="圆角矩形 19"/>
          <p:cNvSpPr/>
          <p:nvPr/>
        </p:nvSpPr>
        <p:spPr>
          <a:xfrm>
            <a:off x="5515133" y="5835405"/>
            <a:ext cx="823277" cy="2039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rgbClr val="F0F0F0">
                <a:lumMod val="50000"/>
              </a:srgb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策略对比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1" name="圆角矩形 19"/>
          <p:cNvSpPr/>
          <p:nvPr/>
        </p:nvSpPr>
        <p:spPr>
          <a:xfrm>
            <a:off x="6500920" y="5833966"/>
            <a:ext cx="823277" cy="2039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rgbClr val="F0F0F0">
                <a:lumMod val="50000"/>
              </a:srgb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调整规则管理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2" name="圆角矩形 19"/>
          <p:cNvSpPr/>
          <p:nvPr/>
        </p:nvSpPr>
        <p:spPr>
          <a:xfrm>
            <a:off x="7640370" y="5831870"/>
            <a:ext cx="823277" cy="2039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rgbClr val="F0F0F0">
                <a:lumMod val="50000"/>
              </a:srgb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调整阈值管理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3559037" y="4184912"/>
            <a:ext cx="4988658" cy="1025515"/>
          </a:xfrm>
          <a:prstGeom prst="roundRect">
            <a:avLst>
              <a:gd name="adj" fmla="val 558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dash"/>
            <a:round/>
            <a:headEnd type="none" w="med" len="med"/>
            <a:tailEnd type="none" w="med" len="med"/>
          </a:ln>
        </p:spPr>
        <p:txBody>
          <a:bodyPr vert="eaVert" wrap="none" lIns="0" tIns="34281" rIns="0" bIns="34281" numCol="1" rtlCol="0" anchor="b" anchorCtr="0" compatLnSpc="1"/>
          <a:lstStyle/>
          <a:p>
            <a:pPr marL="0" marR="0" lvl="0" indent="0" algn="ctr" defTabSz="1184275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46320" algn="l"/>
              </a:tabLst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9"/>
            </p:custDataLst>
          </p:nvPr>
        </p:nvSpPr>
        <p:spPr bwMode="auto">
          <a:xfrm>
            <a:off x="3666465" y="4226803"/>
            <a:ext cx="4833220" cy="222621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策略智能创建能力底座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80" name="圆角矩形 19"/>
          <p:cNvSpPr/>
          <p:nvPr/>
        </p:nvSpPr>
        <p:spPr>
          <a:xfrm>
            <a:off x="3665540" y="4986567"/>
            <a:ext cx="4818269" cy="1817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rgbClr val="F0F0F0">
                <a:lumMod val="50000"/>
              </a:srgb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小模型能力全面升级：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智慧大脑精准推荐能力从“人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货”匹配，全面升级为“人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货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场”匹配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2" name="TextBox 83"/>
          <p:cNvSpPr txBox="1"/>
          <p:nvPr/>
        </p:nvSpPr>
        <p:spPr>
          <a:xfrm>
            <a:off x="3466325" y="5548646"/>
            <a:ext cx="5161551" cy="61918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4" name="内容占位符 2"/>
          <p:cNvSpPr>
            <a:spLocks noGrp="1"/>
          </p:cNvSpPr>
          <p:nvPr>
            <p:ph idx="1"/>
          </p:nvPr>
        </p:nvSpPr>
        <p:spPr>
          <a:xfrm>
            <a:off x="256540" y="882650"/>
            <a:ext cx="11897360" cy="528320"/>
          </a:xfrm>
        </p:spPr>
        <p:txBody>
          <a:bodyPr/>
          <a:lstStyle/>
          <a:p>
            <a:r>
              <a:rPr lang="zh-CN" altLang="en-US" sz="1600" dirty="0"/>
              <a:t>以市场指标态势、客户趋势分析、商机捕捉的</a:t>
            </a:r>
            <a:r>
              <a:rPr lang="en-US" altLang="zh-CN" sz="1600" dirty="0"/>
              <a:t>AI</a:t>
            </a:r>
            <a:r>
              <a:rPr lang="zh-CN" altLang="en-US" sz="1600" dirty="0"/>
              <a:t>洞察为源起，调用</a:t>
            </a:r>
            <a:r>
              <a:rPr lang="en-US" altLang="zh-CN" sz="1600" dirty="0"/>
              <a:t>AI</a:t>
            </a:r>
            <a:r>
              <a:rPr lang="zh-CN" altLang="en-US" sz="1600" dirty="0"/>
              <a:t>能力（策略</a:t>
            </a:r>
            <a:r>
              <a:rPr lang="en-US" altLang="zh-CN" sz="1600" dirty="0"/>
              <a:t>AI</a:t>
            </a:r>
            <a:r>
              <a:rPr lang="zh-CN" altLang="en-US" sz="1600" dirty="0"/>
              <a:t>生成</a:t>
            </a:r>
            <a:r>
              <a:rPr lang="en-US" altLang="zh-CN" sz="1600" dirty="0"/>
              <a:t>+</a:t>
            </a:r>
            <a:r>
              <a:rPr lang="zh-CN" altLang="en-US" sz="1600" dirty="0"/>
              <a:t>策略</a:t>
            </a:r>
            <a:r>
              <a:rPr lang="en-US" altLang="zh-CN" sz="1600" dirty="0"/>
              <a:t>AI</a:t>
            </a:r>
            <a:r>
              <a:rPr lang="zh-CN" altLang="en-US" sz="1600" dirty="0"/>
              <a:t>拟合）自动生成最佳策略组合；支撑策略运营过程的全流程监控，并提供策略实时动态调整、</a:t>
            </a:r>
            <a:r>
              <a:rPr lang="en-US" altLang="zh-CN" sz="1600" dirty="0"/>
              <a:t>AI</a:t>
            </a:r>
            <a:r>
              <a:rPr lang="zh-CN" altLang="en-US" sz="1600" dirty="0"/>
              <a:t>统筹调度、策略</a:t>
            </a:r>
            <a:r>
              <a:rPr lang="en-US" altLang="zh-CN" sz="1600" dirty="0"/>
              <a:t>AI</a:t>
            </a:r>
            <a:r>
              <a:rPr lang="zh-CN" altLang="en-US" sz="1600" dirty="0"/>
              <a:t>动态评估等能力，并反哺</a:t>
            </a:r>
            <a:r>
              <a:rPr lang="en-US" altLang="zh-CN" sz="1600" dirty="0"/>
              <a:t>AI</a:t>
            </a:r>
            <a:r>
              <a:rPr lang="zh-CN" altLang="en-US" sz="1600" dirty="0"/>
              <a:t>能力迭代优化。</a:t>
            </a:r>
            <a:endParaRPr lang="zh-CN" altLang="en-US" sz="1600" dirty="0"/>
          </a:p>
        </p:txBody>
      </p:sp>
      <p:sp>
        <p:nvSpPr>
          <p:cNvPr id="88" name="矩形 87"/>
          <p:cNvSpPr/>
          <p:nvPr/>
        </p:nvSpPr>
        <p:spPr>
          <a:xfrm>
            <a:off x="3559036" y="2576769"/>
            <a:ext cx="2449887" cy="667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dash"/>
            <a:round/>
            <a:headEnd type="none" w="med" len="med"/>
            <a:tailEnd type="none" w="med" len="med"/>
          </a:ln>
        </p:spPr>
        <p:txBody>
          <a:bodyPr vert="eaVert" wrap="none" lIns="0" tIns="34281" rIns="0" bIns="34281" numCol="1" rtlCol="0" anchor="b" anchorCtr="0" compatLnSpc="1"/>
          <a:lstStyle/>
          <a:p>
            <a:pPr marL="0" marR="0" lvl="0" indent="0" algn="ctr" defTabSz="1184275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46320" algn="l"/>
              </a:tabLst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9" name="矩形 88"/>
          <p:cNvSpPr/>
          <p:nvPr>
            <p:custDataLst>
              <p:tags r:id="rId10"/>
            </p:custDataLst>
          </p:nvPr>
        </p:nvSpPr>
        <p:spPr bwMode="auto">
          <a:xfrm>
            <a:off x="3683074" y="2642185"/>
            <a:ext cx="2211804" cy="2124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产品运营策略创建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83074" y="2874543"/>
            <a:ext cx="2166824" cy="337344"/>
          </a:xfrm>
          <a:prstGeom prst="rect">
            <a:avLst/>
          </a:prstGeom>
          <a:ln>
            <a:noFill/>
          </a:ln>
        </p:spPr>
        <p:txBody>
          <a:bodyPr wrap="square" anchor="ctr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围绕产品核心埋点，计算目标客群，形成产品推荐策略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059115" y="2576769"/>
            <a:ext cx="2449887" cy="667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dash"/>
            <a:round/>
            <a:headEnd type="none" w="med" len="med"/>
            <a:tailEnd type="none" w="med" len="med"/>
          </a:ln>
        </p:spPr>
        <p:txBody>
          <a:bodyPr vert="eaVert" wrap="none" lIns="0" tIns="34281" rIns="0" bIns="34281" numCol="1" rtlCol="0" anchor="b" anchorCtr="0" compatLnSpc="1"/>
          <a:lstStyle/>
          <a:p>
            <a:pPr marL="0" marR="0" lvl="0" indent="0" algn="ctr" defTabSz="1184275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46320" algn="l"/>
              </a:tabLst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3" name="矩形 92"/>
          <p:cNvSpPr/>
          <p:nvPr>
            <p:custDataLst>
              <p:tags r:id="rId11"/>
            </p:custDataLst>
          </p:nvPr>
        </p:nvSpPr>
        <p:spPr bwMode="auto">
          <a:xfrm>
            <a:off x="6183153" y="2642185"/>
            <a:ext cx="2211804" cy="2124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商机响应策略创建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183153" y="2874543"/>
            <a:ext cx="2166824" cy="337344"/>
          </a:xfrm>
          <a:prstGeom prst="rect">
            <a:avLst/>
          </a:prstGeom>
          <a:ln>
            <a:noFill/>
          </a:ln>
        </p:spPr>
        <p:txBody>
          <a:bodyPr wrap="square" anchor="ctr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针对商机的关键信息，分析给出及时有效的应对策略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063240" y="1849521"/>
            <a:ext cx="2449887" cy="667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dash"/>
            <a:round/>
            <a:headEnd type="none" w="med" len="med"/>
            <a:tailEnd type="none" w="med" len="med"/>
          </a:ln>
        </p:spPr>
        <p:txBody>
          <a:bodyPr vert="eaVert" wrap="none" lIns="0" tIns="34281" rIns="0" bIns="34281" numCol="1" rtlCol="0" anchor="b" anchorCtr="0" compatLnSpc="1"/>
          <a:lstStyle/>
          <a:p>
            <a:pPr marL="0" marR="0" lvl="0" indent="0" algn="ctr" defTabSz="1184275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46320" algn="l"/>
              </a:tabLst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7" name="矩形 96"/>
          <p:cNvSpPr/>
          <p:nvPr>
            <p:custDataLst>
              <p:tags r:id="rId12"/>
            </p:custDataLst>
          </p:nvPr>
        </p:nvSpPr>
        <p:spPr bwMode="auto">
          <a:xfrm>
            <a:off x="6187278" y="1914937"/>
            <a:ext cx="2211804" cy="2124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客群运营策略创建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6187278" y="2147295"/>
            <a:ext cx="2166824" cy="329636"/>
          </a:xfrm>
          <a:prstGeom prst="rect">
            <a:avLst/>
          </a:prstGeom>
          <a:ln>
            <a:noFill/>
          </a:ln>
        </p:spPr>
        <p:txBody>
          <a:bodyPr wrap="square" anchor="ctr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针对态势变差客群，洞察客户变化趋势和需求，给出干预策略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3559036" y="3313899"/>
            <a:ext cx="2449887" cy="667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dash"/>
            <a:round/>
            <a:headEnd type="none" w="med" len="med"/>
            <a:tailEnd type="none" w="med" len="med"/>
          </a:ln>
        </p:spPr>
        <p:txBody>
          <a:bodyPr vert="eaVert" wrap="none" lIns="0" tIns="34281" rIns="0" bIns="34281" numCol="1" rtlCol="0" anchor="b" anchorCtr="0" compatLnSpc="1"/>
          <a:lstStyle/>
          <a:p>
            <a:pPr marL="0" marR="0" lvl="0" indent="0" algn="ctr" defTabSz="1184275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46320" algn="l"/>
              </a:tabLst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4" name="矩形 103"/>
          <p:cNvSpPr/>
          <p:nvPr>
            <p:custDataLst>
              <p:tags r:id="rId13"/>
            </p:custDataLst>
          </p:nvPr>
        </p:nvSpPr>
        <p:spPr bwMode="auto">
          <a:xfrm>
            <a:off x="3683074" y="3379315"/>
            <a:ext cx="2211804" cy="2124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GIS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空间策略创建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683074" y="3611673"/>
            <a:ext cx="2166824" cy="339169"/>
          </a:xfrm>
          <a:prstGeom prst="rect">
            <a:avLst/>
          </a:prstGeom>
          <a:ln>
            <a:noFill/>
          </a:ln>
        </p:spPr>
        <p:txBody>
          <a:bodyPr wrap="square" anchor="ctr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以地理空间为目标，分析关键特征，给出针对性策略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059115" y="3313899"/>
            <a:ext cx="2449887" cy="667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dash"/>
            <a:round/>
            <a:headEnd type="none" w="med" len="med"/>
            <a:tailEnd type="none" w="med" len="med"/>
          </a:ln>
        </p:spPr>
        <p:txBody>
          <a:bodyPr vert="eaVert" wrap="none" lIns="0" tIns="34281" rIns="0" bIns="34281" numCol="1" rtlCol="0" anchor="b" anchorCtr="0" compatLnSpc="1"/>
          <a:lstStyle/>
          <a:p>
            <a:pPr marL="0" marR="0" lvl="0" indent="0" algn="ctr" defTabSz="1184275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46320" algn="l"/>
              </a:tabLst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8" name="矩形 107"/>
          <p:cNvSpPr/>
          <p:nvPr>
            <p:custDataLst>
              <p:tags r:id="rId14"/>
            </p:custDataLst>
          </p:nvPr>
        </p:nvSpPr>
        <p:spPr bwMode="auto">
          <a:xfrm>
            <a:off x="6183153" y="3379315"/>
            <a:ext cx="2211804" cy="2124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……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更多场景策略创建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6183153" y="3611673"/>
            <a:ext cx="2166824" cy="269917"/>
          </a:xfrm>
          <a:prstGeom prst="rect">
            <a:avLst/>
          </a:prstGeom>
          <a:ln>
            <a:noFill/>
          </a:ln>
        </p:spPr>
        <p:txBody>
          <a:bodyPr wrap="square" anchor="ctr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……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9" name="圆角矩形 19"/>
          <p:cNvSpPr/>
          <p:nvPr/>
        </p:nvSpPr>
        <p:spPr>
          <a:xfrm>
            <a:off x="3661410" y="4749800"/>
            <a:ext cx="4866640" cy="1847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rgbClr val="F0F0F0">
                <a:lumMod val="50000"/>
              </a:srgb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大模型能力全面融入：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通过对话式支撑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基于人机交互与意图识别的策略智能创建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0" name="圆角矩形 19"/>
          <p:cNvSpPr/>
          <p:nvPr/>
        </p:nvSpPr>
        <p:spPr>
          <a:xfrm>
            <a:off x="3666175" y="4505145"/>
            <a:ext cx="4818269" cy="1817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rgbClr val="F0F0F0">
                <a:lumMod val="50000"/>
              </a:srgbClr>
            </a:solidFill>
            <a:prstDash val="solid"/>
            <a:miter lim="800000"/>
          </a:ln>
          <a:effectLst/>
        </p:spPr>
        <p:txBody>
          <a:bodyPr lIns="35968" rIns="3596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统筹调用大小模型能力：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基于营销目标实现营销资源全局统筹与策略智能生成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678113" y="-1"/>
            <a:ext cx="3496343" cy="226423"/>
            <a:chOff x="8697313" y="-1"/>
            <a:chExt cx="3496343" cy="226423"/>
          </a:xfrm>
        </p:grpSpPr>
        <p:sp>
          <p:nvSpPr>
            <p:cNvPr id="3" name="Parallelogram 2"/>
            <p:cNvSpPr/>
            <p:nvPr/>
          </p:nvSpPr>
          <p:spPr>
            <a:xfrm>
              <a:off x="8752117" y="-1"/>
              <a:ext cx="737679" cy="226423"/>
            </a:xfrm>
            <a:prstGeom prst="parallelogram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五中心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Parallelogram 3"/>
            <p:cNvSpPr/>
            <p:nvPr/>
          </p:nvSpPr>
          <p:spPr>
            <a:xfrm>
              <a:off x="9431385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三屏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Parallelogram 5"/>
            <p:cNvSpPr/>
            <p:nvPr/>
          </p:nvSpPr>
          <p:spPr>
            <a:xfrm>
              <a:off x="1078541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Parallelogram 18"/>
            <p:cNvSpPr/>
            <p:nvPr/>
          </p:nvSpPr>
          <p:spPr>
            <a:xfrm>
              <a:off x="1145597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平台运营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Triangle 35"/>
            <p:cNvSpPr/>
            <p:nvPr/>
          </p:nvSpPr>
          <p:spPr>
            <a:xfrm rot="10800000">
              <a:off x="8697313" y="-1"/>
              <a:ext cx="121922" cy="22642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Parallelogram 36"/>
            <p:cNvSpPr/>
            <p:nvPr/>
          </p:nvSpPr>
          <p:spPr>
            <a:xfrm>
              <a:off x="1010404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77091" y="309915"/>
            <a:ext cx="11549724" cy="559159"/>
          </a:xfrm>
        </p:spPr>
        <p:txBody>
          <a:bodyPr/>
          <a:lstStyle/>
          <a:p>
            <a:r>
              <a:rPr lang="zh-CN" altLang="en-US" dirty="0"/>
              <a:t>策略中心（</a:t>
            </a:r>
            <a:r>
              <a:rPr lang="en-US" altLang="zh-CN" dirty="0"/>
              <a:t>2</a:t>
            </a:r>
            <a:r>
              <a:rPr lang="zh-CN" altLang="en-US" dirty="0"/>
              <a:t>）：小模型能力升级，实现人</a:t>
            </a:r>
            <a:r>
              <a:rPr lang="en-US" altLang="zh-CN" dirty="0"/>
              <a:t>-</a:t>
            </a:r>
            <a:r>
              <a:rPr lang="zh-CN" altLang="en-US" dirty="0"/>
              <a:t>货</a:t>
            </a:r>
            <a:r>
              <a:rPr lang="en-US" altLang="zh-CN" dirty="0"/>
              <a:t>-</a:t>
            </a:r>
            <a:r>
              <a:rPr lang="zh-CN" altLang="en-US" dirty="0"/>
              <a:t>场全方位的智能精准匹配</a:t>
            </a:r>
            <a:endParaRPr lang="zh-CN" altLang="en-US" dirty="0"/>
          </a:p>
        </p:txBody>
      </p:sp>
      <p:sp>
        <p:nvSpPr>
          <p:cNvPr id="84" name="内容占位符 2"/>
          <p:cNvSpPr>
            <a:spLocks noGrp="1"/>
          </p:cNvSpPr>
          <p:nvPr>
            <p:ph idx="1"/>
          </p:nvPr>
        </p:nvSpPr>
        <p:spPr>
          <a:xfrm>
            <a:off x="277091" y="891985"/>
            <a:ext cx="11549724" cy="497399"/>
          </a:xfrm>
        </p:spPr>
        <p:txBody>
          <a:bodyPr/>
          <a:lstStyle/>
          <a:p>
            <a:r>
              <a:rPr lang="zh-CN" altLang="en-US" sz="1600" dirty="0"/>
              <a:t>基于北京移动已构建的智慧大脑推荐能力，拓展产品覆盖范围，升级</a:t>
            </a:r>
            <a:r>
              <a:rPr lang="en-US" altLang="zh-CN" sz="1600" dirty="0"/>
              <a:t>”</a:t>
            </a:r>
            <a:r>
              <a:rPr lang="zh-CN" altLang="en-US" sz="1600" dirty="0"/>
              <a:t>人</a:t>
            </a:r>
            <a:r>
              <a:rPr lang="en-US" altLang="zh-CN" sz="1600" dirty="0"/>
              <a:t>-</a:t>
            </a:r>
            <a:r>
              <a:rPr lang="zh-CN" altLang="en-US" sz="1600" dirty="0"/>
              <a:t>货</a:t>
            </a:r>
            <a:r>
              <a:rPr lang="en-US" altLang="zh-CN" sz="1600" dirty="0"/>
              <a:t>”</a:t>
            </a:r>
            <a:r>
              <a:rPr lang="zh-CN" altLang="en-US" sz="1600" dirty="0"/>
              <a:t>匹配到</a:t>
            </a:r>
            <a:r>
              <a:rPr lang="en-US" altLang="zh-CN" sz="1600" dirty="0"/>
              <a:t>”</a:t>
            </a:r>
            <a:r>
              <a:rPr lang="zh-CN" altLang="en-US" sz="1600" dirty="0"/>
              <a:t>人</a:t>
            </a:r>
            <a:r>
              <a:rPr lang="en-US" altLang="zh-CN" sz="1600" dirty="0"/>
              <a:t>-</a:t>
            </a:r>
            <a:r>
              <a:rPr lang="zh-CN" altLang="en-US" sz="1600" dirty="0"/>
              <a:t>货</a:t>
            </a:r>
            <a:r>
              <a:rPr lang="en-US" altLang="zh-CN" sz="1600" dirty="0"/>
              <a:t>-</a:t>
            </a:r>
            <a:r>
              <a:rPr lang="zh-CN" altLang="en-US" sz="1600" dirty="0"/>
              <a:t>场</a:t>
            </a:r>
            <a:r>
              <a:rPr lang="en-US" altLang="zh-CN" sz="1600" dirty="0"/>
              <a:t>”</a:t>
            </a:r>
            <a:r>
              <a:rPr lang="zh-CN" altLang="en-US" sz="1600" dirty="0"/>
              <a:t>匹配。升级后的</a:t>
            </a:r>
            <a:r>
              <a:rPr lang="en-US" altLang="zh-CN" sz="1600" dirty="0"/>
              <a:t>AI</a:t>
            </a:r>
            <a:r>
              <a:rPr lang="zh-CN" altLang="en-US" sz="1600" dirty="0"/>
              <a:t>智能推荐模型，兼顾营销转化率、价值收益率，支持基于目标导向的战略权重调整，更好的适配业务发展需要。</a:t>
            </a:r>
            <a:endParaRPr lang="zh-CN" altLang="en-US" sz="1600" dirty="0"/>
          </a:p>
        </p:txBody>
      </p:sp>
      <p:sp>
        <p:nvSpPr>
          <p:cNvPr id="85" name="文本框 84"/>
          <p:cNvSpPr txBox="1"/>
          <p:nvPr/>
        </p:nvSpPr>
        <p:spPr>
          <a:xfrm>
            <a:off x="3648875" y="1491792"/>
            <a:ext cx="8177940" cy="304086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dist="25400" sx="95000" sy="950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algn="ctr" defTabSz="514350">
              <a:lnSpc>
                <a:spcPct val="130000"/>
              </a:lnSpc>
              <a:defRPr sz="1600" b="1" i="1" kern="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ea typeface="微软雅黑 Light" panose="020B0502040204020203" pitchFamily="34" charset="-122"/>
                <a:cs typeface="微软雅黑" panose="020B0503020204020204" charset="-122"/>
              </a:defRPr>
            </a:lvl1pPr>
          </a:lstStyle>
          <a:p>
            <a:pPr marL="0" marR="0" lvl="0" indent="0" algn="ctr" defTabSz="51435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AI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推荐全面升级（扩充产品覆盖，形成人货场全策略匹配）</a:t>
            </a:r>
            <a:endParaRPr kumimoji="1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3649510" y="1796513"/>
            <a:ext cx="8177940" cy="4577827"/>
            <a:chOff x="461" y="2964"/>
            <a:chExt cx="12882" cy="6843"/>
          </a:xfrm>
        </p:grpSpPr>
        <p:sp>
          <p:nvSpPr>
            <p:cNvPr id="87" name="矩形 86"/>
            <p:cNvSpPr/>
            <p:nvPr/>
          </p:nvSpPr>
          <p:spPr>
            <a:xfrm>
              <a:off x="2922" y="3960"/>
              <a:ext cx="1141" cy="54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5103" y="4808"/>
              <a:ext cx="4682" cy="27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6374" y="4750"/>
              <a:ext cx="2916" cy="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推荐模型处理流程及线上服务</a:t>
              </a:r>
              <a:endPara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0" name="流程图: 手动操作 7"/>
            <p:cNvSpPr/>
            <p:nvPr/>
          </p:nvSpPr>
          <p:spPr>
            <a:xfrm rot="16200000">
              <a:off x="6515" y="5238"/>
              <a:ext cx="1076" cy="2288"/>
            </a:xfrm>
            <a:prstGeom prst="flowChartManualOperation">
              <a:avLst/>
            </a:prstGeom>
            <a:noFill/>
            <a:ln w="9525" cap="flat" cmpd="sng" algn="ctr">
              <a:solidFill>
                <a:srgbClr val="1F497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137" y="5974"/>
              <a:ext cx="1745" cy="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AI</a:t>
              </a: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推荐通用模型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2" name="流程图: 磁盘 9"/>
            <p:cNvSpPr/>
            <p:nvPr/>
          </p:nvSpPr>
          <p:spPr>
            <a:xfrm>
              <a:off x="4217" y="5825"/>
              <a:ext cx="735" cy="1191"/>
            </a:xfrm>
            <a:prstGeom prst="flowChartMagneticDisk">
              <a:avLst/>
            </a:prstGeom>
            <a:noFill/>
            <a:ln w="3810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8508" y="5189"/>
              <a:ext cx="1235" cy="2277"/>
            </a:xfrm>
            <a:prstGeom prst="rect">
              <a:avLst/>
            </a:prstGeom>
            <a:noFill/>
            <a:ln w="9525" cap="flat" cmpd="sng" algn="ctr">
              <a:solidFill>
                <a:srgbClr val="0058A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8290" y="5244"/>
              <a:ext cx="1566" cy="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补充策略与模型</a:t>
              </a:r>
              <a:endParaRPr kumimoji="1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8495" y="5859"/>
              <a:ext cx="1260" cy="1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价值评估引擎</a:t>
              </a:r>
              <a:endParaRPr kumimoji="1" lang="en-US" altLang="zh-CN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457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渠道</a:t>
              </a: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适配引擎</a:t>
              </a:r>
              <a:endParaRPr kumimoji="1" lang="en-US" altLang="zh-CN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457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战略</a:t>
              </a: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权重引擎</a:t>
              </a:r>
              <a:endParaRPr kumimoji="1" lang="en-US" altLang="zh-CN" sz="8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457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综合</a:t>
              </a: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排序引擎</a:t>
              </a:r>
              <a:endParaRPr kumimoji="1" lang="zh-CN" alt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5945" y="5211"/>
              <a:ext cx="1017" cy="295"/>
            </a:xfrm>
            <a:prstGeom prst="rect">
              <a:avLst/>
            </a:prstGeom>
            <a:noFill/>
            <a:ln w="9525" cap="flat" cmpd="sng" algn="ctr">
              <a:solidFill>
                <a:srgbClr val="0058A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5899" y="5160"/>
              <a:ext cx="1200" cy="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冷启动策略</a:t>
              </a:r>
              <a:endPara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5892" y="7156"/>
              <a:ext cx="2308" cy="310"/>
            </a:xfrm>
            <a:prstGeom prst="rect">
              <a:avLst/>
            </a:prstGeom>
            <a:noFill/>
            <a:ln w="9525" cap="flat" cmpd="sng" algn="ctr">
              <a:solidFill>
                <a:srgbClr val="0058A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5990" y="7147"/>
              <a:ext cx="1990" cy="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产品标签</a:t>
              </a: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+ </a:t>
              </a:r>
              <a:r>
                <a:rPr kumimoji="1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用户</a:t>
              </a: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标签</a:t>
              </a:r>
              <a:endPara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00" name="直接箭头连接符 17"/>
            <p:cNvCxnSpPr>
              <a:stCxn id="90" idx="2"/>
            </p:cNvCxnSpPr>
            <p:nvPr/>
          </p:nvCxnSpPr>
          <p:spPr>
            <a:xfrm flipV="1">
              <a:off x="8197" y="6376"/>
              <a:ext cx="274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E40028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1" name="直接箭头连接符 18"/>
            <p:cNvCxnSpPr>
              <a:stCxn id="92" idx="4"/>
            </p:cNvCxnSpPr>
            <p:nvPr/>
          </p:nvCxnSpPr>
          <p:spPr>
            <a:xfrm>
              <a:off x="4952" y="6420"/>
              <a:ext cx="912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E40028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2" name="矩形 101"/>
            <p:cNvSpPr/>
            <p:nvPr/>
          </p:nvSpPr>
          <p:spPr>
            <a:xfrm>
              <a:off x="9926" y="4827"/>
              <a:ext cx="528" cy="27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9997" y="4620"/>
              <a:ext cx="411" cy="2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人货场推荐匹配列表</a:t>
              </a:r>
              <a:endPara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04" name="直接箭头连接符 21"/>
            <p:cNvCxnSpPr/>
            <p:nvPr/>
          </p:nvCxnSpPr>
          <p:spPr>
            <a:xfrm flipV="1">
              <a:off x="9612" y="6387"/>
              <a:ext cx="314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5" name="文本框 104"/>
            <p:cNvSpPr txBox="1"/>
            <p:nvPr/>
          </p:nvSpPr>
          <p:spPr>
            <a:xfrm>
              <a:off x="7021" y="8700"/>
              <a:ext cx="2665" cy="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模型评估</a:t>
              </a:r>
              <a:endPara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2085" marR="0" lvl="0" indent="-172085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常规评估（触达率、成功率）</a:t>
              </a:r>
              <a:endParaRPr kumimoji="1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2085" marR="0" lvl="0" indent="-172085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1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AB</a:t>
              </a: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测试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4164" y="5839"/>
              <a:ext cx="836" cy="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召回池</a:t>
              </a:r>
              <a:endPara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07" name="连接符: 肘形 24"/>
            <p:cNvCxnSpPr>
              <a:stCxn id="96" idx="3"/>
            </p:cNvCxnSpPr>
            <p:nvPr/>
          </p:nvCxnSpPr>
          <p:spPr>
            <a:xfrm>
              <a:off x="6962" y="5358"/>
              <a:ext cx="853" cy="593"/>
            </a:xfrm>
            <a:prstGeom prst="bentConnector4">
              <a:avLst>
                <a:gd name="adj1" fmla="val 129544"/>
                <a:gd name="adj2" fmla="val 33071"/>
              </a:avLst>
            </a:prstGeom>
            <a:noFill/>
            <a:ln w="6350" cap="flat" cmpd="sng" algn="ctr">
              <a:solidFill>
                <a:srgbClr val="E40028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8" name="矩形 107"/>
            <p:cNvSpPr/>
            <p:nvPr/>
          </p:nvSpPr>
          <p:spPr>
            <a:xfrm>
              <a:off x="5798" y="8904"/>
              <a:ext cx="1106" cy="496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603" y="8983"/>
              <a:ext cx="1496" cy="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模型离线训练</a:t>
              </a:r>
              <a:endParaRPr kumimoji="1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10" name="连接符: 肘形 27"/>
            <p:cNvCxnSpPr/>
            <p:nvPr/>
          </p:nvCxnSpPr>
          <p:spPr>
            <a:xfrm rot="5400000" flipH="1">
              <a:off x="8839" y="6013"/>
              <a:ext cx="159" cy="6365"/>
            </a:xfrm>
            <a:prstGeom prst="bentConnector4">
              <a:avLst>
                <a:gd name="adj1" fmla="val -254020"/>
                <a:gd name="adj2" fmla="val 103202"/>
              </a:avLst>
            </a:prstGeom>
            <a:noFill/>
            <a:ln w="6350" cap="flat" cmpd="sng" algn="ctr">
              <a:solidFill>
                <a:srgbClr val="E40028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11" name="直接箭头连接符 28"/>
            <p:cNvCxnSpPr/>
            <p:nvPr/>
          </p:nvCxnSpPr>
          <p:spPr>
            <a:xfrm flipV="1">
              <a:off x="6344" y="7556"/>
              <a:ext cx="0" cy="138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2" name="文本框 111"/>
            <p:cNvSpPr txBox="1"/>
            <p:nvPr/>
          </p:nvSpPr>
          <p:spPr>
            <a:xfrm>
              <a:off x="5940" y="6305"/>
              <a:ext cx="2175" cy="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（客户</a:t>
              </a:r>
              <a:r>
                <a:rPr kumimoji="1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-</a:t>
              </a: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产品适配引擎）</a:t>
              </a:r>
              <a:endParaRPr kumimoji="1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13" name="直接箭头连接符 30"/>
            <p:cNvCxnSpPr/>
            <p:nvPr/>
          </p:nvCxnSpPr>
          <p:spPr>
            <a:xfrm>
              <a:off x="10476" y="6376"/>
              <a:ext cx="707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4" name="矩形 113"/>
            <p:cNvSpPr/>
            <p:nvPr/>
          </p:nvSpPr>
          <p:spPr bwMode="auto">
            <a:xfrm>
              <a:off x="11288" y="3929"/>
              <a:ext cx="1685" cy="5339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vert="eaVert" rtlCol="0" anchor="b" anchorCtr="1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11400" y="4177"/>
              <a:ext cx="1462" cy="25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主动推送渠道</a:t>
              </a:r>
              <a:endPara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（集中运营）</a:t>
              </a:r>
              <a:endPara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6" name="矩形 115"/>
            <p:cNvSpPr/>
            <p:nvPr/>
          </p:nvSpPr>
          <p:spPr>
            <a:xfrm>
              <a:off x="11564" y="4854"/>
              <a:ext cx="1134" cy="34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短信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11564" y="5266"/>
              <a:ext cx="1134" cy="34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外呼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11564" y="5678"/>
              <a:ext cx="1134" cy="34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工单类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11564" y="6090"/>
              <a:ext cx="1134" cy="34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微信公众号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11400" y="7109"/>
              <a:ext cx="1462" cy="20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 cmpd="sng" algn="ctr">
              <a:solidFill>
                <a:srgbClr val="A5A5A5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被动调用</a:t>
              </a:r>
              <a:endPara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（一户一案）</a:t>
              </a:r>
              <a:endPara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11495" y="7820"/>
              <a:ext cx="1271" cy="28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电渠广告位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11495" y="8197"/>
              <a:ext cx="1271" cy="28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营业厅弹窗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11495" y="8574"/>
              <a:ext cx="1271" cy="28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客服呼入</a:t>
              </a:r>
              <a:endParaRPr kumimoji="1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4" name="Rounded Rectangle 38"/>
            <p:cNvSpPr/>
            <p:nvPr/>
          </p:nvSpPr>
          <p:spPr>
            <a:xfrm>
              <a:off x="827" y="4089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rm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zh-TW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低稳定客户维系</a:t>
              </a:r>
              <a:endParaRPr kumimoji="1" lang="zh-CN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5" name="Rounded Rectangle 39"/>
            <p:cNvSpPr/>
            <p:nvPr/>
          </p:nvSpPr>
          <p:spPr>
            <a:xfrm>
              <a:off x="827" y="4666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TW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稳定</a:t>
              </a:r>
              <a:r>
                <a:rPr kumimoji="1" lang="zh-CN" altLang="zh-TW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客户</a:t>
              </a:r>
              <a:r>
                <a:rPr kumimoji="1" lang="zh-CN" altLang="zh-TW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价值运营</a:t>
              </a:r>
              <a:endParaRPr kumimoji="1" lang="zh-CN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6" name="Rounded Rectangle 40"/>
            <p:cNvSpPr/>
            <p:nvPr/>
          </p:nvSpPr>
          <p:spPr>
            <a:xfrm>
              <a:off x="827" y="5244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zh-TW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重点客户保拓</a:t>
              </a:r>
              <a:endParaRPr kumimoji="1" lang="zh-CN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7" name="Rounded Rectangle 47"/>
            <p:cNvSpPr/>
            <p:nvPr/>
          </p:nvSpPr>
          <p:spPr>
            <a:xfrm>
              <a:off x="827" y="5821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中低流量客户激发</a:t>
              </a:r>
              <a:endParaRPr kumimoji="1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8" name="Rounded Rectangle 47"/>
            <p:cNvSpPr/>
            <p:nvPr/>
          </p:nvSpPr>
          <p:spPr>
            <a:xfrm>
              <a:off x="827" y="6398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超套客户运营</a:t>
              </a:r>
              <a:endParaRPr kumimoji="1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9" name="Rounded Rectangle 47"/>
            <p:cNvSpPr/>
            <p:nvPr/>
          </p:nvSpPr>
          <p:spPr>
            <a:xfrm>
              <a:off x="827" y="6976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自定义客户</a:t>
              </a:r>
              <a:endParaRPr kumimoji="1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0" name="Rounded Rectangle 38"/>
            <p:cNvSpPr/>
            <p:nvPr/>
          </p:nvSpPr>
          <p:spPr>
            <a:xfrm>
              <a:off x="827" y="7751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rm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标准套餐</a:t>
              </a:r>
              <a:endParaRPr kumimoji="1" lang="zh-CN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1" name="Rounded Rectangle 39"/>
            <p:cNvSpPr/>
            <p:nvPr/>
          </p:nvSpPr>
          <p:spPr>
            <a:xfrm>
              <a:off x="827" y="8299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融合套餐</a:t>
              </a:r>
              <a:endParaRPr kumimoji="1" lang="zh-CN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2" name="Rounded Rectangle 39"/>
            <p:cNvSpPr/>
            <p:nvPr/>
          </p:nvSpPr>
          <p:spPr>
            <a:xfrm>
              <a:off x="827" y="8846"/>
              <a:ext cx="1492" cy="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5G</a:t>
              </a:r>
              <a:r>
                <a:rPr kumimoji="1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流量</a:t>
              </a: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包</a:t>
              </a:r>
              <a:r>
                <a:rPr kumimoji="1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…..</a:t>
              </a:r>
              <a:endParaRPr kumimoji="1" lang="zh-CN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3" name="矩形: 圆角 56"/>
            <p:cNvSpPr/>
            <p:nvPr/>
          </p:nvSpPr>
          <p:spPr>
            <a:xfrm>
              <a:off x="681" y="3985"/>
              <a:ext cx="1696" cy="3533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4" name="矩形: 圆角 57"/>
            <p:cNvSpPr/>
            <p:nvPr/>
          </p:nvSpPr>
          <p:spPr>
            <a:xfrm>
              <a:off x="681" y="7584"/>
              <a:ext cx="1696" cy="1871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496" y="5412"/>
              <a:ext cx="283" cy="596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客群</a:t>
              </a:r>
              <a:endPara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520" y="8043"/>
              <a:ext cx="283" cy="596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产品</a:t>
              </a:r>
              <a:endPara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7" name="Right Arrow 112"/>
            <p:cNvSpPr/>
            <p:nvPr/>
          </p:nvSpPr>
          <p:spPr>
            <a:xfrm>
              <a:off x="2539" y="8403"/>
              <a:ext cx="275" cy="340"/>
            </a:xfrm>
            <a:prstGeom prst="rightArrow">
              <a:avLst/>
            </a:prstGeom>
            <a:gradFill>
              <a:gsLst>
                <a:gs pos="14000">
                  <a:sysClr val="windowText" lastClr="000000">
                    <a:alpha val="0"/>
                  </a:sysClr>
                </a:gs>
                <a:gs pos="100000">
                  <a:sysClr val="windowText" lastClr="000000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8" name="Right Arrow 112"/>
            <p:cNvSpPr/>
            <p:nvPr/>
          </p:nvSpPr>
          <p:spPr>
            <a:xfrm>
              <a:off x="2539" y="5556"/>
              <a:ext cx="275" cy="340"/>
            </a:xfrm>
            <a:prstGeom prst="rightArrow">
              <a:avLst/>
            </a:prstGeom>
            <a:gradFill>
              <a:gsLst>
                <a:gs pos="14000">
                  <a:sysClr val="windowText" lastClr="000000">
                    <a:alpha val="0"/>
                  </a:sysClr>
                </a:gs>
                <a:gs pos="100000">
                  <a:sysClr val="windowText" lastClr="000000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2253" y="4880"/>
              <a:ext cx="868" cy="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基于客户智能推荐调用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2244" y="7792"/>
              <a:ext cx="832" cy="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基于产品智能推荐调用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10393" y="5790"/>
              <a:ext cx="838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触发规则过滤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2" name="文本框 150"/>
            <p:cNvSpPr txBox="1"/>
            <p:nvPr/>
          </p:nvSpPr>
          <p:spPr>
            <a:xfrm>
              <a:off x="2929" y="6257"/>
              <a:ext cx="1136" cy="872"/>
            </a:xfrm>
            <a:prstGeom prst="rect">
              <a:avLst/>
            </a:prstGeom>
            <a:noFill/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智能推荐引擎从全量客户和产品中识别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43" name="直接箭头连接符 66"/>
            <p:cNvCxnSpPr/>
            <p:nvPr/>
          </p:nvCxnSpPr>
          <p:spPr>
            <a:xfrm flipV="1">
              <a:off x="3946" y="6376"/>
              <a:ext cx="274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44" name="文本框 143"/>
            <p:cNvSpPr txBox="1"/>
            <p:nvPr/>
          </p:nvSpPr>
          <p:spPr>
            <a:xfrm>
              <a:off x="2859" y="4045"/>
              <a:ext cx="1343" cy="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客户</a:t>
              </a:r>
              <a:r>
                <a:rPr kumimoji="1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产品初步识别</a:t>
              </a:r>
              <a:endPara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3046" y="7886"/>
              <a:ext cx="301" cy="1241"/>
            </a:xfrm>
            <a:prstGeom prst="rect">
              <a:avLst/>
            </a:prstGeom>
            <a:noFill/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新用户新产品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46" name="直接箭头连接符 69"/>
            <p:cNvCxnSpPr>
              <a:stCxn id="142" idx="2"/>
              <a:endCxn id="145" idx="0"/>
            </p:cNvCxnSpPr>
            <p:nvPr/>
          </p:nvCxnSpPr>
          <p:spPr>
            <a:xfrm flipH="1">
              <a:off x="3197" y="7129"/>
              <a:ext cx="300" cy="757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47" name="直接箭头连接符 70"/>
            <p:cNvCxnSpPr/>
            <p:nvPr/>
          </p:nvCxnSpPr>
          <p:spPr>
            <a:xfrm>
              <a:off x="3513" y="6976"/>
              <a:ext cx="209" cy="897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48" name="文本框 150"/>
            <p:cNvSpPr txBox="1"/>
            <p:nvPr/>
          </p:nvSpPr>
          <p:spPr>
            <a:xfrm>
              <a:off x="3594" y="7886"/>
              <a:ext cx="301" cy="1241"/>
            </a:xfrm>
            <a:prstGeom prst="rect">
              <a:avLst/>
            </a:prstGeom>
            <a:noFill/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老用户老产品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49" name="连接符: 肘形 72"/>
            <p:cNvCxnSpPr>
              <a:stCxn id="145" idx="2"/>
              <a:endCxn id="96" idx="1"/>
            </p:cNvCxnSpPr>
            <p:nvPr/>
          </p:nvCxnSpPr>
          <p:spPr>
            <a:xfrm rot="5400000" flipH="1" flipV="1">
              <a:off x="2687" y="5869"/>
              <a:ext cx="3767" cy="2748"/>
            </a:xfrm>
            <a:prstGeom prst="bentConnector4">
              <a:avLst>
                <a:gd name="adj1" fmla="val -9457"/>
                <a:gd name="adj2" fmla="val 52753"/>
              </a:avLst>
            </a:prstGeom>
            <a:noFill/>
            <a:ln w="6350" cap="flat" cmpd="sng" algn="ctr">
              <a:solidFill>
                <a:srgbClr val="E40028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50" name="文本框 150"/>
            <p:cNvSpPr txBox="1"/>
            <p:nvPr/>
          </p:nvSpPr>
          <p:spPr>
            <a:xfrm>
              <a:off x="3010" y="5141"/>
              <a:ext cx="947" cy="504"/>
            </a:xfrm>
            <a:prstGeom prst="rect">
              <a:avLst/>
            </a:prstGeom>
            <a:noFill/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目标客群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目标产品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51" name="直接箭头连接符 74"/>
            <p:cNvCxnSpPr>
              <a:stCxn id="150" idx="2"/>
              <a:endCxn id="142" idx="0"/>
            </p:cNvCxnSpPr>
            <p:nvPr/>
          </p:nvCxnSpPr>
          <p:spPr>
            <a:xfrm>
              <a:off x="3484" y="5645"/>
              <a:ext cx="13" cy="6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52" name="连接符: 肘形 75"/>
            <p:cNvCxnSpPr>
              <a:stCxn id="148" idx="2"/>
            </p:cNvCxnSpPr>
            <p:nvPr/>
          </p:nvCxnSpPr>
          <p:spPr>
            <a:xfrm rot="5400000" flipH="1" flipV="1">
              <a:off x="3040" y="7664"/>
              <a:ext cx="2168" cy="758"/>
            </a:xfrm>
            <a:prstGeom prst="bentConnector3">
              <a:avLst>
                <a:gd name="adj1" fmla="val -16607"/>
              </a:avLst>
            </a:prstGeom>
            <a:noFill/>
            <a:ln w="6350" cap="flat" cmpd="sng" algn="ctr">
              <a:solidFill>
                <a:srgbClr val="E40028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53" name="文本框 152"/>
            <p:cNvSpPr txBox="1"/>
            <p:nvPr/>
          </p:nvSpPr>
          <p:spPr>
            <a:xfrm>
              <a:off x="4177" y="6345"/>
              <a:ext cx="1007" cy="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重点用户</a:t>
              </a:r>
              <a:endPara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重点产品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9485" y="8224"/>
              <a:ext cx="1781" cy="13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效果评估</a:t>
              </a:r>
              <a:endParaRPr kumimoji="1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2085" marR="0" lvl="0" indent="-172085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整体办理量</a:t>
              </a:r>
              <a:endPara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2085" marR="0" lvl="0" indent="-172085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接触量</a:t>
              </a:r>
              <a:endPara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2085" marR="0" lvl="0" indent="-172085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总转化率</a:t>
              </a:r>
              <a:endPara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2085" marR="0" lvl="0" indent="-172085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分策略转化率</a:t>
              </a:r>
              <a:endPara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2085" marR="0" lvl="0" indent="-172085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渠道办理量</a:t>
              </a:r>
              <a:r>
                <a:rPr kumimoji="1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….</a:t>
              </a:r>
              <a:endPara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55" name="直接箭头连接符 78"/>
            <p:cNvCxnSpPr/>
            <p:nvPr/>
          </p:nvCxnSpPr>
          <p:spPr>
            <a:xfrm flipV="1">
              <a:off x="6308" y="6865"/>
              <a:ext cx="0" cy="282"/>
            </a:xfrm>
            <a:prstGeom prst="straightConnector1">
              <a:avLst/>
            </a:prstGeom>
            <a:noFill/>
            <a:ln w="63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56" name="直接箭头连接符 79"/>
            <p:cNvCxnSpPr/>
            <p:nvPr/>
          </p:nvCxnSpPr>
          <p:spPr>
            <a:xfrm flipH="1" flipV="1">
              <a:off x="10408" y="6865"/>
              <a:ext cx="767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57" name="文本框 156"/>
            <p:cNvSpPr txBox="1"/>
            <p:nvPr/>
          </p:nvSpPr>
          <p:spPr>
            <a:xfrm>
              <a:off x="10408" y="7017"/>
              <a:ext cx="984" cy="6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已订购用户剔除，重排序机制日更新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8" name="文本框 143"/>
            <p:cNvSpPr txBox="1"/>
            <p:nvPr/>
          </p:nvSpPr>
          <p:spPr>
            <a:xfrm>
              <a:off x="3246" y="4681"/>
              <a:ext cx="393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 2" panose="05020102010507070707" pitchFamily="18" charset="2"/>
                </a:rPr>
                <a:t></a:t>
              </a: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9" name="文本框 149"/>
            <p:cNvSpPr txBox="1"/>
            <p:nvPr/>
          </p:nvSpPr>
          <p:spPr>
            <a:xfrm>
              <a:off x="10449" y="5405"/>
              <a:ext cx="393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 2" panose="05020102010507070707" pitchFamily="18" charset="2"/>
                </a:rPr>
                <a:t>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0" name="文本框 6"/>
            <p:cNvSpPr txBox="1"/>
            <p:nvPr/>
          </p:nvSpPr>
          <p:spPr>
            <a:xfrm>
              <a:off x="4268" y="5330"/>
              <a:ext cx="393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 2" panose="05020102010507070707" pitchFamily="18" charset="2"/>
                </a:rPr>
                <a:t>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1" name="文本框 7"/>
            <p:cNvSpPr txBox="1"/>
            <p:nvPr/>
          </p:nvSpPr>
          <p:spPr>
            <a:xfrm>
              <a:off x="7003" y="5581"/>
              <a:ext cx="393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 2" panose="05020102010507070707" pitchFamily="18" charset="2"/>
                </a:rPr>
                <a:t>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2" name="文本框 11"/>
            <p:cNvSpPr txBox="1"/>
            <p:nvPr/>
          </p:nvSpPr>
          <p:spPr>
            <a:xfrm>
              <a:off x="8794" y="5447"/>
              <a:ext cx="393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 2" panose="05020102010507070707" pitchFamily="18" charset="2"/>
                </a:rPr>
                <a:t>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3" name="文本框 15"/>
            <p:cNvSpPr txBox="1"/>
            <p:nvPr/>
          </p:nvSpPr>
          <p:spPr>
            <a:xfrm>
              <a:off x="9902" y="4348"/>
              <a:ext cx="393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 2" panose="05020102010507070707" pitchFamily="18" charset="2"/>
                </a:rPr>
                <a:t>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4" name="文本框 144"/>
            <p:cNvSpPr txBox="1"/>
            <p:nvPr/>
          </p:nvSpPr>
          <p:spPr>
            <a:xfrm>
              <a:off x="1239" y="3785"/>
              <a:ext cx="406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 2" panose="05020102010507070707" pitchFamily="18" charset="2"/>
                </a:rPr>
                <a:t>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5" name="文本框 6"/>
            <p:cNvSpPr txBox="1"/>
            <p:nvPr/>
          </p:nvSpPr>
          <p:spPr>
            <a:xfrm>
              <a:off x="5335" y="4935"/>
              <a:ext cx="393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 2" panose="05020102010507070707" pitchFamily="18" charset="2"/>
                </a:rPr>
                <a:t>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6" name="矩形 165"/>
            <p:cNvSpPr/>
            <p:nvPr/>
          </p:nvSpPr>
          <p:spPr>
            <a:xfrm>
              <a:off x="461" y="2964"/>
              <a:ext cx="12882" cy="684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EC4B6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7" name="五边形 20"/>
            <p:cNvSpPr/>
            <p:nvPr/>
          </p:nvSpPr>
          <p:spPr>
            <a:xfrm>
              <a:off x="606" y="3223"/>
              <a:ext cx="2152" cy="62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dist" defTabSz="685800" rtl="0" eaLnBrk="1" fontAlgn="base" latinLnBrk="0" hangingPunct="1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487" y="3280"/>
              <a:ext cx="2282" cy="3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1</a:t>
              </a: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、数据准备</a:t>
              </a:r>
              <a:endParaRPr kumimoji="1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9" name="五边形 20"/>
            <p:cNvSpPr/>
            <p:nvPr/>
          </p:nvSpPr>
          <p:spPr>
            <a:xfrm>
              <a:off x="2758" y="3205"/>
              <a:ext cx="8361" cy="62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dist" defTabSz="685800" rtl="0" eaLnBrk="1" fontAlgn="base" latinLnBrk="0" hangingPunct="1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0" name="矩形 169"/>
            <p:cNvSpPr/>
            <p:nvPr/>
          </p:nvSpPr>
          <p:spPr>
            <a:xfrm>
              <a:off x="3830" y="3275"/>
              <a:ext cx="5144" cy="3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2</a:t>
              </a: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、</a:t>
              </a:r>
              <a:r>
                <a:rPr kumimoji="1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AI</a:t>
              </a: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推荐计算逻辑（自动推理服务）</a:t>
              </a:r>
              <a:endPara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1" name="五边形 20"/>
            <p:cNvSpPr/>
            <p:nvPr/>
          </p:nvSpPr>
          <p:spPr>
            <a:xfrm>
              <a:off x="11163" y="3204"/>
              <a:ext cx="2162" cy="62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dist" defTabSz="685800" rtl="0" eaLnBrk="1" fontAlgn="base" latinLnBrk="0" hangingPunct="1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10893" y="3150"/>
              <a:ext cx="2290" cy="6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3</a:t>
              </a: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、渠道触达</a:t>
              </a:r>
              <a:endParaRPr kumimoji="1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4572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（实时更新）</a:t>
              </a:r>
              <a:endPara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339166" y="2264799"/>
            <a:ext cx="293038" cy="418112"/>
            <a:chOff x="3285439" y="2383334"/>
            <a:chExt cx="346765" cy="418112"/>
          </a:xfrm>
        </p:grpSpPr>
        <p:sp>
          <p:nvSpPr>
            <p:cNvPr id="2" name="燕尾形 1"/>
            <p:cNvSpPr/>
            <p:nvPr/>
          </p:nvSpPr>
          <p:spPr>
            <a:xfrm>
              <a:off x="3454404" y="2383334"/>
              <a:ext cx="177800" cy="41811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1" name="燕尾形 180"/>
            <p:cNvSpPr/>
            <p:nvPr/>
          </p:nvSpPr>
          <p:spPr>
            <a:xfrm>
              <a:off x="3285439" y="2383334"/>
              <a:ext cx="177800" cy="41811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3329809" y="4626966"/>
            <a:ext cx="293038" cy="418112"/>
            <a:chOff x="3285439" y="2383334"/>
            <a:chExt cx="346765" cy="418112"/>
          </a:xfrm>
        </p:grpSpPr>
        <p:sp>
          <p:nvSpPr>
            <p:cNvPr id="183" name="燕尾形 182"/>
            <p:cNvSpPr/>
            <p:nvPr/>
          </p:nvSpPr>
          <p:spPr>
            <a:xfrm>
              <a:off x="3454404" y="2383334"/>
              <a:ext cx="177800" cy="41811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4" name="燕尾形 183"/>
            <p:cNvSpPr/>
            <p:nvPr/>
          </p:nvSpPr>
          <p:spPr>
            <a:xfrm>
              <a:off x="3285439" y="2383334"/>
              <a:ext cx="177800" cy="41811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85" name="文本框 184"/>
          <p:cNvSpPr txBox="1"/>
          <p:nvPr/>
        </p:nvSpPr>
        <p:spPr>
          <a:xfrm>
            <a:off x="277091" y="1492027"/>
            <a:ext cx="3007234" cy="304086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dist="25400" sx="95000" sy="950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algn="ctr" defTabSz="514350">
              <a:lnSpc>
                <a:spcPct val="130000"/>
              </a:lnSpc>
              <a:defRPr sz="1600" b="1" i="1" kern="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ea typeface="微软雅黑 Light" panose="020B0502040204020203" pitchFamily="34" charset="-122"/>
                <a:cs typeface="微软雅黑" panose="020B0503020204020204" charset="-122"/>
              </a:defRPr>
            </a:lvl1pPr>
          </a:lstStyle>
          <a:p>
            <a:pPr marL="0" marR="0" lvl="0" indent="0" algn="ctr" defTabSz="51435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已建智慧大脑能力</a:t>
            </a:r>
            <a:endParaRPr kumimoji="1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1476289" y="1889376"/>
            <a:ext cx="1797196" cy="2157502"/>
            <a:chOff x="5126895" y="3082928"/>
            <a:chExt cx="1797196" cy="2157502"/>
          </a:xfrm>
          <a:solidFill>
            <a:schemeClr val="bg1">
              <a:lumMod val="85000"/>
            </a:schemeClr>
          </a:solidFill>
        </p:grpSpPr>
        <p:sp>
          <p:nvSpPr>
            <p:cNvPr id="187" name="矩形 186"/>
            <p:cNvSpPr/>
            <p:nvPr/>
          </p:nvSpPr>
          <p:spPr>
            <a:xfrm>
              <a:off x="5129898" y="4869160"/>
              <a:ext cx="1794193" cy="371270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底层数据梳理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8" name="矩形 187"/>
            <p:cNvSpPr/>
            <p:nvPr/>
          </p:nvSpPr>
          <p:spPr>
            <a:xfrm>
              <a:off x="5126896" y="4287543"/>
              <a:ext cx="805174" cy="371270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产品原子化标签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9" name="矩形 188"/>
            <p:cNvSpPr/>
            <p:nvPr/>
          </p:nvSpPr>
          <p:spPr>
            <a:xfrm>
              <a:off x="6118917" y="4285870"/>
              <a:ext cx="805174" cy="371270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客户原子化标签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0" name="矩形 189"/>
            <p:cNvSpPr/>
            <p:nvPr/>
          </p:nvSpPr>
          <p:spPr>
            <a:xfrm>
              <a:off x="5126895" y="3700482"/>
              <a:ext cx="1794193" cy="371270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一组通用能力模型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1" name="矩形 190"/>
            <p:cNvSpPr/>
            <p:nvPr/>
          </p:nvSpPr>
          <p:spPr>
            <a:xfrm>
              <a:off x="5126895" y="3082928"/>
              <a:ext cx="1794193" cy="371270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一套标准运营流程</a:t>
              </a:r>
              <a:endPara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（产品找客户）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2" name="下箭头 191"/>
            <p:cNvSpPr/>
            <p:nvPr/>
          </p:nvSpPr>
          <p:spPr>
            <a:xfrm rot="10800000">
              <a:off x="5465929" y="4697235"/>
              <a:ext cx="1116124" cy="144016"/>
            </a:xfrm>
            <a:prstGeom prst="downArrow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3" name="下箭头 192"/>
            <p:cNvSpPr/>
            <p:nvPr/>
          </p:nvSpPr>
          <p:spPr>
            <a:xfrm rot="10800000">
              <a:off x="5465929" y="4105754"/>
              <a:ext cx="1116124" cy="144016"/>
            </a:xfrm>
            <a:prstGeom prst="downArrow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4" name="下箭头 193"/>
            <p:cNvSpPr/>
            <p:nvPr/>
          </p:nvSpPr>
          <p:spPr>
            <a:xfrm rot="10800000">
              <a:off x="5465928" y="3512351"/>
              <a:ext cx="1116124" cy="144016"/>
            </a:xfrm>
            <a:prstGeom prst="downArrow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aphicFrame>
        <p:nvGraphicFramePr>
          <p:cNvPr id="195" name="图示 194"/>
          <p:cNvGraphicFramePr/>
          <p:nvPr/>
        </p:nvGraphicFramePr>
        <p:xfrm>
          <a:off x="165253" y="4424457"/>
          <a:ext cx="3097898" cy="2061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96" name="矩形 195"/>
          <p:cNvSpPr/>
          <p:nvPr/>
        </p:nvSpPr>
        <p:spPr>
          <a:xfrm>
            <a:off x="2085547" y="4388036"/>
            <a:ext cx="593612" cy="416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模型输出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1412988" y="5549488"/>
            <a:ext cx="593612" cy="416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效果评估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714795" y="4379200"/>
            <a:ext cx="593612" cy="416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模型优化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220394" y="2315673"/>
            <a:ext cx="120122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四大类重点产品：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合约到期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套包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套餐升档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全网普惠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276220" y="1889376"/>
            <a:ext cx="1098495" cy="3712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聚焦重点产品的精准推荐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678113" y="-1"/>
            <a:ext cx="3496343" cy="226423"/>
            <a:chOff x="8697313" y="-1"/>
            <a:chExt cx="3496343" cy="226423"/>
          </a:xfrm>
        </p:grpSpPr>
        <p:sp>
          <p:nvSpPr>
            <p:cNvPr id="6" name="Parallelogram 5"/>
            <p:cNvSpPr/>
            <p:nvPr/>
          </p:nvSpPr>
          <p:spPr>
            <a:xfrm>
              <a:off x="8752117" y="-1"/>
              <a:ext cx="737679" cy="226423"/>
            </a:xfrm>
            <a:prstGeom prst="parallelogram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五中心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Parallelogram 6"/>
            <p:cNvSpPr/>
            <p:nvPr/>
          </p:nvSpPr>
          <p:spPr>
            <a:xfrm>
              <a:off x="9431385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三屏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Parallelogram 7"/>
            <p:cNvSpPr/>
            <p:nvPr/>
          </p:nvSpPr>
          <p:spPr>
            <a:xfrm>
              <a:off x="1078541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Parallelogram 8"/>
            <p:cNvSpPr/>
            <p:nvPr/>
          </p:nvSpPr>
          <p:spPr>
            <a:xfrm>
              <a:off x="1145597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平台运营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Triangle 9"/>
            <p:cNvSpPr/>
            <p:nvPr/>
          </p:nvSpPr>
          <p:spPr>
            <a:xfrm rot="10800000">
              <a:off x="8697313" y="-1"/>
              <a:ext cx="121922" cy="22642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Parallelogram 10"/>
            <p:cNvSpPr/>
            <p:nvPr/>
          </p:nvSpPr>
          <p:spPr>
            <a:xfrm>
              <a:off x="1010404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77DA78-E013-4A8C-AD75-63A150561B1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77091" y="292469"/>
            <a:ext cx="11549724" cy="576606"/>
          </a:xfrm>
        </p:spPr>
        <p:txBody>
          <a:bodyPr/>
          <a:lstStyle/>
          <a:p>
            <a:r>
              <a:rPr lang="zh-CN" altLang="en-US" dirty="0"/>
              <a:t>策略中心（</a:t>
            </a:r>
            <a:r>
              <a:rPr lang="en-US" altLang="zh-CN" dirty="0"/>
              <a:t>3</a:t>
            </a:r>
            <a:r>
              <a:rPr lang="zh-CN" altLang="en-US" dirty="0"/>
              <a:t>）：支撑基于人机交互与意图识别的策略智能创建</a:t>
            </a:r>
            <a:endParaRPr lang="zh-CN" altLang="en-US" dirty="0"/>
          </a:p>
        </p:txBody>
      </p:sp>
      <p:sp>
        <p:nvSpPr>
          <p:cNvPr id="84" name="内容占位符 2"/>
          <p:cNvSpPr>
            <a:spLocks noGrp="1"/>
          </p:cNvSpPr>
          <p:nvPr>
            <p:ph idx="1"/>
          </p:nvPr>
        </p:nvSpPr>
        <p:spPr>
          <a:xfrm>
            <a:off x="277091" y="818326"/>
            <a:ext cx="11549724" cy="290794"/>
          </a:xfrm>
        </p:spPr>
        <p:txBody>
          <a:bodyPr/>
          <a:lstStyle/>
          <a:p>
            <a:pPr marL="0" lvl="0" eaLnBrk="0">
              <a:lnSpc>
                <a:spcPct val="109000"/>
              </a:lnSpc>
              <a:buClr>
                <a:srgbClr val="0070BF"/>
              </a:buClr>
              <a:tabLst>
                <a:tab pos="358140" algn="l"/>
              </a:tabLst>
              <a:defRPr/>
            </a:pPr>
            <a:r>
              <a:rPr kumimoji="1" lang="zh-CN" altLang="en-US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基于人货场策略匹配，引入大模型能力，通过对话式生成智能策略，提升整体营销策划服务效能。</a:t>
            </a:r>
            <a:endParaRPr kumimoji="1" lang="zh-CN" altLang="en-US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矩形 172"/>
          <p:cNvSpPr/>
          <p:nvPr/>
        </p:nvSpPr>
        <p:spPr>
          <a:xfrm>
            <a:off x="4125791" y="1341029"/>
            <a:ext cx="3832497" cy="5255161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121253" y="1341029"/>
            <a:ext cx="3887728" cy="5255161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5" name="矩形 6"/>
          <p:cNvSpPr/>
          <p:nvPr/>
        </p:nvSpPr>
        <p:spPr>
          <a:xfrm>
            <a:off x="203147" y="1197333"/>
            <a:ext cx="3723940" cy="30472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：人工批量策略创建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6" name="矩形 6"/>
          <p:cNvSpPr/>
          <p:nvPr/>
        </p:nvSpPr>
        <p:spPr>
          <a:xfrm>
            <a:off x="4162428" y="1197333"/>
            <a:ext cx="3725030" cy="30472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阶段2：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辅助策略创建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77" name="图片 1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674" y="2434027"/>
            <a:ext cx="3736002" cy="183149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78" name="图片 1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882" y="4587385"/>
            <a:ext cx="3744890" cy="193878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179" name="虚尾箭头 178"/>
          <p:cNvSpPr/>
          <p:nvPr/>
        </p:nvSpPr>
        <p:spPr>
          <a:xfrm rot="5400000">
            <a:off x="9868551" y="3710680"/>
            <a:ext cx="300277" cy="1404889"/>
          </a:xfrm>
          <a:prstGeom prst="striped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9546371" y="4291552"/>
            <a:ext cx="944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人工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确认调优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1" name="虚尾箭头 200"/>
          <p:cNvSpPr/>
          <p:nvPr/>
        </p:nvSpPr>
        <p:spPr>
          <a:xfrm rot="5400000">
            <a:off x="9814862" y="1569382"/>
            <a:ext cx="300277" cy="1404889"/>
          </a:xfrm>
          <a:prstGeom prst="striped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9546371" y="2150255"/>
            <a:ext cx="944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规则自动计算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8228064" y="1520482"/>
            <a:ext cx="1079719" cy="2527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9000">
                <a:schemeClr val="accent1"/>
              </a:gs>
            </a:gsLst>
            <a:lin ang="4620000" scaled="0"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marR="0" lvl="0" indent="-17145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 kumimoji="0" sz="1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预警客群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Roboto Condensed"/>
              <a:sym typeface="+mn-ea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9477919" y="1520482"/>
            <a:ext cx="1079219" cy="2527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9000">
                <a:schemeClr val="accent1"/>
              </a:gs>
            </a:gsLst>
            <a:lin ang="4620000" scaled="0"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marR="0" lvl="0" indent="-17145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 kumimoji="0" sz="1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切片客群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Roboto Condensed"/>
              <a:sym typeface="+mn-ea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10727273" y="1520482"/>
            <a:ext cx="1079219" cy="2527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9000">
                <a:schemeClr val="accent1"/>
              </a:gs>
            </a:gsLst>
            <a:lin ang="4620000" scaled="0"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marR="0" lvl="0" indent="-17145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 kumimoji="0" sz="1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投诉客群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Roboto Condensed"/>
              <a:sym typeface="+mn-ea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9180876" y="1905447"/>
            <a:ext cx="1680845" cy="2527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9000">
                <a:schemeClr val="accent1"/>
              </a:gs>
            </a:gsLst>
            <a:lin ang="4620000" scaled="0"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marR="0" lvl="0" indent="-17145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 kumimoji="0" sz="1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策略生成规则配置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Roboto Condensed"/>
              <a:sym typeface="+mn-ea"/>
            </a:endParaRPr>
          </a:p>
        </p:txBody>
      </p:sp>
      <p:cxnSp>
        <p:nvCxnSpPr>
          <p:cNvPr id="207" name="曲线连接符 206"/>
          <p:cNvCxnSpPr>
            <a:stCxn id="203" idx="2"/>
            <a:endCxn id="206" idx="0"/>
          </p:cNvCxnSpPr>
          <p:nvPr/>
        </p:nvCxnSpPr>
        <p:spPr>
          <a:xfrm rot="5400000" flipV="1">
            <a:off x="9326039" y="1213110"/>
            <a:ext cx="132680" cy="125316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曲线连接符 207"/>
          <p:cNvCxnSpPr>
            <a:stCxn id="204" idx="2"/>
            <a:endCxn id="206" idx="0"/>
          </p:cNvCxnSpPr>
          <p:nvPr/>
        </p:nvCxnSpPr>
        <p:spPr>
          <a:xfrm rot="5400000" flipV="1">
            <a:off x="9950716" y="1837787"/>
            <a:ext cx="132680" cy="380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曲线连接符 208"/>
          <p:cNvCxnSpPr>
            <a:stCxn id="205" idx="2"/>
            <a:endCxn id="206" idx="0"/>
          </p:cNvCxnSpPr>
          <p:nvPr/>
        </p:nvCxnSpPr>
        <p:spPr>
          <a:xfrm rot="5400000">
            <a:off x="10575076" y="1217236"/>
            <a:ext cx="132680" cy="1244911"/>
          </a:xfrm>
          <a:prstGeom prst="curvedConnector3">
            <a:avLst>
              <a:gd name="adj1" fmla="val 50239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13"/>
          <p:cNvSpPr/>
          <p:nvPr>
            <p:custDataLst>
              <p:tags r:id="rId3"/>
            </p:custDataLst>
          </p:nvPr>
        </p:nvSpPr>
        <p:spPr>
          <a:xfrm>
            <a:off x="5448786" y="1696536"/>
            <a:ext cx="2265725" cy="856392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675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11" name="矩形 210"/>
          <p:cNvSpPr/>
          <p:nvPr>
            <p:custDataLst>
              <p:tags r:id="rId4"/>
            </p:custDataLst>
          </p:nvPr>
        </p:nvSpPr>
        <p:spPr>
          <a:xfrm rot="5400000">
            <a:off x="5563933" y="1511211"/>
            <a:ext cx="35991" cy="287925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2" name="圆角矩形 181"/>
          <p:cNvSpPr/>
          <p:nvPr>
            <p:custDataLst>
              <p:tags r:id="rId5"/>
            </p:custDataLst>
          </p:nvPr>
        </p:nvSpPr>
        <p:spPr>
          <a:xfrm>
            <a:off x="5509702" y="1763194"/>
            <a:ext cx="201243" cy="215844"/>
          </a:xfrm>
          <a:prstGeom prst="roundRect">
            <a:avLst/>
          </a:prstGeom>
          <a:solidFill>
            <a:schemeClr val="bg1"/>
          </a:solidFill>
          <a:ln w="127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396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3" name="文本框 212"/>
          <p:cNvSpPr txBox="1"/>
          <p:nvPr>
            <p:custDataLst>
              <p:tags r:id="rId6"/>
            </p:custDataLst>
          </p:nvPr>
        </p:nvSpPr>
        <p:spPr>
          <a:xfrm>
            <a:off x="5452595" y="2063471"/>
            <a:ext cx="2285405" cy="336462"/>
          </a:xfrm>
          <a:prstGeom prst="rect">
            <a:avLst/>
          </a:prstGeom>
          <a:noFill/>
        </p:spPr>
        <p:txBody>
          <a:bodyPr wrap="square" lIns="36185" rIns="36185" rtlCol="0" anchor="t">
            <a:noAutofit/>
          </a:bodyPr>
          <a:lstStyle/>
          <a:p>
            <a:pPr marL="171450" marR="0" lvl="0" indent="-17145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"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运营人员选择已有客群及产品</a:t>
            </a: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，由算法引擎智</a:t>
            </a: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能匹配推荐策略投放渠道；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4" name="矩形 213"/>
          <p:cNvSpPr/>
          <p:nvPr/>
        </p:nvSpPr>
        <p:spPr>
          <a:xfrm>
            <a:off x="5855715" y="1779700"/>
            <a:ext cx="674829" cy="2615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客群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7086660" y="1779700"/>
            <a:ext cx="539609" cy="2615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渠道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6" name="右箭头 215"/>
          <p:cNvSpPr/>
          <p:nvPr/>
        </p:nvSpPr>
        <p:spPr>
          <a:xfrm>
            <a:off x="6585140" y="1826677"/>
            <a:ext cx="484379" cy="17077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6529910" y="1681300"/>
            <a:ext cx="610711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智能匹配</a:t>
            </a:r>
            <a:endParaRPr kumimoji="0" lang="zh-CN" alt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8" name="Rectangle 13"/>
          <p:cNvSpPr/>
          <p:nvPr>
            <p:custDataLst>
              <p:tags r:id="rId7"/>
            </p:custDataLst>
          </p:nvPr>
        </p:nvSpPr>
        <p:spPr>
          <a:xfrm>
            <a:off x="5453865" y="2652597"/>
            <a:ext cx="2265725" cy="8449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675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19" name="矩形 218"/>
          <p:cNvSpPr/>
          <p:nvPr>
            <p:custDataLst>
              <p:tags r:id="rId8"/>
            </p:custDataLst>
          </p:nvPr>
        </p:nvSpPr>
        <p:spPr>
          <a:xfrm rot="5400000">
            <a:off x="5563933" y="2467907"/>
            <a:ext cx="35991" cy="287925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0" name="圆角矩形 181"/>
          <p:cNvSpPr/>
          <p:nvPr>
            <p:custDataLst>
              <p:tags r:id="rId9"/>
            </p:custDataLst>
          </p:nvPr>
        </p:nvSpPr>
        <p:spPr>
          <a:xfrm>
            <a:off x="5509702" y="2717985"/>
            <a:ext cx="201243" cy="212035"/>
          </a:xfrm>
          <a:prstGeom prst="roundRect">
            <a:avLst/>
          </a:prstGeom>
          <a:solidFill>
            <a:schemeClr val="bg1"/>
          </a:solidFill>
          <a:ln w="127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396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2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21" name="文本框 220"/>
          <p:cNvSpPr txBox="1"/>
          <p:nvPr>
            <p:custDataLst>
              <p:tags r:id="rId10"/>
            </p:custDataLst>
          </p:nvPr>
        </p:nvSpPr>
        <p:spPr>
          <a:xfrm>
            <a:off x="5458309" y="2982076"/>
            <a:ext cx="2285405" cy="409468"/>
          </a:xfrm>
          <a:prstGeom prst="rect">
            <a:avLst/>
          </a:prstGeom>
          <a:noFill/>
        </p:spPr>
        <p:txBody>
          <a:bodyPr wrap="square" lIns="36185" rIns="36185" rtlCol="0" anchor="t">
            <a:noAutofit/>
          </a:bodyPr>
          <a:lstStyle/>
          <a:p>
            <a:pPr marL="171450" marR="0" lvl="0" indent="-17145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"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运营人员选择已有客群，由算法引擎智能匹配推荐营销产品及策略投放渠道；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5855715" y="2733856"/>
            <a:ext cx="539609" cy="2571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客群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6951440" y="2733856"/>
            <a:ext cx="674829" cy="2571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渠道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4" name="右箭头 223"/>
          <p:cNvSpPr/>
          <p:nvPr/>
        </p:nvSpPr>
        <p:spPr>
          <a:xfrm>
            <a:off x="6427701" y="2780834"/>
            <a:ext cx="484379" cy="16823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6408021" y="2637361"/>
            <a:ext cx="66467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智能匹配</a:t>
            </a:r>
            <a:endParaRPr kumimoji="0" lang="zh-CN" alt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6" name="Rectangle 13"/>
          <p:cNvSpPr/>
          <p:nvPr>
            <p:custDataLst>
              <p:tags r:id="rId11"/>
            </p:custDataLst>
          </p:nvPr>
        </p:nvSpPr>
        <p:spPr>
          <a:xfrm>
            <a:off x="5448786" y="3644844"/>
            <a:ext cx="2265725" cy="8449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675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27" name="矩形 226"/>
          <p:cNvSpPr/>
          <p:nvPr>
            <p:custDataLst>
              <p:tags r:id="rId12"/>
            </p:custDataLst>
          </p:nvPr>
        </p:nvSpPr>
        <p:spPr>
          <a:xfrm rot="5400000">
            <a:off x="5563933" y="3465233"/>
            <a:ext cx="35991" cy="287925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8" name="圆角矩形 181"/>
          <p:cNvSpPr/>
          <p:nvPr>
            <p:custDataLst>
              <p:tags r:id="rId13"/>
            </p:custDataLst>
          </p:nvPr>
        </p:nvSpPr>
        <p:spPr>
          <a:xfrm>
            <a:off x="5509702" y="3705153"/>
            <a:ext cx="201243" cy="196799"/>
          </a:xfrm>
          <a:prstGeom prst="roundRect">
            <a:avLst/>
          </a:prstGeom>
          <a:solidFill>
            <a:schemeClr val="bg1"/>
          </a:solidFill>
          <a:ln w="127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396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3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29" name="文本框 228"/>
          <p:cNvSpPr txBox="1"/>
          <p:nvPr>
            <p:custDataLst>
              <p:tags r:id="rId14"/>
            </p:custDataLst>
          </p:nvPr>
        </p:nvSpPr>
        <p:spPr>
          <a:xfrm>
            <a:off x="5453230" y="3950199"/>
            <a:ext cx="2285405" cy="361221"/>
          </a:xfrm>
          <a:prstGeom prst="rect">
            <a:avLst/>
          </a:prstGeom>
          <a:noFill/>
        </p:spPr>
        <p:txBody>
          <a:bodyPr wrap="square" lIns="36185" rIns="36185" rtlCol="0" anchor="t">
            <a:noAutofit/>
          </a:bodyPr>
          <a:lstStyle/>
          <a:p>
            <a:pPr marL="171450" marR="0" lvl="0" indent="-17145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"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运营人员选择产品，由算法引擎智能匹配推荐目标客群及策略投放渠道；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0" name="矩形 229"/>
          <p:cNvSpPr/>
          <p:nvPr/>
        </p:nvSpPr>
        <p:spPr>
          <a:xfrm>
            <a:off x="5855715" y="3720389"/>
            <a:ext cx="539609" cy="2386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6951440" y="3720389"/>
            <a:ext cx="674829" cy="2386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客群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渠道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2" name="右箭头 231"/>
          <p:cNvSpPr/>
          <p:nvPr/>
        </p:nvSpPr>
        <p:spPr>
          <a:xfrm>
            <a:off x="6427701" y="3762923"/>
            <a:ext cx="484379" cy="15490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6352791" y="3630877"/>
            <a:ext cx="674194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智能匹配</a:t>
            </a:r>
            <a:endParaRPr kumimoji="0" lang="zh-CN" alt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4" name="Rectangle 13"/>
          <p:cNvSpPr/>
          <p:nvPr>
            <p:custDataLst>
              <p:tags r:id="rId15"/>
            </p:custDataLst>
          </p:nvPr>
        </p:nvSpPr>
        <p:spPr>
          <a:xfrm>
            <a:off x="5448786" y="4616141"/>
            <a:ext cx="2265725" cy="969393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675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35" name="矩形 234"/>
          <p:cNvSpPr/>
          <p:nvPr>
            <p:custDataLst>
              <p:tags r:id="rId16"/>
            </p:custDataLst>
          </p:nvPr>
        </p:nvSpPr>
        <p:spPr>
          <a:xfrm rot="5400000">
            <a:off x="5563933" y="4433673"/>
            <a:ext cx="35991" cy="287925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6" name="圆角矩形 181"/>
          <p:cNvSpPr/>
          <p:nvPr>
            <p:custDataLst>
              <p:tags r:id="rId17"/>
            </p:custDataLst>
          </p:nvPr>
        </p:nvSpPr>
        <p:spPr>
          <a:xfrm>
            <a:off x="5509702" y="4679624"/>
            <a:ext cx="201243" cy="205052"/>
          </a:xfrm>
          <a:prstGeom prst="roundRect">
            <a:avLst/>
          </a:prstGeom>
          <a:solidFill>
            <a:schemeClr val="bg1"/>
          </a:solidFill>
          <a:ln w="127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396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4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37" name="文本框 236"/>
          <p:cNvSpPr txBox="1"/>
          <p:nvPr>
            <p:custDataLst>
              <p:tags r:id="rId18"/>
            </p:custDataLst>
          </p:nvPr>
        </p:nvSpPr>
        <p:spPr>
          <a:xfrm>
            <a:off x="5453230" y="5132896"/>
            <a:ext cx="2285405" cy="377092"/>
          </a:xfrm>
          <a:prstGeom prst="rect">
            <a:avLst/>
          </a:prstGeom>
          <a:noFill/>
        </p:spPr>
        <p:txBody>
          <a:bodyPr wrap="square" lIns="36185" rIns="36185" rtlCol="0" anchor="t">
            <a:noAutofit/>
          </a:bodyPr>
          <a:lstStyle/>
          <a:p>
            <a:pPr marL="171450" marR="0" lvl="0" indent="-17145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"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运营人员输入产品参数、客群参数、渠道参数，由算法引擎智能匹配；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756681" y="4898007"/>
            <a:ext cx="539609" cy="2488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客群参数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6427701" y="4898007"/>
            <a:ext cx="539609" cy="2488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产品参数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098087" y="4898007"/>
            <a:ext cx="539609" cy="2488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渠道参数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1" name="左大括号 240"/>
          <p:cNvSpPr/>
          <p:nvPr/>
        </p:nvSpPr>
        <p:spPr>
          <a:xfrm rot="5400000">
            <a:off x="6644180" y="4189532"/>
            <a:ext cx="203147" cy="1214439"/>
          </a:xfrm>
          <a:prstGeom prst="lef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6453729" y="4581225"/>
            <a:ext cx="674194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智能匹配</a:t>
            </a:r>
            <a:endParaRPr kumimoji="0" lang="zh-CN" alt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3" name="左右箭头 242"/>
          <p:cNvSpPr/>
          <p:nvPr/>
        </p:nvSpPr>
        <p:spPr>
          <a:xfrm>
            <a:off x="6275341" y="4942446"/>
            <a:ext cx="189181" cy="160613"/>
          </a:xfrm>
          <a:prstGeom prst="leftRightArrow">
            <a:avLst>
              <a:gd name="adj1" fmla="val 50000"/>
              <a:gd name="adj2" fmla="val 32146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4" name="左右箭头 243"/>
          <p:cNvSpPr/>
          <p:nvPr/>
        </p:nvSpPr>
        <p:spPr>
          <a:xfrm>
            <a:off x="6950805" y="4941811"/>
            <a:ext cx="189181" cy="160613"/>
          </a:xfrm>
          <a:prstGeom prst="leftRightArrow">
            <a:avLst>
              <a:gd name="adj1" fmla="val 50000"/>
              <a:gd name="adj2" fmla="val 3242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5" name="圆角矩形 15"/>
          <p:cNvSpPr/>
          <p:nvPr>
            <p:custDataLst>
              <p:tags r:id="rId19"/>
            </p:custDataLst>
          </p:nvPr>
        </p:nvSpPr>
        <p:spPr bwMode="auto">
          <a:xfrm>
            <a:off x="4252440" y="1545259"/>
            <a:ext cx="900196" cy="4039453"/>
          </a:xfrm>
          <a:prstGeom prst="roundRect">
            <a:avLst>
              <a:gd name="adj" fmla="val 6265"/>
            </a:avLst>
          </a:prstGeom>
          <a:ln w="31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引擎构建</a:t>
            </a: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46" name="矩形 245"/>
          <p:cNvSpPr/>
          <p:nvPr>
            <p:custDataLst>
              <p:tags r:id="rId20"/>
            </p:custDataLst>
          </p:nvPr>
        </p:nvSpPr>
        <p:spPr>
          <a:xfrm>
            <a:off x="4355601" y="2066645"/>
            <a:ext cx="702127" cy="85702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办理转化概率关系引擎</a:t>
            </a: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7" name="矩形 246"/>
          <p:cNvSpPr/>
          <p:nvPr>
            <p:custDataLst>
              <p:tags r:id="rId21"/>
            </p:custDataLst>
          </p:nvPr>
        </p:nvSpPr>
        <p:spPr bwMode="auto">
          <a:xfrm>
            <a:off x="4355601" y="1913015"/>
            <a:ext cx="702127" cy="161883"/>
          </a:xfrm>
          <a:prstGeom prst="rect">
            <a:avLst/>
          </a:prstGeom>
          <a:solidFill>
            <a:schemeClr val="accent1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需求洞察</a:t>
            </a:r>
            <a:endParaRPr kumimoji="1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248" name="矩形 247"/>
          <p:cNvSpPr/>
          <p:nvPr>
            <p:custDataLst>
              <p:tags r:id="rId22"/>
            </p:custDataLst>
          </p:nvPr>
        </p:nvSpPr>
        <p:spPr>
          <a:xfrm>
            <a:off x="4355601" y="3308381"/>
            <a:ext cx="702127" cy="9598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办理后产生价值关系引擎</a:t>
            </a: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9" name="矩形 248"/>
          <p:cNvSpPr/>
          <p:nvPr>
            <p:custDataLst>
              <p:tags r:id="rId23"/>
            </p:custDataLst>
          </p:nvPr>
        </p:nvSpPr>
        <p:spPr bwMode="auto">
          <a:xfrm>
            <a:off x="4355601" y="3154117"/>
            <a:ext cx="702127" cy="161883"/>
          </a:xfrm>
          <a:prstGeom prst="rect">
            <a:avLst/>
          </a:prstGeom>
          <a:solidFill>
            <a:schemeClr val="accent1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价值预测</a:t>
            </a:r>
            <a:endParaRPr kumimoji="1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250" name="矩形 249"/>
          <p:cNvSpPr/>
          <p:nvPr>
            <p:custDataLst>
              <p:tags r:id="rId24"/>
            </p:custDataLst>
          </p:nvPr>
        </p:nvSpPr>
        <p:spPr>
          <a:xfrm>
            <a:off x="4355601" y="4652326"/>
            <a:ext cx="702127" cy="836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</a:t>
            </a:r>
            <a:r>
              <a:rPr kumimoji="1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活跃偏好关系引擎</a:t>
            </a: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矩形 250"/>
          <p:cNvSpPr/>
          <p:nvPr>
            <p:custDataLst>
              <p:tags r:id="rId25"/>
            </p:custDataLst>
          </p:nvPr>
        </p:nvSpPr>
        <p:spPr bwMode="auto">
          <a:xfrm>
            <a:off x="4355601" y="4498696"/>
            <a:ext cx="702127" cy="161883"/>
          </a:xfrm>
          <a:prstGeom prst="rect">
            <a:avLst/>
          </a:prstGeom>
          <a:solidFill>
            <a:schemeClr val="accent1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触点偏好</a:t>
            </a:r>
            <a:endParaRPr kumimoji="1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252" name="Freeform 4"/>
          <p:cNvSpPr/>
          <p:nvPr>
            <p:custDataLst>
              <p:tags r:id="rId26"/>
            </p:custDataLst>
          </p:nvPr>
        </p:nvSpPr>
        <p:spPr bwMode="gray">
          <a:xfrm rot="16200000" flipH="1" flipV="1">
            <a:off x="3847256" y="3580221"/>
            <a:ext cx="2906749" cy="296627"/>
          </a:xfrm>
          <a:custGeom>
            <a:avLst/>
            <a:gdLst>
              <a:gd name="T0" fmla="*/ 0 w 5016"/>
              <a:gd name="T1" fmla="*/ 2147483647 h 2256"/>
              <a:gd name="T2" fmla="*/ 2147483647 w 5016"/>
              <a:gd name="T3" fmla="*/ 2147483647 h 2256"/>
              <a:gd name="T4" fmla="*/ 2147483647 w 5016"/>
              <a:gd name="T5" fmla="*/ 2147483647 h 2256"/>
              <a:gd name="T6" fmla="*/ 2147483647 w 5016"/>
              <a:gd name="T7" fmla="*/ 2147483647 h 2256"/>
              <a:gd name="T8" fmla="*/ 2147483647 w 5016"/>
              <a:gd name="T9" fmla="*/ 2147483647 h 2256"/>
              <a:gd name="T10" fmla="*/ 2147483647 w 5016"/>
              <a:gd name="T11" fmla="*/ 2147483647 h 2256"/>
              <a:gd name="T12" fmla="*/ 2147483647 w 5016"/>
              <a:gd name="T13" fmla="*/ 2147483647 h 2256"/>
              <a:gd name="T14" fmla="*/ 2147483647 w 5016"/>
              <a:gd name="T15" fmla="*/ 2147483647 h 2256"/>
              <a:gd name="T16" fmla="*/ 2147483647 w 5016"/>
              <a:gd name="T17" fmla="*/ 2147483647 h 2256"/>
              <a:gd name="T18" fmla="*/ 2147483647 w 5016"/>
              <a:gd name="T19" fmla="*/ 0 h 2256"/>
              <a:gd name="T20" fmla="*/ 2147483647 w 5016"/>
              <a:gd name="T21" fmla="*/ 2147483647 h 2256"/>
              <a:gd name="T22" fmla="*/ 2147483647 w 5016"/>
              <a:gd name="T23" fmla="*/ 2147483647 h 2256"/>
              <a:gd name="T24" fmla="*/ 2147483647 w 5016"/>
              <a:gd name="T25" fmla="*/ 2147483647 h 2256"/>
              <a:gd name="T26" fmla="*/ 2147483647 w 5016"/>
              <a:gd name="T27" fmla="*/ 2147483647 h 2256"/>
              <a:gd name="T28" fmla="*/ 2147483647 w 5016"/>
              <a:gd name="T29" fmla="*/ 2147483647 h 2256"/>
              <a:gd name="T30" fmla="*/ 2147483647 w 5016"/>
              <a:gd name="T31" fmla="*/ 2147483647 h 2256"/>
              <a:gd name="T32" fmla="*/ 2147483647 w 5016"/>
              <a:gd name="T33" fmla="*/ 2147483647 h 2256"/>
              <a:gd name="T34" fmla="*/ 2147483647 w 5016"/>
              <a:gd name="T35" fmla="*/ 2147483647 h 2256"/>
              <a:gd name="T36" fmla="*/ 2147483647 w 5016"/>
              <a:gd name="T37" fmla="*/ 2147483647 h 2256"/>
              <a:gd name="T38" fmla="*/ 0 w 5016"/>
              <a:gd name="T39" fmla="*/ 2147483647 h 225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5016"/>
              <a:gd name="T61" fmla="*/ 0 h 2256"/>
              <a:gd name="T62" fmla="*/ 5016 w 5016"/>
              <a:gd name="T63" fmla="*/ 2256 h 225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5016" h="2256">
                <a:moveTo>
                  <a:pt x="0" y="2240"/>
                </a:moveTo>
                <a:cubicBezTo>
                  <a:pt x="276" y="2109"/>
                  <a:pt x="1182" y="1474"/>
                  <a:pt x="1122" y="702"/>
                </a:cubicBezTo>
                <a:lnTo>
                  <a:pt x="972" y="744"/>
                </a:lnTo>
                <a:cubicBezTo>
                  <a:pt x="988" y="702"/>
                  <a:pt x="1140" y="436"/>
                  <a:pt x="1140" y="438"/>
                </a:cubicBezTo>
                <a:lnTo>
                  <a:pt x="1422" y="642"/>
                </a:lnTo>
                <a:cubicBezTo>
                  <a:pt x="1422" y="642"/>
                  <a:pt x="1260" y="672"/>
                  <a:pt x="1272" y="672"/>
                </a:cubicBezTo>
                <a:cubicBezTo>
                  <a:pt x="1428" y="1008"/>
                  <a:pt x="1620" y="1350"/>
                  <a:pt x="1968" y="1284"/>
                </a:cubicBezTo>
                <a:cubicBezTo>
                  <a:pt x="2316" y="1218"/>
                  <a:pt x="2460" y="576"/>
                  <a:pt x="2466" y="318"/>
                </a:cubicBezTo>
                <a:lnTo>
                  <a:pt x="2280" y="318"/>
                </a:lnTo>
                <a:lnTo>
                  <a:pt x="2598" y="0"/>
                </a:lnTo>
                <a:lnTo>
                  <a:pt x="2898" y="330"/>
                </a:lnTo>
                <a:lnTo>
                  <a:pt x="2724" y="324"/>
                </a:lnTo>
                <a:cubicBezTo>
                  <a:pt x="2724" y="325"/>
                  <a:pt x="2760" y="1284"/>
                  <a:pt x="3210" y="1302"/>
                </a:cubicBezTo>
                <a:cubicBezTo>
                  <a:pt x="3660" y="1320"/>
                  <a:pt x="3816" y="912"/>
                  <a:pt x="3870" y="654"/>
                </a:cubicBezTo>
                <a:lnTo>
                  <a:pt x="3702" y="642"/>
                </a:lnTo>
                <a:lnTo>
                  <a:pt x="3984" y="420"/>
                </a:lnTo>
                <a:lnTo>
                  <a:pt x="4182" y="678"/>
                </a:lnTo>
                <a:lnTo>
                  <a:pt x="4026" y="672"/>
                </a:lnTo>
                <a:cubicBezTo>
                  <a:pt x="4032" y="678"/>
                  <a:pt x="3960" y="1862"/>
                  <a:pt x="5016" y="2225"/>
                </a:cubicBezTo>
                <a:cubicBezTo>
                  <a:pt x="3438" y="2232"/>
                  <a:pt x="1092" y="2256"/>
                  <a:pt x="0" y="2240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rot="10800000" vert="eaVert" wrap="none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5067092" y="3279309"/>
            <a:ext cx="39089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场景支撑</a:t>
            </a: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 rot="16200000">
            <a:off x="5652653" y="4267656"/>
            <a:ext cx="914137" cy="3626321"/>
            <a:chOff x="8464" y="3362"/>
            <a:chExt cx="2810" cy="7118"/>
          </a:xfrm>
        </p:grpSpPr>
        <p:sp>
          <p:nvSpPr>
            <p:cNvPr id="255" name="任意多边形 254"/>
            <p:cNvSpPr/>
            <p:nvPr/>
          </p:nvSpPr>
          <p:spPr>
            <a:xfrm rot="5400000">
              <a:off x="7902" y="4135"/>
              <a:ext cx="2911" cy="1461"/>
            </a:xfrm>
            <a:custGeom>
              <a:avLst/>
              <a:gdLst>
                <a:gd name="connsiteX0" fmla="*/ 0 w 6839"/>
                <a:gd name="connsiteY0" fmla="*/ 2969 h 3062"/>
                <a:gd name="connsiteX1" fmla="*/ 2305 w 6839"/>
                <a:gd name="connsiteY1" fmla="*/ 1889 h 3062"/>
                <a:gd name="connsiteX2" fmla="*/ 3496 w 6839"/>
                <a:gd name="connsiteY2" fmla="*/ 0 h 3062"/>
                <a:gd name="connsiteX3" fmla="*/ 4563 w 6839"/>
                <a:gd name="connsiteY3" fmla="*/ 1817 h 3062"/>
                <a:gd name="connsiteX4" fmla="*/ 6839 w 6839"/>
                <a:gd name="connsiteY4" fmla="*/ 3062 h 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39" h="3062">
                  <a:moveTo>
                    <a:pt x="0" y="2969"/>
                  </a:moveTo>
                  <a:cubicBezTo>
                    <a:pt x="372" y="2727"/>
                    <a:pt x="1606" y="2483"/>
                    <a:pt x="2305" y="1889"/>
                  </a:cubicBezTo>
                  <a:cubicBezTo>
                    <a:pt x="3004" y="1295"/>
                    <a:pt x="2926" y="8"/>
                    <a:pt x="3496" y="0"/>
                  </a:cubicBezTo>
                  <a:cubicBezTo>
                    <a:pt x="4066" y="-8"/>
                    <a:pt x="3894" y="1205"/>
                    <a:pt x="4563" y="1817"/>
                  </a:cubicBezTo>
                  <a:cubicBezTo>
                    <a:pt x="5232" y="2429"/>
                    <a:pt x="6471" y="2793"/>
                    <a:pt x="6839" y="3062"/>
                  </a:cubicBezTo>
                </a:path>
              </a:pathLst>
            </a:cu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6" name="任意多边形 255"/>
            <p:cNvSpPr/>
            <p:nvPr/>
          </p:nvSpPr>
          <p:spPr>
            <a:xfrm rot="5400000">
              <a:off x="7902" y="4921"/>
              <a:ext cx="2911" cy="1461"/>
            </a:xfrm>
            <a:custGeom>
              <a:avLst/>
              <a:gdLst>
                <a:gd name="connsiteX0" fmla="*/ 0 w 6839"/>
                <a:gd name="connsiteY0" fmla="*/ 2969 h 3062"/>
                <a:gd name="connsiteX1" fmla="*/ 2305 w 6839"/>
                <a:gd name="connsiteY1" fmla="*/ 1889 h 3062"/>
                <a:gd name="connsiteX2" fmla="*/ 3496 w 6839"/>
                <a:gd name="connsiteY2" fmla="*/ 0 h 3062"/>
                <a:gd name="connsiteX3" fmla="*/ 4563 w 6839"/>
                <a:gd name="connsiteY3" fmla="*/ 1817 h 3062"/>
                <a:gd name="connsiteX4" fmla="*/ 6839 w 6839"/>
                <a:gd name="connsiteY4" fmla="*/ 3062 h 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39" h="3062">
                  <a:moveTo>
                    <a:pt x="0" y="2969"/>
                  </a:moveTo>
                  <a:cubicBezTo>
                    <a:pt x="372" y="2727"/>
                    <a:pt x="1606" y="2483"/>
                    <a:pt x="2305" y="1889"/>
                  </a:cubicBezTo>
                  <a:cubicBezTo>
                    <a:pt x="3004" y="1295"/>
                    <a:pt x="2926" y="8"/>
                    <a:pt x="3496" y="0"/>
                  </a:cubicBezTo>
                  <a:cubicBezTo>
                    <a:pt x="4066" y="-8"/>
                    <a:pt x="3894" y="1205"/>
                    <a:pt x="4563" y="1817"/>
                  </a:cubicBezTo>
                  <a:cubicBezTo>
                    <a:pt x="5232" y="2429"/>
                    <a:pt x="6471" y="2793"/>
                    <a:pt x="6839" y="3062"/>
                  </a:cubicBezTo>
                </a:path>
              </a:pathLst>
            </a:cu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7" name="任意多边形 256"/>
            <p:cNvSpPr/>
            <p:nvPr/>
          </p:nvSpPr>
          <p:spPr>
            <a:xfrm rot="5400000">
              <a:off x="7902" y="5707"/>
              <a:ext cx="2911" cy="1461"/>
            </a:xfrm>
            <a:custGeom>
              <a:avLst/>
              <a:gdLst>
                <a:gd name="connsiteX0" fmla="*/ 0 w 6839"/>
                <a:gd name="connsiteY0" fmla="*/ 2969 h 3062"/>
                <a:gd name="connsiteX1" fmla="*/ 2305 w 6839"/>
                <a:gd name="connsiteY1" fmla="*/ 1889 h 3062"/>
                <a:gd name="connsiteX2" fmla="*/ 3496 w 6839"/>
                <a:gd name="connsiteY2" fmla="*/ 0 h 3062"/>
                <a:gd name="connsiteX3" fmla="*/ 4563 w 6839"/>
                <a:gd name="connsiteY3" fmla="*/ 1817 h 3062"/>
                <a:gd name="connsiteX4" fmla="*/ 6839 w 6839"/>
                <a:gd name="connsiteY4" fmla="*/ 3062 h 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39" h="3062">
                  <a:moveTo>
                    <a:pt x="0" y="2969"/>
                  </a:moveTo>
                  <a:cubicBezTo>
                    <a:pt x="372" y="2727"/>
                    <a:pt x="1606" y="2483"/>
                    <a:pt x="2305" y="1889"/>
                  </a:cubicBezTo>
                  <a:cubicBezTo>
                    <a:pt x="3004" y="1295"/>
                    <a:pt x="2926" y="8"/>
                    <a:pt x="3496" y="0"/>
                  </a:cubicBezTo>
                  <a:cubicBezTo>
                    <a:pt x="4066" y="-8"/>
                    <a:pt x="3894" y="1205"/>
                    <a:pt x="4563" y="1817"/>
                  </a:cubicBezTo>
                  <a:cubicBezTo>
                    <a:pt x="5232" y="2429"/>
                    <a:pt x="6471" y="2793"/>
                    <a:pt x="6839" y="3062"/>
                  </a:cubicBezTo>
                </a:path>
              </a:pathLst>
            </a:cu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8" name="任意多边形 257"/>
            <p:cNvSpPr/>
            <p:nvPr/>
          </p:nvSpPr>
          <p:spPr>
            <a:xfrm rot="5400000">
              <a:off x="7902" y="6493"/>
              <a:ext cx="2911" cy="1461"/>
            </a:xfrm>
            <a:custGeom>
              <a:avLst/>
              <a:gdLst>
                <a:gd name="connsiteX0" fmla="*/ 0 w 6839"/>
                <a:gd name="connsiteY0" fmla="*/ 2969 h 3062"/>
                <a:gd name="connsiteX1" fmla="*/ 2305 w 6839"/>
                <a:gd name="connsiteY1" fmla="*/ 1889 h 3062"/>
                <a:gd name="connsiteX2" fmla="*/ 3496 w 6839"/>
                <a:gd name="connsiteY2" fmla="*/ 0 h 3062"/>
                <a:gd name="connsiteX3" fmla="*/ 4563 w 6839"/>
                <a:gd name="connsiteY3" fmla="*/ 1817 h 3062"/>
                <a:gd name="connsiteX4" fmla="*/ 6839 w 6839"/>
                <a:gd name="connsiteY4" fmla="*/ 3062 h 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39" h="3062">
                  <a:moveTo>
                    <a:pt x="0" y="2969"/>
                  </a:moveTo>
                  <a:cubicBezTo>
                    <a:pt x="372" y="2727"/>
                    <a:pt x="1606" y="2483"/>
                    <a:pt x="2305" y="1889"/>
                  </a:cubicBezTo>
                  <a:cubicBezTo>
                    <a:pt x="3004" y="1295"/>
                    <a:pt x="2926" y="8"/>
                    <a:pt x="3496" y="0"/>
                  </a:cubicBezTo>
                  <a:cubicBezTo>
                    <a:pt x="4066" y="-8"/>
                    <a:pt x="3894" y="1205"/>
                    <a:pt x="4563" y="1817"/>
                  </a:cubicBezTo>
                  <a:cubicBezTo>
                    <a:pt x="5232" y="2429"/>
                    <a:pt x="6471" y="2793"/>
                    <a:pt x="6839" y="3062"/>
                  </a:cubicBezTo>
                </a:path>
              </a:pathLst>
            </a:cu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9" name="任意多边形 258"/>
            <p:cNvSpPr/>
            <p:nvPr/>
          </p:nvSpPr>
          <p:spPr>
            <a:xfrm rot="5400000">
              <a:off x="7902" y="7279"/>
              <a:ext cx="2911" cy="1461"/>
            </a:xfrm>
            <a:custGeom>
              <a:avLst/>
              <a:gdLst>
                <a:gd name="connsiteX0" fmla="*/ 0 w 6839"/>
                <a:gd name="connsiteY0" fmla="*/ 2969 h 3062"/>
                <a:gd name="connsiteX1" fmla="*/ 2305 w 6839"/>
                <a:gd name="connsiteY1" fmla="*/ 1889 h 3062"/>
                <a:gd name="connsiteX2" fmla="*/ 3496 w 6839"/>
                <a:gd name="connsiteY2" fmla="*/ 0 h 3062"/>
                <a:gd name="connsiteX3" fmla="*/ 4563 w 6839"/>
                <a:gd name="connsiteY3" fmla="*/ 1817 h 3062"/>
                <a:gd name="connsiteX4" fmla="*/ 6839 w 6839"/>
                <a:gd name="connsiteY4" fmla="*/ 3062 h 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39" h="3062">
                  <a:moveTo>
                    <a:pt x="0" y="2969"/>
                  </a:moveTo>
                  <a:cubicBezTo>
                    <a:pt x="372" y="2727"/>
                    <a:pt x="1606" y="2483"/>
                    <a:pt x="2305" y="1889"/>
                  </a:cubicBezTo>
                  <a:cubicBezTo>
                    <a:pt x="3004" y="1295"/>
                    <a:pt x="2926" y="8"/>
                    <a:pt x="3496" y="0"/>
                  </a:cubicBezTo>
                  <a:cubicBezTo>
                    <a:pt x="4066" y="-8"/>
                    <a:pt x="3894" y="1205"/>
                    <a:pt x="4563" y="1817"/>
                  </a:cubicBezTo>
                  <a:cubicBezTo>
                    <a:pt x="5232" y="2429"/>
                    <a:pt x="6471" y="2793"/>
                    <a:pt x="6839" y="3062"/>
                  </a:cubicBezTo>
                </a:path>
              </a:pathLst>
            </a:cu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0" name="任意多边形 259"/>
            <p:cNvSpPr/>
            <p:nvPr/>
          </p:nvSpPr>
          <p:spPr>
            <a:xfrm rot="5400000">
              <a:off x="7902" y="8065"/>
              <a:ext cx="2911" cy="1461"/>
            </a:xfrm>
            <a:custGeom>
              <a:avLst/>
              <a:gdLst>
                <a:gd name="connsiteX0" fmla="*/ 0 w 6839"/>
                <a:gd name="connsiteY0" fmla="*/ 2969 h 3062"/>
                <a:gd name="connsiteX1" fmla="*/ 2305 w 6839"/>
                <a:gd name="connsiteY1" fmla="*/ 1889 h 3062"/>
                <a:gd name="connsiteX2" fmla="*/ 3496 w 6839"/>
                <a:gd name="connsiteY2" fmla="*/ 0 h 3062"/>
                <a:gd name="connsiteX3" fmla="*/ 4563 w 6839"/>
                <a:gd name="connsiteY3" fmla="*/ 1817 h 3062"/>
                <a:gd name="connsiteX4" fmla="*/ 6839 w 6839"/>
                <a:gd name="connsiteY4" fmla="*/ 3062 h 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39" h="3062">
                  <a:moveTo>
                    <a:pt x="0" y="2969"/>
                  </a:moveTo>
                  <a:cubicBezTo>
                    <a:pt x="372" y="2727"/>
                    <a:pt x="1606" y="2483"/>
                    <a:pt x="2305" y="1889"/>
                  </a:cubicBezTo>
                  <a:cubicBezTo>
                    <a:pt x="3004" y="1295"/>
                    <a:pt x="2926" y="8"/>
                    <a:pt x="3496" y="0"/>
                  </a:cubicBezTo>
                  <a:cubicBezTo>
                    <a:pt x="4066" y="-8"/>
                    <a:pt x="3894" y="1205"/>
                    <a:pt x="4563" y="1817"/>
                  </a:cubicBezTo>
                  <a:cubicBezTo>
                    <a:pt x="5232" y="2429"/>
                    <a:pt x="6471" y="2793"/>
                    <a:pt x="6839" y="3062"/>
                  </a:cubicBezTo>
                </a:path>
              </a:pathLst>
            </a:cu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261" name="直接箭头连接符 260"/>
            <p:cNvCxnSpPr/>
            <p:nvPr/>
          </p:nvCxnSpPr>
          <p:spPr>
            <a:xfrm rot="5400000">
              <a:off x="5164" y="6850"/>
              <a:ext cx="691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2" name="直接箭头连接符 261"/>
            <p:cNvCxnSpPr/>
            <p:nvPr/>
          </p:nvCxnSpPr>
          <p:spPr>
            <a:xfrm rot="5400000" flipV="1">
              <a:off x="9563" y="2456"/>
              <a:ext cx="0" cy="187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3" name="文本框 262"/>
            <p:cNvSpPr txBox="1"/>
            <p:nvPr/>
          </p:nvSpPr>
          <p:spPr>
            <a:xfrm rot="5400000">
              <a:off x="9463" y="4512"/>
              <a:ext cx="1079" cy="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4" name="文本框 263"/>
            <p:cNvSpPr txBox="1"/>
            <p:nvPr/>
          </p:nvSpPr>
          <p:spPr>
            <a:xfrm rot="5400000">
              <a:off x="9458" y="5295"/>
              <a:ext cx="1079" cy="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5" name="文本框 264"/>
            <p:cNvSpPr txBox="1"/>
            <p:nvPr/>
          </p:nvSpPr>
          <p:spPr>
            <a:xfrm rot="5400000">
              <a:off x="9466" y="6086"/>
              <a:ext cx="1079" cy="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6" name="文本框 265"/>
            <p:cNvSpPr txBox="1"/>
            <p:nvPr/>
          </p:nvSpPr>
          <p:spPr>
            <a:xfrm rot="5400000">
              <a:off x="9468" y="6873"/>
              <a:ext cx="1079" cy="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7" name="文本框 266"/>
            <p:cNvSpPr txBox="1"/>
            <p:nvPr/>
          </p:nvSpPr>
          <p:spPr>
            <a:xfrm rot="5400000">
              <a:off x="9458" y="7653"/>
              <a:ext cx="1079" cy="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8" name="文本框 267"/>
            <p:cNvSpPr txBox="1"/>
            <p:nvPr/>
          </p:nvSpPr>
          <p:spPr>
            <a:xfrm rot="5400000">
              <a:off x="9455" y="8437"/>
              <a:ext cx="1079" cy="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F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9" name="文本框 268"/>
            <p:cNvSpPr txBox="1"/>
            <p:nvPr/>
          </p:nvSpPr>
          <p:spPr>
            <a:xfrm>
              <a:off x="9098" y="3362"/>
              <a:ext cx="2176" cy="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推荐得分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0" name="文本框 269"/>
            <p:cNvSpPr txBox="1"/>
            <p:nvPr/>
          </p:nvSpPr>
          <p:spPr>
            <a:xfrm rot="5400000">
              <a:off x="8333" y="9596"/>
              <a:ext cx="1014" cy="75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客户分布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271" name="直接连接符 270"/>
            <p:cNvCxnSpPr/>
            <p:nvPr/>
          </p:nvCxnSpPr>
          <p:spPr>
            <a:xfrm>
              <a:off x="9447" y="3944"/>
              <a:ext cx="0" cy="590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72" name="组合 271"/>
          <p:cNvGrpSpPr/>
          <p:nvPr/>
        </p:nvGrpSpPr>
        <p:grpSpPr>
          <a:xfrm>
            <a:off x="268218" y="1887433"/>
            <a:ext cx="2664977" cy="2278019"/>
            <a:chOff x="1776" y="5009"/>
            <a:chExt cx="5580" cy="4770"/>
          </a:xfrm>
        </p:grpSpPr>
        <p:pic>
          <p:nvPicPr>
            <p:cNvPr id="273" name="图片 272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776" y="5009"/>
              <a:ext cx="5580" cy="4770"/>
            </a:xfrm>
            <a:prstGeom prst="rect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274" name="文本框 273"/>
            <p:cNvSpPr txBox="1"/>
            <p:nvPr/>
          </p:nvSpPr>
          <p:spPr>
            <a:xfrm rot="20760000">
              <a:off x="5126" y="5614"/>
              <a:ext cx="1865" cy="481"/>
            </a:xfrm>
            <a:prstGeom prst="rect">
              <a:avLst/>
            </a:prstGeom>
            <a:noFill/>
            <a:ln w="12700" cmpd="sng">
              <a:solidFill>
                <a:srgbClr val="C00000"/>
              </a:solidFill>
              <a:prstDash val="sysDot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客群分箱规则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75" name="图片 27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65361" y="4352684"/>
            <a:ext cx="2666940" cy="213241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276" name="文本框 275"/>
          <p:cNvSpPr txBox="1"/>
          <p:nvPr/>
        </p:nvSpPr>
        <p:spPr>
          <a:xfrm rot="20760000">
            <a:off x="1709452" y="4491684"/>
            <a:ext cx="1213169" cy="229870"/>
          </a:xfrm>
          <a:prstGeom prst="rect">
            <a:avLst/>
          </a:prstGeom>
          <a:noFill/>
          <a:ln w="12700" cmpd="sng">
            <a:solidFill>
              <a:srgbClr val="C000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批量策略树创建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265678" y="1520500"/>
            <a:ext cx="3693468" cy="299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新模式，一张视图完成多个策略批量配置，配置效率极大提升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78" name="燕尾形 277"/>
          <p:cNvSpPr/>
          <p:nvPr/>
        </p:nvSpPr>
        <p:spPr>
          <a:xfrm rot="5400000">
            <a:off x="1479959" y="3808284"/>
            <a:ext cx="180928" cy="876072"/>
          </a:xfrm>
          <a:prstGeom prst="chevron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2964995" y="1887433"/>
            <a:ext cx="1024623" cy="2376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运营人员无需单独重复创建目标客群，在策略创建画布上通过标签规则进行多个客群细分，一次批量完成客群的圈选。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2964678" y="4348241"/>
            <a:ext cx="1024623" cy="1960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通过一张视图，实现多策略的客群、产品、渠道选择配置及策略的批量创建，提升运营人员策略创建效率。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81" name="矩形 280"/>
          <p:cNvSpPr/>
          <p:nvPr/>
        </p:nvSpPr>
        <p:spPr>
          <a:xfrm>
            <a:off x="8060496" y="1341029"/>
            <a:ext cx="3916295" cy="5255161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82" name="矩形 6"/>
          <p:cNvSpPr/>
          <p:nvPr/>
        </p:nvSpPr>
        <p:spPr>
          <a:xfrm>
            <a:off x="8156356" y="1197556"/>
            <a:ext cx="3724575" cy="30472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阶段3：基于规则自动生成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策略库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678113" y="-1"/>
            <a:ext cx="3496343" cy="226423"/>
            <a:chOff x="8697313" y="-1"/>
            <a:chExt cx="3496343" cy="226423"/>
          </a:xfrm>
        </p:grpSpPr>
        <p:sp>
          <p:nvSpPr>
            <p:cNvPr id="3" name="Parallelogram 2"/>
            <p:cNvSpPr/>
            <p:nvPr/>
          </p:nvSpPr>
          <p:spPr>
            <a:xfrm>
              <a:off x="8752117" y="-1"/>
              <a:ext cx="737679" cy="226423"/>
            </a:xfrm>
            <a:prstGeom prst="parallelogram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五中心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Parallelogram 5"/>
            <p:cNvSpPr/>
            <p:nvPr/>
          </p:nvSpPr>
          <p:spPr>
            <a:xfrm>
              <a:off x="9431385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三屏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Parallelogram 6"/>
            <p:cNvSpPr/>
            <p:nvPr/>
          </p:nvSpPr>
          <p:spPr>
            <a:xfrm>
              <a:off x="1078541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Parallelogram 7"/>
            <p:cNvSpPr/>
            <p:nvPr/>
          </p:nvSpPr>
          <p:spPr>
            <a:xfrm>
              <a:off x="1145597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平台运营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Triangle 8"/>
            <p:cNvSpPr/>
            <p:nvPr/>
          </p:nvSpPr>
          <p:spPr>
            <a:xfrm rot="10800000">
              <a:off x="8697313" y="-1"/>
              <a:ext cx="121922" cy="22642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Parallelogram 9"/>
            <p:cNvSpPr/>
            <p:nvPr/>
          </p:nvSpPr>
          <p:spPr>
            <a:xfrm>
              <a:off x="1010404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77091" y="302571"/>
            <a:ext cx="11549724" cy="566503"/>
          </a:xfrm>
        </p:spPr>
        <p:txBody>
          <a:bodyPr/>
          <a:lstStyle/>
          <a:p>
            <a:r>
              <a:rPr lang="zh-CN" altLang="en-US" dirty="0"/>
              <a:t>策略中心（</a:t>
            </a:r>
            <a:r>
              <a:rPr lang="en-US" altLang="zh-CN" dirty="0"/>
              <a:t>4</a:t>
            </a:r>
            <a:r>
              <a:rPr lang="zh-CN" altLang="en-US" dirty="0"/>
              <a:t>）：基于营销目标实现营销资源全局统筹与策略智能生成</a:t>
            </a:r>
            <a:endParaRPr lang="zh-CN" altLang="en-US" dirty="0"/>
          </a:p>
        </p:txBody>
      </p:sp>
      <p:sp>
        <p:nvSpPr>
          <p:cNvPr id="84" name="内容占位符 2"/>
          <p:cNvSpPr>
            <a:spLocks noGrp="1"/>
          </p:cNvSpPr>
          <p:nvPr>
            <p:ph idx="1"/>
          </p:nvPr>
        </p:nvSpPr>
        <p:spPr>
          <a:xfrm>
            <a:off x="277091" y="891985"/>
            <a:ext cx="11549724" cy="494625"/>
          </a:xfrm>
        </p:spPr>
        <p:txBody>
          <a:bodyPr/>
          <a:lstStyle/>
          <a:p>
            <a:pPr marL="0" lvl="0" eaLnBrk="0">
              <a:lnSpc>
                <a:spcPct val="109000"/>
              </a:lnSpc>
              <a:buClr>
                <a:srgbClr val="0070BF"/>
              </a:buClr>
              <a:tabLst>
                <a:tab pos="358140" algn="l"/>
              </a:tabLst>
              <a:defRPr/>
            </a:pPr>
            <a:r>
              <a:rPr kumimoji="1" lang="zh-CN" altLang="en-US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kumimoji="1" lang="en-US" altLang="zh-CN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kumimoji="1" lang="zh-CN" altLang="en-US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客户洞察输入，通过三塔模型自动智能匹配营销策略，并基于客户、渠道资源现状，结合业务目标进行全局策略统筹分配，保障最优策略能优先触达客户，实现产能、产值的最大化。</a:t>
            </a:r>
            <a:endParaRPr kumimoji="1" lang="zh-CN" altLang="en-US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3492500" y="2352040"/>
            <a:ext cx="2986405" cy="4224655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6" name="等腰三角形 95"/>
          <p:cNvSpPr/>
          <p:nvPr/>
        </p:nvSpPr>
        <p:spPr>
          <a:xfrm rot="16200000" flipV="1">
            <a:off x="5591783" y="4227940"/>
            <a:ext cx="2209131" cy="151478"/>
          </a:xfrm>
          <a:prstGeom prst="triangle">
            <a:avLst/>
          </a:prstGeom>
          <a:gradFill flip="none" rotWithShape="1">
            <a:gsLst>
              <a:gs pos="95000">
                <a:schemeClr val="accent1">
                  <a:lumMod val="60000"/>
                  <a:lumOff val="40000"/>
                </a:schemeClr>
              </a:gs>
              <a:gs pos="0">
                <a:schemeClr val="bg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82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1200" cap="none" spc="0" normalizeH="0" baseline="0" noProof="0">
              <a:ln>
                <a:noFill/>
              </a:ln>
              <a:gradFill>
                <a:gsLst>
                  <a:gs pos="88000">
                    <a:srgbClr val="BDD0E6"/>
                  </a:gs>
                  <a:gs pos="0">
                    <a:srgbClr val="EDF09F">
                      <a:lumMod val="5000"/>
                      <a:lumOff val="95000"/>
                    </a:srgbClr>
                  </a:gs>
                  <a:gs pos="74000">
                    <a:srgbClr val="EDF09F">
                      <a:lumMod val="45000"/>
                      <a:lumOff val="55000"/>
                    </a:srgbClr>
                  </a:gs>
                  <a:gs pos="83000">
                    <a:srgbClr val="EDF09F">
                      <a:lumMod val="45000"/>
                      <a:lumOff val="55000"/>
                    </a:srgbClr>
                  </a:gs>
                  <a:gs pos="100000">
                    <a:srgbClr val="EDF09F">
                      <a:lumMod val="30000"/>
                      <a:lumOff val="70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97" name="矩形 162"/>
          <p:cNvSpPr/>
          <p:nvPr/>
        </p:nvSpPr>
        <p:spPr>
          <a:xfrm>
            <a:off x="154940" y="1621790"/>
            <a:ext cx="6465570" cy="5118100"/>
          </a:xfrm>
          <a:prstGeom prst="roundRect">
            <a:avLst>
              <a:gd name="adj" fmla="val 753"/>
            </a:avLst>
          </a:pr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8" name="矩形 162"/>
          <p:cNvSpPr/>
          <p:nvPr/>
        </p:nvSpPr>
        <p:spPr>
          <a:xfrm>
            <a:off x="6782891" y="1622468"/>
            <a:ext cx="5191678" cy="5118037"/>
          </a:xfrm>
          <a:prstGeom prst="roundRect">
            <a:avLst>
              <a:gd name="adj" fmla="val 753"/>
            </a:avLst>
          </a:prstGeom>
          <a:gradFill>
            <a:gsLst>
              <a:gs pos="0">
                <a:schemeClr val="bg1"/>
              </a:gs>
              <a:gs pos="30000">
                <a:schemeClr val="bg1"/>
              </a:gs>
            </a:gsLst>
            <a:lin ang="0" scaled="0"/>
          </a:gra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6876212" y="1726581"/>
            <a:ext cx="4910446" cy="459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基于业务目标、客户资源、渠道产能资源进行综合统筹规划，实现策略的全局最优。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100" name="组合 99"/>
          <p:cNvGrpSpPr/>
          <p:nvPr/>
        </p:nvGrpSpPr>
        <p:grpSpPr>
          <a:xfrm>
            <a:off x="6782482" y="4834097"/>
            <a:ext cx="2438176" cy="1703748"/>
            <a:chOff x="1499" y="5620"/>
            <a:chExt cx="5833" cy="4330"/>
          </a:xfrm>
        </p:grpSpPr>
        <p:cxnSp>
          <p:nvCxnSpPr>
            <p:cNvPr id="101" name="直接箭头连接符 100"/>
            <p:cNvCxnSpPr/>
            <p:nvPr/>
          </p:nvCxnSpPr>
          <p:spPr>
            <a:xfrm>
              <a:off x="2268" y="9366"/>
              <a:ext cx="4647" cy="0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/>
            <p:nvPr/>
          </p:nvCxnSpPr>
          <p:spPr>
            <a:xfrm flipV="1">
              <a:off x="2268" y="5620"/>
              <a:ext cx="16" cy="3746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5242" y="9366"/>
              <a:ext cx="1673" cy="58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策略配额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1499" y="5620"/>
              <a:ext cx="769" cy="977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ROI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5" name="任意多边形 104"/>
            <p:cNvSpPr/>
            <p:nvPr/>
          </p:nvSpPr>
          <p:spPr>
            <a:xfrm>
              <a:off x="2664" y="5667"/>
              <a:ext cx="3729" cy="2342"/>
            </a:xfrm>
            <a:custGeom>
              <a:avLst/>
              <a:gdLst>
                <a:gd name="connisteX0" fmla="*/ 0 w 1681480"/>
                <a:gd name="connsiteY0" fmla="*/ 1487170 h 1487170"/>
                <a:gd name="connisteX1" fmla="*/ 22860 w 1681480"/>
                <a:gd name="connsiteY1" fmla="*/ 1418590 h 1487170"/>
                <a:gd name="connisteX2" fmla="*/ 69215 w 1681480"/>
                <a:gd name="connsiteY2" fmla="*/ 1315085 h 1487170"/>
                <a:gd name="connisteX3" fmla="*/ 114935 w 1681480"/>
                <a:gd name="connsiteY3" fmla="*/ 1235075 h 1487170"/>
                <a:gd name="connisteX4" fmla="*/ 160655 w 1681480"/>
                <a:gd name="connsiteY4" fmla="*/ 1166495 h 1487170"/>
                <a:gd name="connisteX5" fmla="*/ 183515 w 1681480"/>
                <a:gd name="connsiteY5" fmla="*/ 1086485 h 1487170"/>
                <a:gd name="connisteX6" fmla="*/ 229235 w 1681480"/>
                <a:gd name="connsiteY6" fmla="*/ 995045 h 1487170"/>
                <a:gd name="connisteX7" fmla="*/ 263525 w 1681480"/>
                <a:gd name="connsiteY7" fmla="*/ 926465 h 1487170"/>
                <a:gd name="connisteX8" fmla="*/ 309245 w 1681480"/>
                <a:gd name="connsiteY8" fmla="*/ 857885 h 1487170"/>
                <a:gd name="connisteX9" fmla="*/ 377825 w 1681480"/>
                <a:gd name="connsiteY9" fmla="*/ 789305 h 1487170"/>
                <a:gd name="connisteX10" fmla="*/ 446405 w 1681480"/>
                <a:gd name="connsiteY10" fmla="*/ 732155 h 1487170"/>
                <a:gd name="connisteX11" fmla="*/ 526415 w 1681480"/>
                <a:gd name="connsiteY11" fmla="*/ 640715 h 1487170"/>
                <a:gd name="connisteX12" fmla="*/ 572135 w 1681480"/>
                <a:gd name="connsiteY12" fmla="*/ 572135 h 1487170"/>
                <a:gd name="connisteX13" fmla="*/ 640715 w 1681480"/>
                <a:gd name="connsiteY13" fmla="*/ 537845 h 1487170"/>
                <a:gd name="connisteX14" fmla="*/ 709295 w 1681480"/>
                <a:gd name="connsiteY14" fmla="*/ 469265 h 1487170"/>
                <a:gd name="connisteX15" fmla="*/ 777875 w 1681480"/>
                <a:gd name="connsiteY15" fmla="*/ 434975 h 1487170"/>
                <a:gd name="connisteX16" fmla="*/ 846455 w 1681480"/>
                <a:gd name="connsiteY16" fmla="*/ 377190 h 1487170"/>
                <a:gd name="connisteX17" fmla="*/ 915035 w 1681480"/>
                <a:gd name="connsiteY17" fmla="*/ 342900 h 1487170"/>
                <a:gd name="connisteX18" fmla="*/ 995045 w 1681480"/>
                <a:gd name="connsiteY18" fmla="*/ 308610 h 1487170"/>
                <a:gd name="connisteX19" fmla="*/ 1063625 w 1681480"/>
                <a:gd name="connsiteY19" fmla="*/ 285750 h 1487170"/>
                <a:gd name="connisteX20" fmla="*/ 1167130 w 1681480"/>
                <a:gd name="connsiteY20" fmla="*/ 240030 h 1487170"/>
                <a:gd name="connisteX21" fmla="*/ 1235710 w 1681480"/>
                <a:gd name="connsiteY21" fmla="*/ 182880 h 1487170"/>
                <a:gd name="connisteX22" fmla="*/ 1315720 w 1681480"/>
                <a:gd name="connsiteY22" fmla="*/ 137160 h 1487170"/>
                <a:gd name="connisteX23" fmla="*/ 1395730 w 1681480"/>
                <a:gd name="connsiteY23" fmla="*/ 80010 h 1487170"/>
                <a:gd name="connisteX24" fmla="*/ 1464310 w 1681480"/>
                <a:gd name="connsiteY24" fmla="*/ 68580 h 1487170"/>
                <a:gd name="connisteX25" fmla="*/ 1544320 w 1681480"/>
                <a:gd name="connsiteY25" fmla="*/ 57150 h 1487170"/>
                <a:gd name="connisteX26" fmla="*/ 1612900 w 1681480"/>
                <a:gd name="connsiteY26" fmla="*/ 34290 h 1487170"/>
                <a:gd name="connisteX27" fmla="*/ 1681480 w 1681480"/>
                <a:gd name="connsiteY27" fmla="*/ 0 h 14871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</a:cxnLst>
              <a:rect l="l" t="t" r="r" b="b"/>
              <a:pathLst>
                <a:path w="1681480" h="1487170">
                  <a:moveTo>
                    <a:pt x="0" y="1487170"/>
                  </a:moveTo>
                  <a:cubicBezTo>
                    <a:pt x="3810" y="1475740"/>
                    <a:pt x="8890" y="1452880"/>
                    <a:pt x="22860" y="1418590"/>
                  </a:cubicBezTo>
                  <a:cubicBezTo>
                    <a:pt x="36830" y="1384300"/>
                    <a:pt x="50800" y="1351915"/>
                    <a:pt x="69215" y="1315085"/>
                  </a:cubicBezTo>
                  <a:cubicBezTo>
                    <a:pt x="87630" y="1278255"/>
                    <a:pt x="96520" y="1264920"/>
                    <a:pt x="114935" y="1235075"/>
                  </a:cubicBezTo>
                  <a:cubicBezTo>
                    <a:pt x="133350" y="1205230"/>
                    <a:pt x="146685" y="1196340"/>
                    <a:pt x="160655" y="1166495"/>
                  </a:cubicBezTo>
                  <a:cubicBezTo>
                    <a:pt x="174625" y="1136650"/>
                    <a:pt x="169545" y="1120775"/>
                    <a:pt x="183515" y="1086485"/>
                  </a:cubicBezTo>
                  <a:cubicBezTo>
                    <a:pt x="197485" y="1052195"/>
                    <a:pt x="213360" y="1026795"/>
                    <a:pt x="229235" y="995045"/>
                  </a:cubicBezTo>
                  <a:cubicBezTo>
                    <a:pt x="245110" y="963295"/>
                    <a:pt x="247650" y="953770"/>
                    <a:pt x="263525" y="926465"/>
                  </a:cubicBezTo>
                  <a:cubicBezTo>
                    <a:pt x="279400" y="899160"/>
                    <a:pt x="286385" y="885190"/>
                    <a:pt x="309245" y="857885"/>
                  </a:cubicBezTo>
                  <a:cubicBezTo>
                    <a:pt x="332105" y="830580"/>
                    <a:pt x="350520" y="814705"/>
                    <a:pt x="377825" y="789305"/>
                  </a:cubicBezTo>
                  <a:cubicBezTo>
                    <a:pt x="405130" y="763905"/>
                    <a:pt x="416560" y="762000"/>
                    <a:pt x="446405" y="732155"/>
                  </a:cubicBezTo>
                  <a:cubicBezTo>
                    <a:pt x="476250" y="702310"/>
                    <a:pt x="501015" y="672465"/>
                    <a:pt x="526415" y="640715"/>
                  </a:cubicBezTo>
                  <a:cubicBezTo>
                    <a:pt x="551815" y="608965"/>
                    <a:pt x="549275" y="592455"/>
                    <a:pt x="572135" y="572135"/>
                  </a:cubicBezTo>
                  <a:cubicBezTo>
                    <a:pt x="594995" y="551815"/>
                    <a:pt x="613410" y="558165"/>
                    <a:pt x="640715" y="537845"/>
                  </a:cubicBezTo>
                  <a:cubicBezTo>
                    <a:pt x="668020" y="517525"/>
                    <a:pt x="681990" y="489585"/>
                    <a:pt x="709295" y="469265"/>
                  </a:cubicBezTo>
                  <a:cubicBezTo>
                    <a:pt x="736600" y="448945"/>
                    <a:pt x="750570" y="453390"/>
                    <a:pt x="777875" y="434975"/>
                  </a:cubicBezTo>
                  <a:cubicBezTo>
                    <a:pt x="805180" y="416560"/>
                    <a:pt x="819150" y="395605"/>
                    <a:pt x="846455" y="377190"/>
                  </a:cubicBezTo>
                  <a:cubicBezTo>
                    <a:pt x="873760" y="358775"/>
                    <a:pt x="885190" y="356870"/>
                    <a:pt x="915035" y="342900"/>
                  </a:cubicBezTo>
                  <a:cubicBezTo>
                    <a:pt x="944880" y="328930"/>
                    <a:pt x="965200" y="320040"/>
                    <a:pt x="995045" y="308610"/>
                  </a:cubicBezTo>
                  <a:cubicBezTo>
                    <a:pt x="1024890" y="297180"/>
                    <a:pt x="1029335" y="299720"/>
                    <a:pt x="1063625" y="285750"/>
                  </a:cubicBezTo>
                  <a:cubicBezTo>
                    <a:pt x="1097915" y="271780"/>
                    <a:pt x="1132840" y="260350"/>
                    <a:pt x="1167130" y="240030"/>
                  </a:cubicBezTo>
                  <a:cubicBezTo>
                    <a:pt x="1201420" y="219710"/>
                    <a:pt x="1205865" y="203200"/>
                    <a:pt x="1235710" y="182880"/>
                  </a:cubicBezTo>
                  <a:cubicBezTo>
                    <a:pt x="1265555" y="162560"/>
                    <a:pt x="1283970" y="157480"/>
                    <a:pt x="1315720" y="137160"/>
                  </a:cubicBezTo>
                  <a:cubicBezTo>
                    <a:pt x="1347470" y="116840"/>
                    <a:pt x="1365885" y="93980"/>
                    <a:pt x="1395730" y="80010"/>
                  </a:cubicBezTo>
                  <a:cubicBezTo>
                    <a:pt x="1425575" y="66040"/>
                    <a:pt x="1434465" y="73025"/>
                    <a:pt x="1464310" y="68580"/>
                  </a:cubicBezTo>
                  <a:cubicBezTo>
                    <a:pt x="1494155" y="64135"/>
                    <a:pt x="1514475" y="64135"/>
                    <a:pt x="1544320" y="57150"/>
                  </a:cubicBezTo>
                  <a:cubicBezTo>
                    <a:pt x="1574165" y="50165"/>
                    <a:pt x="1585595" y="45720"/>
                    <a:pt x="1612900" y="34290"/>
                  </a:cubicBezTo>
                  <a:cubicBezTo>
                    <a:pt x="1640205" y="22860"/>
                    <a:pt x="1669415" y="6350"/>
                    <a:pt x="1681480" y="0"/>
                  </a:cubicBezTo>
                </a:path>
              </a:pathLst>
            </a:custGeom>
            <a:noFill/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none" lIns="0" tIns="34281" rIns="0" bIns="34281" numCol="1" rtlCol="0" anchor="b" anchorCtr="0" compatLnSpc="1"/>
            <a:lstStyle/>
            <a:p>
              <a:pPr marL="0" marR="0" lvl="0" indent="0" algn="ctr" defTabSz="1184275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46320" algn="l"/>
                </a:tabLst>
                <a:defRPr/>
              </a:pP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6" name="任意多边形 105"/>
            <p:cNvSpPr/>
            <p:nvPr/>
          </p:nvSpPr>
          <p:spPr>
            <a:xfrm>
              <a:off x="2664" y="6322"/>
              <a:ext cx="3947" cy="2503"/>
            </a:xfrm>
            <a:custGeom>
              <a:avLst/>
              <a:gdLst>
                <a:gd name="connisteX0" fmla="*/ 0 w 1681480"/>
                <a:gd name="connsiteY0" fmla="*/ 1487170 h 1487170"/>
                <a:gd name="connisteX1" fmla="*/ 22860 w 1681480"/>
                <a:gd name="connsiteY1" fmla="*/ 1418590 h 1487170"/>
                <a:gd name="connisteX2" fmla="*/ 69215 w 1681480"/>
                <a:gd name="connsiteY2" fmla="*/ 1315085 h 1487170"/>
                <a:gd name="connisteX3" fmla="*/ 114935 w 1681480"/>
                <a:gd name="connsiteY3" fmla="*/ 1235075 h 1487170"/>
                <a:gd name="connisteX4" fmla="*/ 160655 w 1681480"/>
                <a:gd name="connsiteY4" fmla="*/ 1166495 h 1487170"/>
                <a:gd name="connisteX5" fmla="*/ 183515 w 1681480"/>
                <a:gd name="connsiteY5" fmla="*/ 1086485 h 1487170"/>
                <a:gd name="connisteX6" fmla="*/ 229235 w 1681480"/>
                <a:gd name="connsiteY6" fmla="*/ 995045 h 1487170"/>
                <a:gd name="connisteX7" fmla="*/ 263525 w 1681480"/>
                <a:gd name="connsiteY7" fmla="*/ 926465 h 1487170"/>
                <a:gd name="connisteX8" fmla="*/ 309245 w 1681480"/>
                <a:gd name="connsiteY8" fmla="*/ 857885 h 1487170"/>
                <a:gd name="connisteX9" fmla="*/ 377825 w 1681480"/>
                <a:gd name="connsiteY9" fmla="*/ 789305 h 1487170"/>
                <a:gd name="connisteX10" fmla="*/ 446405 w 1681480"/>
                <a:gd name="connsiteY10" fmla="*/ 732155 h 1487170"/>
                <a:gd name="connisteX11" fmla="*/ 526415 w 1681480"/>
                <a:gd name="connsiteY11" fmla="*/ 640715 h 1487170"/>
                <a:gd name="connisteX12" fmla="*/ 572135 w 1681480"/>
                <a:gd name="connsiteY12" fmla="*/ 572135 h 1487170"/>
                <a:gd name="connisteX13" fmla="*/ 640715 w 1681480"/>
                <a:gd name="connsiteY13" fmla="*/ 537845 h 1487170"/>
                <a:gd name="connisteX14" fmla="*/ 709295 w 1681480"/>
                <a:gd name="connsiteY14" fmla="*/ 469265 h 1487170"/>
                <a:gd name="connisteX15" fmla="*/ 777875 w 1681480"/>
                <a:gd name="connsiteY15" fmla="*/ 434975 h 1487170"/>
                <a:gd name="connisteX16" fmla="*/ 846455 w 1681480"/>
                <a:gd name="connsiteY16" fmla="*/ 377190 h 1487170"/>
                <a:gd name="connisteX17" fmla="*/ 915035 w 1681480"/>
                <a:gd name="connsiteY17" fmla="*/ 342900 h 1487170"/>
                <a:gd name="connisteX18" fmla="*/ 995045 w 1681480"/>
                <a:gd name="connsiteY18" fmla="*/ 308610 h 1487170"/>
                <a:gd name="connisteX19" fmla="*/ 1063625 w 1681480"/>
                <a:gd name="connsiteY19" fmla="*/ 285750 h 1487170"/>
                <a:gd name="connisteX20" fmla="*/ 1167130 w 1681480"/>
                <a:gd name="connsiteY20" fmla="*/ 240030 h 1487170"/>
                <a:gd name="connisteX21" fmla="*/ 1235710 w 1681480"/>
                <a:gd name="connsiteY21" fmla="*/ 182880 h 1487170"/>
                <a:gd name="connisteX22" fmla="*/ 1315720 w 1681480"/>
                <a:gd name="connsiteY22" fmla="*/ 137160 h 1487170"/>
                <a:gd name="connisteX23" fmla="*/ 1395730 w 1681480"/>
                <a:gd name="connsiteY23" fmla="*/ 80010 h 1487170"/>
                <a:gd name="connisteX24" fmla="*/ 1464310 w 1681480"/>
                <a:gd name="connsiteY24" fmla="*/ 68580 h 1487170"/>
                <a:gd name="connisteX25" fmla="*/ 1544320 w 1681480"/>
                <a:gd name="connsiteY25" fmla="*/ 57150 h 1487170"/>
                <a:gd name="connisteX26" fmla="*/ 1612900 w 1681480"/>
                <a:gd name="connsiteY26" fmla="*/ 34290 h 1487170"/>
                <a:gd name="connisteX27" fmla="*/ 1681480 w 1681480"/>
                <a:gd name="connsiteY27" fmla="*/ 0 h 14871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</a:cxnLst>
              <a:rect l="l" t="t" r="r" b="b"/>
              <a:pathLst>
                <a:path w="1681480" h="1487170">
                  <a:moveTo>
                    <a:pt x="0" y="1487170"/>
                  </a:moveTo>
                  <a:cubicBezTo>
                    <a:pt x="3810" y="1475740"/>
                    <a:pt x="8890" y="1452880"/>
                    <a:pt x="22860" y="1418590"/>
                  </a:cubicBezTo>
                  <a:cubicBezTo>
                    <a:pt x="36830" y="1384300"/>
                    <a:pt x="50800" y="1351915"/>
                    <a:pt x="69215" y="1315085"/>
                  </a:cubicBezTo>
                  <a:cubicBezTo>
                    <a:pt x="87630" y="1278255"/>
                    <a:pt x="96520" y="1264920"/>
                    <a:pt x="114935" y="1235075"/>
                  </a:cubicBezTo>
                  <a:cubicBezTo>
                    <a:pt x="133350" y="1205230"/>
                    <a:pt x="146685" y="1196340"/>
                    <a:pt x="160655" y="1166495"/>
                  </a:cubicBezTo>
                  <a:cubicBezTo>
                    <a:pt x="174625" y="1136650"/>
                    <a:pt x="169545" y="1120775"/>
                    <a:pt x="183515" y="1086485"/>
                  </a:cubicBezTo>
                  <a:cubicBezTo>
                    <a:pt x="197485" y="1052195"/>
                    <a:pt x="213360" y="1026795"/>
                    <a:pt x="229235" y="995045"/>
                  </a:cubicBezTo>
                  <a:cubicBezTo>
                    <a:pt x="245110" y="963295"/>
                    <a:pt x="247650" y="953770"/>
                    <a:pt x="263525" y="926465"/>
                  </a:cubicBezTo>
                  <a:cubicBezTo>
                    <a:pt x="279400" y="899160"/>
                    <a:pt x="286385" y="885190"/>
                    <a:pt x="309245" y="857885"/>
                  </a:cubicBezTo>
                  <a:cubicBezTo>
                    <a:pt x="332105" y="830580"/>
                    <a:pt x="350520" y="814705"/>
                    <a:pt x="377825" y="789305"/>
                  </a:cubicBezTo>
                  <a:cubicBezTo>
                    <a:pt x="405130" y="763905"/>
                    <a:pt x="416560" y="762000"/>
                    <a:pt x="446405" y="732155"/>
                  </a:cubicBezTo>
                  <a:cubicBezTo>
                    <a:pt x="476250" y="702310"/>
                    <a:pt x="501015" y="672465"/>
                    <a:pt x="526415" y="640715"/>
                  </a:cubicBezTo>
                  <a:cubicBezTo>
                    <a:pt x="551815" y="608965"/>
                    <a:pt x="549275" y="592455"/>
                    <a:pt x="572135" y="572135"/>
                  </a:cubicBezTo>
                  <a:cubicBezTo>
                    <a:pt x="594995" y="551815"/>
                    <a:pt x="613410" y="558165"/>
                    <a:pt x="640715" y="537845"/>
                  </a:cubicBezTo>
                  <a:cubicBezTo>
                    <a:pt x="668020" y="517525"/>
                    <a:pt x="681990" y="489585"/>
                    <a:pt x="709295" y="469265"/>
                  </a:cubicBezTo>
                  <a:cubicBezTo>
                    <a:pt x="736600" y="448945"/>
                    <a:pt x="750570" y="453390"/>
                    <a:pt x="777875" y="434975"/>
                  </a:cubicBezTo>
                  <a:cubicBezTo>
                    <a:pt x="805180" y="416560"/>
                    <a:pt x="819150" y="395605"/>
                    <a:pt x="846455" y="377190"/>
                  </a:cubicBezTo>
                  <a:cubicBezTo>
                    <a:pt x="873760" y="358775"/>
                    <a:pt x="885190" y="356870"/>
                    <a:pt x="915035" y="342900"/>
                  </a:cubicBezTo>
                  <a:cubicBezTo>
                    <a:pt x="944880" y="328930"/>
                    <a:pt x="965200" y="320040"/>
                    <a:pt x="995045" y="308610"/>
                  </a:cubicBezTo>
                  <a:cubicBezTo>
                    <a:pt x="1024890" y="297180"/>
                    <a:pt x="1029335" y="299720"/>
                    <a:pt x="1063625" y="285750"/>
                  </a:cubicBezTo>
                  <a:cubicBezTo>
                    <a:pt x="1097915" y="271780"/>
                    <a:pt x="1132840" y="260350"/>
                    <a:pt x="1167130" y="240030"/>
                  </a:cubicBezTo>
                  <a:cubicBezTo>
                    <a:pt x="1201420" y="219710"/>
                    <a:pt x="1205865" y="203200"/>
                    <a:pt x="1235710" y="182880"/>
                  </a:cubicBezTo>
                  <a:cubicBezTo>
                    <a:pt x="1265555" y="162560"/>
                    <a:pt x="1283970" y="157480"/>
                    <a:pt x="1315720" y="137160"/>
                  </a:cubicBezTo>
                  <a:cubicBezTo>
                    <a:pt x="1347470" y="116840"/>
                    <a:pt x="1365885" y="93980"/>
                    <a:pt x="1395730" y="80010"/>
                  </a:cubicBezTo>
                  <a:cubicBezTo>
                    <a:pt x="1425575" y="66040"/>
                    <a:pt x="1434465" y="73025"/>
                    <a:pt x="1464310" y="68580"/>
                  </a:cubicBezTo>
                  <a:cubicBezTo>
                    <a:pt x="1494155" y="64135"/>
                    <a:pt x="1514475" y="64135"/>
                    <a:pt x="1544320" y="57150"/>
                  </a:cubicBezTo>
                  <a:cubicBezTo>
                    <a:pt x="1574165" y="50165"/>
                    <a:pt x="1585595" y="45720"/>
                    <a:pt x="1612900" y="34290"/>
                  </a:cubicBezTo>
                  <a:cubicBezTo>
                    <a:pt x="1640205" y="22860"/>
                    <a:pt x="1669415" y="6350"/>
                    <a:pt x="1681480" y="0"/>
                  </a:cubicBezTo>
                </a:path>
              </a:pathLst>
            </a:custGeom>
            <a:noFill/>
            <a:ln w="12700" cap="flat" cmpd="sng" algn="ctr">
              <a:solidFill>
                <a:schemeClr val="accent4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none" lIns="0" tIns="34281" rIns="0" bIns="34281" numCol="1" rtlCol="0" anchor="b" anchorCtr="0" compatLnSpc="1"/>
            <a:lstStyle/>
            <a:p>
              <a:pPr marL="0" marR="0" lvl="0" indent="0" algn="ctr" defTabSz="1184275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46320" algn="l"/>
                </a:tabLst>
                <a:defRPr/>
              </a:pP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7" name="任意多边形 106"/>
            <p:cNvSpPr/>
            <p:nvPr/>
          </p:nvSpPr>
          <p:spPr>
            <a:xfrm>
              <a:off x="2847" y="6863"/>
              <a:ext cx="4068" cy="2306"/>
            </a:xfrm>
            <a:custGeom>
              <a:avLst/>
              <a:gdLst>
                <a:gd name="connisteX0" fmla="*/ 0 w 1681480"/>
                <a:gd name="connsiteY0" fmla="*/ 1487170 h 1487170"/>
                <a:gd name="connisteX1" fmla="*/ 22860 w 1681480"/>
                <a:gd name="connsiteY1" fmla="*/ 1418590 h 1487170"/>
                <a:gd name="connisteX2" fmla="*/ 69215 w 1681480"/>
                <a:gd name="connsiteY2" fmla="*/ 1315085 h 1487170"/>
                <a:gd name="connisteX3" fmla="*/ 114935 w 1681480"/>
                <a:gd name="connsiteY3" fmla="*/ 1235075 h 1487170"/>
                <a:gd name="connisteX4" fmla="*/ 160655 w 1681480"/>
                <a:gd name="connsiteY4" fmla="*/ 1166495 h 1487170"/>
                <a:gd name="connisteX5" fmla="*/ 183515 w 1681480"/>
                <a:gd name="connsiteY5" fmla="*/ 1086485 h 1487170"/>
                <a:gd name="connisteX6" fmla="*/ 229235 w 1681480"/>
                <a:gd name="connsiteY6" fmla="*/ 995045 h 1487170"/>
                <a:gd name="connisteX7" fmla="*/ 263525 w 1681480"/>
                <a:gd name="connsiteY7" fmla="*/ 926465 h 1487170"/>
                <a:gd name="connisteX8" fmla="*/ 309245 w 1681480"/>
                <a:gd name="connsiteY8" fmla="*/ 857885 h 1487170"/>
                <a:gd name="connisteX9" fmla="*/ 377825 w 1681480"/>
                <a:gd name="connsiteY9" fmla="*/ 789305 h 1487170"/>
                <a:gd name="connisteX10" fmla="*/ 446405 w 1681480"/>
                <a:gd name="connsiteY10" fmla="*/ 732155 h 1487170"/>
                <a:gd name="connisteX11" fmla="*/ 526415 w 1681480"/>
                <a:gd name="connsiteY11" fmla="*/ 640715 h 1487170"/>
                <a:gd name="connisteX12" fmla="*/ 572135 w 1681480"/>
                <a:gd name="connsiteY12" fmla="*/ 572135 h 1487170"/>
                <a:gd name="connisteX13" fmla="*/ 640715 w 1681480"/>
                <a:gd name="connsiteY13" fmla="*/ 537845 h 1487170"/>
                <a:gd name="connisteX14" fmla="*/ 709295 w 1681480"/>
                <a:gd name="connsiteY14" fmla="*/ 469265 h 1487170"/>
                <a:gd name="connisteX15" fmla="*/ 777875 w 1681480"/>
                <a:gd name="connsiteY15" fmla="*/ 434975 h 1487170"/>
                <a:gd name="connisteX16" fmla="*/ 846455 w 1681480"/>
                <a:gd name="connsiteY16" fmla="*/ 377190 h 1487170"/>
                <a:gd name="connisteX17" fmla="*/ 915035 w 1681480"/>
                <a:gd name="connsiteY17" fmla="*/ 342900 h 1487170"/>
                <a:gd name="connisteX18" fmla="*/ 995045 w 1681480"/>
                <a:gd name="connsiteY18" fmla="*/ 308610 h 1487170"/>
                <a:gd name="connisteX19" fmla="*/ 1063625 w 1681480"/>
                <a:gd name="connsiteY19" fmla="*/ 285750 h 1487170"/>
                <a:gd name="connisteX20" fmla="*/ 1167130 w 1681480"/>
                <a:gd name="connsiteY20" fmla="*/ 240030 h 1487170"/>
                <a:gd name="connisteX21" fmla="*/ 1235710 w 1681480"/>
                <a:gd name="connsiteY21" fmla="*/ 182880 h 1487170"/>
                <a:gd name="connisteX22" fmla="*/ 1315720 w 1681480"/>
                <a:gd name="connsiteY22" fmla="*/ 137160 h 1487170"/>
                <a:gd name="connisteX23" fmla="*/ 1395730 w 1681480"/>
                <a:gd name="connsiteY23" fmla="*/ 80010 h 1487170"/>
                <a:gd name="connisteX24" fmla="*/ 1464310 w 1681480"/>
                <a:gd name="connsiteY24" fmla="*/ 68580 h 1487170"/>
                <a:gd name="connisteX25" fmla="*/ 1544320 w 1681480"/>
                <a:gd name="connsiteY25" fmla="*/ 57150 h 1487170"/>
                <a:gd name="connisteX26" fmla="*/ 1612900 w 1681480"/>
                <a:gd name="connsiteY26" fmla="*/ 34290 h 1487170"/>
                <a:gd name="connisteX27" fmla="*/ 1681480 w 1681480"/>
                <a:gd name="connsiteY27" fmla="*/ 0 h 14871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</a:cxnLst>
              <a:rect l="l" t="t" r="r" b="b"/>
              <a:pathLst>
                <a:path w="1681480" h="1487170">
                  <a:moveTo>
                    <a:pt x="0" y="1487170"/>
                  </a:moveTo>
                  <a:cubicBezTo>
                    <a:pt x="3810" y="1475740"/>
                    <a:pt x="8890" y="1452880"/>
                    <a:pt x="22860" y="1418590"/>
                  </a:cubicBezTo>
                  <a:cubicBezTo>
                    <a:pt x="36830" y="1384300"/>
                    <a:pt x="50800" y="1351915"/>
                    <a:pt x="69215" y="1315085"/>
                  </a:cubicBezTo>
                  <a:cubicBezTo>
                    <a:pt x="87630" y="1278255"/>
                    <a:pt x="96520" y="1264920"/>
                    <a:pt x="114935" y="1235075"/>
                  </a:cubicBezTo>
                  <a:cubicBezTo>
                    <a:pt x="133350" y="1205230"/>
                    <a:pt x="146685" y="1196340"/>
                    <a:pt x="160655" y="1166495"/>
                  </a:cubicBezTo>
                  <a:cubicBezTo>
                    <a:pt x="174625" y="1136650"/>
                    <a:pt x="169545" y="1120775"/>
                    <a:pt x="183515" y="1086485"/>
                  </a:cubicBezTo>
                  <a:cubicBezTo>
                    <a:pt x="197485" y="1052195"/>
                    <a:pt x="213360" y="1026795"/>
                    <a:pt x="229235" y="995045"/>
                  </a:cubicBezTo>
                  <a:cubicBezTo>
                    <a:pt x="245110" y="963295"/>
                    <a:pt x="247650" y="953770"/>
                    <a:pt x="263525" y="926465"/>
                  </a:cubicBezTo>
                  <a:cubicBezTo>
                    <a:pt x="279400" y="899160"/>
                    <a:pt x="286385" y="885190"/>
                    <a:pt x="309245" y="857885"/>
                  </a:cubicBezTo>
                  <a:cubicBezTo>
                    <a:pt x="332105" y="830580"/>
                    <a:pt x="350520" y="814705"/>
                    <a:pt x="377825" y="789305"/>
                  </a:cubicBezTo>
                  <a:cubicBezTo>
                    <a:pt x="405130" y="763905"/>
                    <a:pt x="416560" y="762000"/>
                    <a:pt x="446405" y="732155"/>
                  </a:cubicBezTo>
                  <a:cubicBezTo>
                    <a:pt x="476250" y="702310"/>
                    <a:pt x="501015" y="672465"/>
                    <a:pt x="526415" y="640715"/>
                  </a:cubicBezTo>
                  <a:cubicBezTo>
                    <a:pt x="551815" y="608965"/>
                    <a:pt x="549275" y="592455"/>
                    <a:pt x="572135" y="572135"/>
                  </a:cubicBezTo>
                  <a:cubicBezTo>
                    <a:pt x="594995" y="551815"/>
                    <a:pt x="613410" y="558165"/>
                    <a:pt x="640715" y="537845"/>
                  </a:cubicBezTo>
                  <a:cubicBezTo>
                    <a:pt x="668020" y="517525"/>
                    <a:pt x="681990" y="489585"/>
                    <a:pt x="709295" y="469265"/>
                  </a:cubicBezTo>
                  <a:cubicBezTo>
                    <a:pt x="736600" y="448945"/>
                    <a:pt x="750570" y="453390"/>
                    <a:pt x="777875" y="434975"/>
                  </a:cubicBezTo>
                  <a:cubicBezTo>
                    <a:pt x="805180" y="416560"/>
                    <a:pt x="819150" y="395605"/>
                    <a:pt x="846455" y="377190"/>
                  </a:cubicBezTo>
                  <a:cubicBezTo>
                    <a:pt x="873760" y="358775"/>
                    <a:pt x="885190" y="356870"/>
                    <a:pt x="915035" y="342900"/>
                  </a:cubicBezTo>
                  <a:cubicBezTo>
                    <a:pt x="944880" y="328930"/>
                    <a:pt x="965200" y="320040"/>
                    <a:pt x="995045" y="308610"/>
                  </a:cubicBezTo>
                  <a:cubicBezTo>
                    <a:pt x="1024890" y="297180"/>
                    <a:pt x="1029335" y="299720"/>
                    <a:pt x="1063625" y="285750"/>
                  </a:cubicBezTo>
                  <a:cubicBezTo>
                    <a:pt x="1097915" y="271780"/>
                    <a:pt x="1132840" y="260350"/>
                    <a:pt x="1167130" y="240030"/>
                  </a:cubicBezTo>
                  <a:cubicBezTo>
                    <a:pt x="1201420" y="219710"/>
                    <a:pt x="1205865" y="203200"/>
                    <a:pt x="1235710" y="182880"/>
                  </a:cubicBezTo>
                  <a:cubicBezTo>
                    <a:pt x="1265555" y="162560"/>
                    <a:pt x="1283970" y="157480"/>
                    <a:pt x="1315720" y="137160"/>
                  </a:cubicBezTo>
                  <a:cubicBezTo>
                    <a:pt x="1347470" y="116840"/>
                    <a:pt x="1365885" y="93980"/>
                    <a:pt x="1395730" y="80010"/>
                  </a:cubicBezTo>
                  <a:cubicBezTo>
                    <a:pt x="1425575" y="66040"/>
                    <a:pt x="1434465" y="73025"/>
                    <a:pt x="1464310" y="68580"/>
                  </a:cubicBezTo>
                  <a:cubicBezTo>
                    <a:pt x="1494155" y="64135"/>
                    <a:pt x="1514475" y="64135"/>
                    <a:pt x="1544320" y="57150"/>
                  </a:cubicBezTo>
                  <a:cubicBezTo>
                    <a:pt x="1574165" y="50165"/>
                    <a:pt x="1585595" y="45720"/>
                    <a:pt x="1612900" y="34290"/>
                  </a:cubicBezTo>
                  <a:cubicBezTo>
                    <a:pt x="1640205" y="22860"/>
                    <a:pt x="1669415" y="6350"/>
                    <a:pt x="1681480" y="0"/>
                  </a:cubicBezTo>
                </a:path>
              </a:pathLst>
            </a:custGeom>
            <a:noFill/>
            <a:ln w="9525" cap="flat" cmpd="sng" algn="ctr">
              <a:solidFill>
                <a:schemeClr val="accent3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none" lIns="0" tIns="34281" rIns="0" bIns="34281" numCol="1" rtlCol="0" anchor="b" anchorCtr="0" compatLnSpc="1"/>
            <a:lstStyle/>
            <a:p>
              <a:pPr marL="0" marR="0" lvl="0" indent="0" algn="ctr" defTabSz="1184275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46320" algn="l"/>
                </a:tabLst>
                <a:defRPr/>
              </a:pP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pic>
          <p:nvPicPr>
            <p:cNvPr id="108" name="图片 107" descr="五角星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28" y="7326"/>
              <a:ext cx="477" cy="496"/>
            </a:xfrm>
            <a:prstGeom prst="rect">
              <a:avLst/>
            </a:prstGeom>
          </p:spPr>
        </p:pic>
        <p:pic>
          <p:nvPicPr>
            <p:cNvPr id="109" name="图片 108" descr="五角星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05" y="6481"/>
              <a:ext cx="477" cy="496"/>
            </a:xfrm>
            <a:prstGeom prst="rect">
              <a:avLst/>
            </a:prstGeom>
          </p:spPr>
        </p:pic>
        <p:pic>
          <p:nvPicPr>
            <p:cNvPr id="110" name="图片 109" descr="五角星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12" y="6367"/>
              <a:ext cx="477" cy="496"/>
            </a:xfrm>
            <a:prstGeom prst="rect">
              <a:avLst/>
            </a:prstGeom>
          </p:spPr>
        </p:pic>
        <p:pic>
          <p:nvPicPr>
            <p:cNvPr id="111" name="图片 110" descr="五角星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1" y="8673"/>
              <a:ext cx="477" cy="496"/>
            </a:xfrm>
            <a:prstGeom prst="rect">
              <a:avLst/>
            </a:prstGeom>
          </p:spPr>
        </p:pic>
        <p:sp>
          <p:nvSpPr>
            <p:cNvPr id="112" name="文本框 111"/>
            <p:cNvSpPr txBox="1"/>
            <p:nvPr/>
          </p:nvSpPr>
          <p:spPr>
            <a:xfrm>
              <a:off x="4612" y="8658"/>
              <a:ext cx="2720" cy="62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最优客群规模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aphicFrame>
        <p:nvGraphicFramePr>
          <p:cNvPr id="113" name="表格 112"/>
          <p:cNvGraphicFramePr/>
          <p:nvPr>
            <p:custDataLst>
              <p:tags r:id="rId2"/>
            </p:custDataLst>
          </p:nvPr>
        </p:nvGraphicFramePr>
        <p:xfrm>
          <a:off x="9897390" y="2732159"/>
          <a:ext cx="194246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/>
                <a:gridCol w="485775"/>
                <a:gridCol w="417830"/>
                <a:gridCol w="553085"/>
              </a:tblGrid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客户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渠道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推荐得分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0.9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5e</a:t>
                      </a:r>
                      <a:endParaRPr lang="en-US" altLang="zh-CN" sz="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</a:t>
                      </a:r>
                      <a:endParaRPr lang="en-US" altLang="zh-CN" sz="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0.7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</a:tbl>
          </a:graphicData>
        </a:graphic>
      </p:graphicFrame>
      <p:graphicFrame>
        <p:nvGraphicFramePr>
          <p:cNvPr id="114" name="表格 113"/>
          <p:cNvGraphicFramePr/>
          <p:nvPr>
            <p:custDataLst>
              <p:tags r:id="rId3"/>
            </p:custDataLst>
          </p:nvPr>
        </p:nvGraphicFramePr>
        <p:xfrm>
          <a:off x="9875171" y="5336887"/>
          <a:ext cx="1934210" cy="109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"/>
                <a:gridCol w="394335"/>
                <a:gridCol w="438785"/>
                <a:gridCol w="617220"/>
              </a:tblGrid>
              <a:tr h="184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客户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渠道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推荐得分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0.9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0.7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5f</a:t>
                      </a:r>
                      <a:endParaRPr lang="en-US" altLang="zh-CN" sz="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</a:t>
                      </a:r>
                      <a:endParaRPr lang="en-US" altLang="zh-CN" sz="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panose="020B0503020204020204" charset="-122"/>
                          <a:ea typeface="微软雅黑" panose="020B0503020204020204" charset="-122"/>
                        </a:rPr>
                        <a:t>0.2</a:t>
                      </a:r>
                      <a:endParaRPr lang="en-US" altLang="zh-CN" sz="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45708" marB="45708"/>
                </a:tc>
              </a:tr>
            </a:tbl>
          </a:graphicData>
        </a:graphic>
      </p:graphicFrame>
      <p:sp>
        <p:nvSpPr>
          <p:cNvPr id="115" name="文本框 114"/>
          <p:cNvSpPr txBox="1"/>
          <p:nvPr/>
        </p:nvSpPr>
        <p:spPr>
          <a:xfrm>
            <a:off x="9576799" y="2761363"/>
            <a:ext cx="321861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9576799" y="4736334"/>
            <a:ext cx="320592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2000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矩形: 圆角 74"/>
          <p:cNvSpPr/>
          <p:nvPr/>
        </p:nvSpPr>
        <p:spPr>
          <a:xfrm>
            <a:off x="9897390" y="2479496"/>
            <a:ext cx="1912122" cy="252029"/>
          </a:xfrm>
          <a:prstGeom prst="roundRect">
            <a:avLst>
              <a:gd name="adj" fmla="val 3416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策略待执行客群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8" name="矩形: 圆角 74"/>
          <p:cNvSpPr/>
          <p:nvPr/>
        </p:nvSpPr>
        <p:spPr>
          <a:xfrm>
            <a:off x="9875170" y="5084223"/>
            <a:ext cx="1912122" cy="252029"/>
          </a:xfrm>
          <a:prstGeom prst="roundRect">
            <a:avLst>
              <a:gd name="adj" fmla="val 3416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策略待执行客群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19" name="图示 118"/>
          <p:cNvGraphicFramePr/>
          <p:nvPr/>
        </p:nvGraphicFramePr>
        <p:xfrm>
          <a:off x="6886369" y="2406489"/>
          <a:ext cx="2068291" cy="1792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20" name="组合 308"/>
          <p:cNvGrpSpPr>
            <a:grpSpLocks noChangeAspect="1"/>
          </p:cNvGrpSpPr>
          <p:nvPr/>
        </p:nvGrpSpPr>
        <p:grpSpPr>
          <a:xfrm rot="5400000">
            <a:off x="7823385" y="4013891"/>
            <a:ext cx="194259" cy="943364"/>
            <a:chOff x="22752455" y="1559794"/>
            <a:chExt cx="764866" cy="4214171"/>
          </a:xfrm>
        </p:grpSpPr>
        <p:sp>
          <p:nvSpPr>
            <p:cNvPr id="121" name="等腰三角形 309"/>
            <p:cNvSpPr/>
            <p:nvPr/>
          </p:nvSpPr>
          <p:spPr>
            <a:xfrm rot="5400000" flipH="1">
              <a:off x="20920669" y="3391580"/>
              <a:ext cx="4214170" cy="550598"/>
            </a:xfrm>
            <a:prstGeom prst="triangle">
              <a:avLst>
                <a:gd name="adj" fmla="val 50050"/>
              </a:avLst>
            </a:prstGeom>
            <a:gradFill>
              <a:gsLst>
                <a:gs pos="33000">
                  <a:srgbClr val="418CED">
                    <a:alpha val="20000"/>
                  </a:srgbClr>
                </a:gs>
                <a:gs pos="100000">
                  <a:srgbClr val="387AE4">
                    <a:alpha val="0"/>
                  </a:srgbClr>
                </a:gs>
              </a:gsLst>
              <a:lin ang="5400000" scaled="0"/>
            </a:gradFill>
            <a:ln w="9525" cap="flat" cmpd="sng" algn="ctr">
              <a:gradFill>
                <a:gsLst>
                  <a:gs pos="0">
                    <a:srgbClr val="81DEFF"/>
                  </a:gs>
                  <a:gs pos="27000">
                    <a:srgbClr val="387AE4"/>
                  </a:gs>
                  <a:gs pos="93000">
                    <a:srgbClr val="387AE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2" name="等腰三角形 310"/>
            <p:cNvSpPr/>
            <p:nvPr/>
          </p:nvSpPr>
          <p:spPr>
            <a:xfrm rot="5400000" flipH="1">
              <a:off x="21134939" y="3391583"/>
              <a:ext cx="4214166" cy="550598"/>
            </a:xfrm>
            <a:prstGeom prst="triangle">
              <a:avLst>
                <a:gd name="adj" fmla="val 50050"/>
              </a:avLst>
            </a:prstGeom>
            <a:gradFill>
              <a:gsLst>
                <a:gs pos="33000">
                  <a:srgbClr val="418CED">
                    <a:alpha val="20000"/>
                  </a:srgbClr>
                </a:gs>
                <a:gs pos="100000">
                  <a:srgbClr val="387AE4">
                    <a:alpha val="0"/>
                  </a:srgbClr>
                </a:gs>
              </a:gsLst>
              <a:lin ang="5400000" scaled="0"/>
            </a:gradFill>
            <a:ln w="9525" cap="flat" cmpd="sng" algn="ctr">
              <a:gradFill>
                <a:gsLst>
                  <a:gs pos="0">
                    <a:srgbClr val="81DEFF"/>
                  </a:gs>
                  <a:gs pos="27000">
                    <a:srgbClr val="387AE4"/>
                  </a:gs>
                  <a:gs pos="93000">
                    <a:srgbClr val="387AE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 rot="16200000">
            <a:off x="7300281" y="4154824"/>
            <a:ext cx="4023582" cy="529452"/>
            <a:chOff x="11380" y="6798"/>
            <a:chExt cx="7233" cy="834"/>
          </a:xfrm>
        </p:grpSpPr>
        <p:sp>
          <p:nvSpPr>
            <p:cNvPr id="124" name="下箭头标注 123"/>
            <p:cNvSpPr/>
            <p:nvPr/>
          </p:nvSpPr>
          <p:spPr>
            <a:xfrm>
              <a:off x="11380" y="6798"/>
              <a:ext cx="3690" cy="834"/>
            </a:xfrm>
            <a:prstGeom prst="downArrowCallout">
              <a:avLst>
                <a:gd name="adj1" fmla="val 56714"/>
                <a:gd name="adj2" fmla="val 75037"/>
                <a:gd name="adj3" fmla="val 25000"/>
                <a:gd name="adj4" fmla="val 6497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5" name="下箭头标注 124"/>
            <p:cNvSpPr/>
            <p:nvPr/>
          </p:nvSpPr>
          <p:spPr>
            <a:xfrm>
              <a:off x="14923" y="6798"/>
              <a:ext cx="3690" cy="834"/>
            </a:xfrm>
            <a:prstGeom prst="downArrowCallout">
              <a:avLst>
                <a:gd name="adj1" fmla="val 56714"/>
                <a:gd name="adj2" fmla="val 75037"/>
                <a:gd name="adj3" fmla="val 25000"/>
                <a:gd name="adj4" fmla="val 6497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126" name="图片 125"/>
          <p:cNvPicPr/>
          <p:nvPr/>
        </p:nvPicPr>
        <p:blipFill>
          <a:blip r:embed="rId9"/>
          <a:stretch>
            <a:fillRect/>
          </a:stretch>
        </p:blipFill>
        <p:spPr>
          <a:xfrm>
            <a:off x="426926" y="2300473"/>
            <a:ext cx="2616789" cy="1658823"/>
          </a:xfrm>
          <a:prstGeom prst="rect">
            <a:avLst/>
          </a:prstGeom>
        </p:spPr>
      </p:pic>
      <p:sp>
        <p:nvSpPr>
          <p:cNvPr id="127" name="下箭头标注 126"/>
          <p:cNvSpPr/>
          <p:nvPr/>
        </p:nvSpPr>
        <p:spPr>
          <a:xfrm>
            <a:off x="9875171" y="2731525"/>
            <a:ext cx="1964813" cy="1564233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48336"/>
            </a:avLst>
          </a:prstGeom>
          <a:noFill/>
          <a:ln w="3175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8" name="上箭头标注 127"/>
          <p:cNvSpPr/>
          <p:nvPr/>
        </p:nvSpPr>
        <p:spPr>
          <a:xfrm>
            <a:off x="9875171" y="4688721"/>
            <a:ext cx="1964813" cy="1555980"/>
          </a:xfrm>
          <a:prstGeom prst="upArrowCallout">
            <a:avLst/>
          </a:prstGeom>
          <a:noFill/>
          <a:ln w="3175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9875171" y="4295757"/>
            <a:ext cx="1934341" cy="385979"/>
          </a:xfrm>
          <a:prstGeom prst="roundRect">
            <a:avLst/>
          </a:prstGeom>
          <a:gradFill>
            <a:gsLst>
              <a:gs pos="95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</a:gsLst>
            <a:lin ang="16200000" scaled="0"/>
          </a:gradFill>
          <a:ln w="6350">
            <a:gradFill flip="none" rotWithShape="1">
              <a:gsLst>
                <a:gs pos="0">
                  <a:schemeClr val="tx2">
                    <a:lumMod val="50000"/>
                    <a:lumOff val="50000"/>
                  </a:schemeClr>
                </a:gs>
                <a:gs pos="43000">
                  <a:schemeClr val="tx2">
                    <a:lumMod val="10000"/>
                    <a:lumOff val="90000"/>
                  </a:schemeClr>
                </a:gs>
                <a:gs pos="100000">
                  <a:srgbClr val="4E95D9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全局最优可执行策略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0" name="矩形 129"/>
          <p:cNvSpPr/>
          <p:nvPr>
            <p:custDataLst>
              <p:tags r:id="rId10"/>
            </p:custDataLst>
          </p:nvPr>
        </p:nvSpPr>
        <p:spPr>
          <a:xfrm>
            <a:off x="1158890" y="4402410"/>
            <a:ext cx="1151590" cy="61184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基础特征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长期画像特征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近线画像特征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矩形 130"/>
          <p:cNvSpPr/>
          <p:nvPr>
            <p:custDataLst>
              <p:tags r:id="rId11"/>
            </p:custDataLst>
          </p:nvPr>
        </p:nvSpPr>
        <p:spPr bwMode="auto">
          <a:xfrm>
            <a:off x="1159116" y="4170439"/>
            <a:ext cx="1151700" cy="2159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客户特征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132" name="矩形 131"/>
          <p:cNvSpPr/>
          <p:nvPr>
            <p:custDataLst>
              <p:tags r:id="rId12"/>
            </p:custDataLst>
          </p:nvPr>
        </p:nvSpPr>
        <p:spPr>
          <a:xfrm>
            <a:off x="246859" y="5392321"/>
            <a:ext cx="1151700" cy="61184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产品名称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产品价格特征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产品类别特征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矩形 132"/>
          <p:cNvSpPr/>
          <p:nvPr>
            <p:custDataLst>
              <p:tags r:id="rId13"/>
            </p:custDataLst>
          </p:nvPr>
        </p:nvSpPr>
        <p:spPr bwMode="auto">
          <a:xfrm>
            <a:off x="246859" y="5160506"/>
            <a:ext cx="1151700" cy="2159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产品特征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sp>
        <p:nvSpPr>
          <p:cNvPr id="134" name="矩形 133"/>
          <p:cNvSpPr/>
          <p:nvPr>
            <p:custDataLst>
              <p:tags r:id="rId14"/>
            </p:custDataLst>
          </p:nvPr>
        </p:nvSpPr>
        <p:spPr>
          <a:xfrm>
            <a:off x="2009057" y="5405277"/>
            <a:ext cx="1151700" cy="61184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外呼</a:t>
            </a: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短信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可营销产品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可执行数量</a:t>
            </a:r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矩形 134"/>
          <p:cNvSpPr/>
          <p:nvPr>
            <p:custDataLst>
              <p:tags r:id="rId15"/>
            </p:custDataLst>
          </p:nvPr>
        </p:nvSpPr>
        <p:spPr bwMode="auto">
          <a:xfrm>
            <a:off x="2009057" y="5173463"/>
            <a:ext cx="1151700" cy="2159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charset="0"/>
              </a:rPr>
              <a:t>渠道特征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Wingdings" panose="05000000000000000000" charset="0"/>
            </a:endParaRPr>
          </a:p>
        </p:txBody>
      </p:sp>
      <p:pic>
        <p:nvPicPr>
          <p:cNvPr id="136" name="图片 135" descr="循环箭头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277604" y="4822670"/>
            <a:ext cx="914162" cy="768150"/>
          </a:xfrm>
          <a:prstGeom prst="rect">
            <a:avLst/>
          </a:prstGeom>
        </p:spPr>
      </p:pic>
      <p:sp>
        <p:nvSpPr>
          <p:cNvPr id="137" name="圆角矩形 136"/>
          <p:cNvSpPr/>
          <p:nvPr/>
        </p:nvSpPr>
        <p:spPr>
          <a:xfrm flipH="1">
            <a:off x="246633" y="6253587"/>
            <a:ext cx="899766" cy="385979"/>
          </a:xfrm>
          <a:prstGeom prst="roundRect">
            <a:avLst/>
          </a:prstGeom>
          <a:gradFill>
            <a:gsLst>
              <a:gs pos="0">
                <a:schemeClr val="accent3">
                  <a:lumMod val="20000"/>
                  <a:lumOff val="80000"/>
                  <a:alpha val="0"/>
                </a:schemeClr>
              </a:gs>
              <a:gs pos="99000">
                <a:schemeClr val="accent1">
                  <a:lumMod val="40000"/>
                  <a:lumOff val="60000"/>
                </a:scheme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自然人/家庭庭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8" name="圆角矩形 137"/>
          <p:cNvSpPr/>
          <p:nvPr/>
        </p:nvSpPr>
        <p:spPr>
          <a:xfrm flipH="1">
            <a:off x="1251147" y="6247239"/>
            <a:ext cx="899561" cy="385979"/>
          </a:xfrm>
          <a:prstGeom prst="roundRect">
            <a:avLst/>
          </a:prstGeom>
          <a:gradFill>
            <a:gsLst>
              <a:gs pos="0">
                <a:schemeClr val="accent3">
                  <a:lumMod val="20000"/>
                  <a:lumOff val="80000"/>
                  <a:alpha val="0"/>
                </a:schemeClr>
              </a:gs>
              <a:gs pos="99000">
                <a:schemeClr val="accent1">
                  <a:lumMod val="40000"/>
                  <a:lumOff val="60000"/>
                </a:scheme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CHN全类产品融合推荐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9" name="圆角矩形 138"/>
          <p:cNvSpPr/>
          <p:nvPr/>
        </p:nvSpPr>
        <p:spPr>
          <a:xfrm flipH="1">
            <a:off x="2255456" y="6247239"/>
            <a:ext cx="899561" cy="385979"/>
          </a:xfrm>
          <a:prstGeom prst="roundRect">
            <a:avLst/>
          </a:prstGeom>
          <a:gradFill>
            <a:gsLst>
              <a:gs pos="0">
                <a:schemeClr val="accent3">
                  <a:lumMod val="20000"/>
                  <a:lumOff val="80000"/>
                  <a:alpha val="0"/>
                </a:schemeClr>
              </a:gs>
              <a:gs pos="99000">
                <a:schemeClr val="accent1">
                  <a:lumMod val="40000"/>
                  <a:lumOff val="60000"/>
                </a:scheme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主/被全渠道偏好洞察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40" name="组合 308"/>
          <p:cNvGrpSpPr>
            <a:grpSpLocks noChangeAspect="1"/>
          </p:cNvGrpSpPr>
          <p:nvPr/>
        </p:nvGrpSpPr>
        <p:grpSpPr>
          <a:xfrm rot="16200000" flipV="1">
            <a:off x="1608353" y="5627640"/>
            <a:ext cx="194259" cy="943364"/>
            <a:chOff x="22752455" y="1559794"/>
            <a:chExt cx="764866" cy="4214171"/>
          </a:xfrm>
        </p:grpSpPr>
        <p:sp>
          <p:nvSpPr>
            <p:cNvPr id="141" name="等腰三角形 309"/>
            <p:cNvSpPr/>
            <p:nvPr/>
          </p:nvSpPr>
          <p:spPr>
            <a:xfrm rot="5400000" flipH="1">
              <a:off x="20920669" y="3391580"/>
              <a:ext cx="4214170" cy="550598"/>
            </a:xfrm>
            <a:prstGeom prst="triangle">
              <a:avLst>
                <a:gd name="adj" fmla="val 50050"/>
              </a:avLst>
            </a:prstGeom>
            <a:gradFill>
              <a:gsLst>
                <a:gs pos="33000">
                  <a:srgbClr val="418CED">
                    <a:alpha val="20000"/>
                  </a:srgbClr>
                </a:gs>
                <a:gs pos="100000">
                  <a:srgbClr val="387AE4">
                    <a:alpha val="0"/>
                  </a:srgbClr>
                </a:gs>
              </a:gsLst>
              <a:lin ang="5400000" scaled="0"/>
            </a:gradFill>
            <a:ln w="9525" cap="flat" cmpd="sng" algn="ctr">
              <a:gradFill>
                <a:gsLst>
                  <a:gs pos="0">
                    <a:srgbClr val="81DEFF"/>
                  </a:gs>
                  <a:gs pos="27000">
                    <a:srgbClr val="387AE4"/>
                  </a:gs>
                  <a:gs pos="93000">
                    <a:srgbClr val="387AE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2" name="等腰三角形 310"/>
            <p:cNvSpPr/>
            <p:nvPr/>
          </p:nvSpPr>
          <p:spPr>
            <a:xfrm rot="5400000" flipH="1">
              <a:off x="21134939" y="3391583"/>
              <a:ext cx="4214166" cy="550598"/>
            </a:xfrm>
            <a:prstGeom prst="triangle">
              <a:avLst>
                <a:gd name="adj" fmla="val 50050"/>
              </a:avLst>
            </a:prstGeom>
            <a:gradFill>
              <a:gsLst>
                <a:gs pos="33000">
                  <a:srgbClr val="418CED">
                    <a:alpha val="20000"/>
                  </a:srgbClr>
                </a:gs>
                <a:gs pos="100000">
                  <a:srgbClr val="387AE4">
                    <a:alpha val="0"/>
                  </a:srgbClr>
                </a:gs>
              </a:gsLst>
              <a:lin ang="5400000" scaled="0"/>
            </a:gradFill>
            <a:ln w="9525" cap="flat" cmpd="sng" algn="ctr">
              <a:gradFill>
                <a:gsLst>
                  <a:gs pos="0">
                    <a:srgbClr val="81DEFF"/>
                  </a:gs>
                  <a:gs pos="27000">
                    <a:srgbClr val="387AE4"/>
                  </a:gs>
                  <a:gs pos="93000">
                    <a:srgbClr val="387AE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143" name="组合 308"/>
          <p:cNvGrpSpPr>
            <a:grpSpLocks noChangeAspect="1"/>
          </p:cNvGrpSpPr>
          <p:nvPr/>
        </p:nvGrpSpPr>
        <p:grpSpPr>
          <a:xfrm rot="16200000" flipV="1">
            <a:off x="1638190" y="3586647"/>
            <a:ext cx="194259" cy="943364"/>
            <a:chOff x="22752455" y="1559794"/>
            <a:chExt cx="764866" cy="4214171"/>
          </a:xfrm>
        </p:grpSpPr>
        <p:sp>
          <p:nvSpPr>
            <p:cNvPr id="144" name="等腰三角形 309"/>
            <p:cNvSpPr/>
            <p:nvPr/>
          </p:nvSpPr>
          <p:spPr>
            <a:xfrm rot="5400000" flipH="1">
              <a:off x="20920669" y="3391580"/>
              <a:ext cx="4214170" cy="550598"/>
            </a:xfrm>
            <a:prstGeom prst="triangle">
              <a:avLst>
                <a:gd name="adj" fmla="val 50050"/>
              </a:avLst>
            </a:prstGeom>
            <a:gradFill>
              <a:gsLst>
                <a:gs pos="33000">
                  <a:srgbClr val="418CED">
                    <a:alpha val="20000"/>
                  </a:srgbClr>
                </a:gs>
                <a:gs pos="100000">
                  <a:srgbClr val="387AE4">
                    <a:alpha val="0"/>
                  </a:srgbClr>
                </a:gs>
              </a:gsLst>
              <a:lin ang="5400000" scaled="0"/>
            </a:gradFill>
            <a:ln w="9525" cap="flat" cmpd="sng" algn="ctr">
              <a:gradFill>
                <a:gsLst>
                  <a:gs pos="0">
                    <a:srgbClr val="81DEFF"/>
                  </a:gs>
                  <a:gs pos="27000">
                    <a:srgbClr val="387AE4"/>
                  </a:gs>
                  <a:gs pos="93000">
                    <a:srgbClr val="387AE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5" name="等腰三角形 310"/>
            <p:cNvSpPr/>
            <p:nvPr/>
          </p:nvSpPr>
          <p:spPr>
            <a:xfrm rot="5400000" flipH="1">
              <a:off x="21134939" y="3391583"/>
              <a:ext cx="4214166" cy="550598"/>
            </a:xfrm>
            <a:prstGeom prst="triangle">
              <a:avLst>
                <a:gd name="adj" fmla="val 50050"/>
              </a:avLst>
            </a:prstGeom>
            <a:gradFill>
              <a:gsLst>
                <a:gs pos="33000">
                  <a:srgbClr val="418CED">
                    <a:alpha val="20000"/>
                  </a:srgbClr>
                </a:gs>
                <a:gs pos="100000">
                  <a:srgbClr val="387AE4">
                    <a:alpha val="0"/>
                  </a:srgbClr>
                </a:gs>
              </a:gsLst>
              <a:lin ang="5400000" scaled="0"/>
            </a:gradFill>
            <a:ln w="9525" cap="flat" cmpd="sng" algn="ctr">
              <a:gradFill>
                <a:gsLst>
                  <a:gs pos="0">
                    <a:srgbClr val="81DEFF"/>
                  </a:gs>
                  <a:gs pos="27000">
                    <a:srgbClr val="387AE4"/>
                  </a:gs>
                  <a:gs pos="93000">
                    <a:srgbClr val="387AE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46" name="五边形 145"/>
          <p:cNvSpPr/>
          <p:nvPr/>
        </p:nvSpPr>
        <p:spPr>
          <a:xfrm>
            <a:off x="3166231" y="2815324"/>
            <a:ext cx="322496" cy="3116403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策略智能统筹打分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426926" y="1802761"/>
            <a:ext cx="5916659" cy="459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三塔模型直接用神经网络进行信息传递，以最小化整体损失函数为目标，更加准确地更新每个网络层中的参数，从而达到全局最优。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94310" y="1434465"/>
            <a:ext cx="6426835" cy="338455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square" lIns="35990" rIns="35990" rtlCol="0" anchor="ctr">
            <a:noAutofit/>
          </a:bodyPr>
          <a:lstStyle>
            <a:defPPr>
              <a:defRPr lang="zh-CN"/>
            </a:defPPr>
            <a:lvl1pPr algn="ctr">
              <a:defRPr sz="1100" b="1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三塔模型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-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单个策略智能匹配【效果导向】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9" name="矩形: 圆角 74"/>
          <p:cNvSpPr/>
          <p:nvPr/>
        </p:nvSpPr>
        <p:spPr>
          <a:xfrm>
            <a:off x="9057503" y="2408395"/>
            <a:ext cx="321226" cy="1394732"/>
          </a:xfrm>
          <a:prstGeom prst="roundRect">
            <a:avLst>
              <a:gd name="adj" fmla="val 3416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价值最优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50" name="矩形: 圆角 74"/>
          <p:cNvSpPr/>
          <p:nvPr/>
        </p:nvSpPr>
        <p:spPr>
          <a:xfrm>
            <a:off x="9057503" y="3796143"/>
            <a:ext cx="321226" cy="1269035"/>
          </a:xfrm>
          <a:prstGeom prst="roundRect">
            <a:avLst>
              <a:gd name="adj" fmla="val 3416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转化率最优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51" name="矩形: 圆角 74"/>
          <p:cNvSpPr/>
          <p:nvPr/>
        </p:nvSpPr>
        <p:spPr>
          <a:xfrm>
            <a:off x="9057503" y="5058195"/>
            <a:ext cx="321226" cy="1378226"/>
          </a:xfrm>
          <a:prstGeom prst="roundRect">
            <a:avLst>
              <a:gd name="adj" fmla="val 3416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路径最优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6782891" y="1434558"/>
            <a:ext cx="5191678" cy="338367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square" lIns="35990" rIns="35990" rtlCol="0" anchor="ctr">
            <a:noAutofit/>
          </a:bodyPr>
          <a:lstStyle>
            <a:defPPr>
              <a:defRPr lang="zh-CN"/>
            </a:defPPr>
            <a:lvl1pPr algn="ctr">
              <a:defRPr sz="1100" b="1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TMM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模型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-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基于运营目标营销资源统筹分配【目标导向】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153" name="表格 152"/>
          <p:cNvGraphicFramePr/>
          <p:nvPr>
            <p:custDataLst>
              <p:tags r:id="rId18"/>
            </p:custDataLst>
          </p:nvPr>
        </p:nvGraphicFramePr>
        <p:xfrm>
          <a:off x="3950335" y="4375785"/>
          <a:ext cx="2263140" cy="933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8305"/>
                <a:gridCol w="452120"/>
                <a:gridCol w="479425"/>
                <a:gridCol w="438785"/>
                <a:gridCol w="484505"/>
              </a:tblGrid>
              <a:tr h="186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客户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渠道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推荐得分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866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5e</a:t>
                      </a:r>
                      <a:endParaRPr lang="en-US" altLang="zh-CN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</a:t>
                      </a:r>
                      <a:endParaRPr lang="en-US" altLang="zh-CN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</a:tr>
              <a:tr h="186690">
                <a:tc vMerge="1"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</a:t>
                      </a:r>
                      <a:endParaRPr lang="en-US" altLang="zh-CN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</a:tr>
              <a:tr h="1866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号码</a:t>
                      </a: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9f</a:t>
                      </a:r>
                      <a:endParaRPr lang="en-US" altLang="zh-CN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16" marR="91416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</a:t>
                      </a:r>
                      <a:endParaRPr lang="en-US" altLang="zh-CN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</a:tr>
              <a:tr h="186690">
                <a:tc vMerge="1"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外呼</a:t>
                      </a:r>
                      <a:endParaRPr lang="zh-CN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</a:t>
                      </a:r>
                      <a:endParaRPr lang="en-US" altLang="zh-CN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54" name="图片 153" descr="人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91610" y="2486660"/>
            <a:ext cx="311150" cy="311150"/>
          </a:xfrm>
          <a:prstGeom prst="rect">
            <a:avLst/>
          </a:prstGeom>
        </p:spPr>
      </p:pic>
      <p:pic>
        <p:nvPicPr>
          <p:cNvPr id="155" name="图片 154" descr="人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5905" y="2486660"/>
            <a:ext cx="305435" cy="305435"/>
          </a:xfrm>
          <a:prstGeom prst="rect">
            <a:avLst/>
          </a:prstGeom>
        </p:spPr>
      </p:pic>
      <p:sp>
        <p:nvSpPr>
          <p:cNvPr id="156" name="文本框 155"/>
          <p:cNvSpPr txBox="1"/>
          <p:nvPr/>
        </p:nvSpPr>
        <p:spPr>
          <a:xfrm>
            <a:off x="4229735" y="2556510"/>
            <a:ext cx="668655" cy="187325"/>
          </a:xfrm>
          <a:prstGeom prst="rect">
            <a:avLst/>
          </a:prstGeom>
          <a:noFill/>
        </p:spPr>
        <p:txBody>
          <a:bodyPr wrap="square" lIns="71755" rIns="717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管理员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A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5561965" y="2556510"/>
            <a:ext cx="668655" cy="187325"/>
          </a:xfrm>
          <a:prstGeom prst="rect">
            <a:avLst/>
          </a:prstGeom>
          <a:noFill/>
        </p:spPr>
        <p:txBody>
          <a:bodyPr wrap="square" lIns="71755" rIns="717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管理员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B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cxnSp>
        <p:nvCxnSpPr>
          <p:cNvPr id="158" name="直接箭头连接符 157"/>
          <p:cNvCxnSpPr>
            <a:stCxn id="156" idx="2"/>
          </p:cNvCxnSpPr>
          <p:nvPr/>
        </p:nvCxnSpPr>
        <p:spPr>
          <a:xfrm flipH="1">
            <a:off x="4563745" y="2743835"/>
            <a:ext cx="635" cy="3644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/>
          <p:nvPr/>
        </p:nvCxnSpPr>
        <p:spPr>
          <a:xfrm>
            <a:off x="5709920" y="2811145"/>
            <a:ext cx="0" cy="318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0" name="文本框 159"/>
          <p:cNvSpPr txBox="1"/>
          <p:nvPr/>
        </p:nvSpPr>
        <p:spPr>
          <a:xfrm>
            <a:off x="3735705" y="2826385"/>
            <a:ext cx="828675" cy="187325"/>
          </a:xfrm>
          <a:prstGeom prst="rect">
            <a:avLst/>
          </a:prstGeom>
          <a:noFill/>
        </p:spPr>
        <p:txBody>
          <a:bodyPr wrap="square" lIns="71755" rIns="717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创建策略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4952365" y="2877820"/>
            <a:ext cx="828675" cy="187325"/>
          </a:xfrm>
          <a:prstGeom prst="rect">
            <a:avLst/>
          </a:prstGeom>
          <a:noFill/>
        </p:spPr>
        <p:txBody>
          <a:bodyPr wrap="square" lIns="71755" rIns="717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创建策略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3991610" y="3096260"/>
            <a:ext cx="2045578" cy="1078865"/>
            <a:chOff x="6203" y="4813"/>
            <a:chExt cx="3700" cy="1951"/>
          </a:xfrm>
        </p:grpSpPr>
        <p:sp>
          <p:nvSpPr>
            <p:cNvPr id="163" name="椭圆 162"/>
            <p:cNvSpPr/>
            <p:nvPr/>
          </p:nvSpPr>
          <p:spPr>
            <a:xfrm>
              <a:off x="6203" y="4813"/>
              <a:ext cx="2687" cy="19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7797" y="4838"/>
              <a:ext cx="2071" cy="155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8802" y="5407"/>
              <a:ext cx="1101" cy="411"/>
            </a:xfrm>
            <a:prstGeom prst="rect">
              <a:avLst/>
            </a:prstGeom>
            <a:noFill/>
          </p:spPr>
          <p:txBody>
            <a:bodyPr wrap="square" lIns="71755" rIns="717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B0FF"/>
                </a:buClr>
                <a:buSzTx/>
                <a:buFont typeface="Wingdings" panose="05000000000000000000" charset="0"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</a:t>
              </a: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单独的号码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6465" y="5560"/>
              <a:ext cx="1101" cy="411"/>
            </a:xfrm>
            <a:prstGeom prst="rect">
              <a:avLst/>
            </a:prstGeom>
            <a:noFill/>
          </p:spPr>
          <p:txBody>
            <a:bodyPr wrap="square" lIns="71755" rIns="717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B0FF"/>
                </a:buClr>
                <a:buSzTx/>
                <a:buFont typeface="Wingdings" panose="05000000000000000000" charset="0"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</a:t>
              </a: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单独的号码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7" name="文本框 166"/>
            <p:cNvSpPr txBox="1"/>
            <p:nvPr/>
          </p:nvSpPr>
          <p:spPr>
            <a:xfrm>
              <a:off x="7882" y="5319"/>
              <a:ext cx="947" cy="723"/>
            </a:xfrm>
            <a:prstGeom prst="rect">
              <a:avLst/>
            </a:prstGeom>
            <a:noFill/>
          </p:spPr>
          <p:txBody>
            <a:bodyPr wrap="square" lIns="71755" rIns="717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B0FF"/>
                </a:buClr>
                <a:buSzTx/>
                <a:buFont typeface="Wingdings" panose="05000000000000000000" charset="0"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AB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重合的号码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68" name="直接箭头连接符 167"/>
          <p:cNvCxnSpPr/>
          <p:nvPr/>
        </p:nvCxnSpPr>
        <p:spPr>
          <a:xfrm>
            <a:off x="5182235" y="3800475"/>
            <a:ext cx="0" cy="563880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5180965" y="4032885"/>
            <a:ext cx="1273175" cy="260985"/>
          </a:xfrm>
          <a:prstGeom prst="rect">
            <a:avLst/>
          </a:prstGeom>
          <a:noFill/>
        </p:spPr>
        <p:txBody>
          <a:bodyPr wrap="square" lIns="36195" rIns="3619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重叠号码按推荐得分排序，同号码取最高分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0" name="组合 169"/>
          <p:cNvGrpSpPr/>
          <p:nvPr/>
        </p:nvGrpSpPr>
        <p:grpSpPr>
          <a:xfrm>
            <a:off x="3930650" y="5617845"/>
            <a:ext cx="2300605" cy="893445"/>
            <a:chOff x="5883" y="8721"/>
            <a:chExt cx="4164" cy="1951"/>
          </a:xfrm>
        </p:grpSpPr>
        <p:sp>
          <p:nvSpPr>
            <p:cNvPr id="171" name="椭圆 170"/>
            <p:cNvSpPr/>
            <p:nvPr/>
          </p:nvSpPr>
          <p:spPr>
            <a:xfrm>
              <a:off x="5883" y="8721"/>
              <a:ext cx="2374" cy="19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2" name="椭圆 171"/>
            <p:cNvSpPr/>
            <p:nvPr/>
          </p:nvSpPr>
          <p:spPr>
            <a:xfrm>
              <a:off x="8258" y="8899"/>
              <a:ext cx="1789" cy="160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426" y="9293"/>
              <a:ext cx="1588" cy="645"/>
            </a:xfrm>
            <a:prstGeom prst="rect">
              <a:avLst/>
            </a:prstGeom>
            <a:noFill/>
          </p:spPr>
          <p:txBody>
            <a:bodyPr wrap="square" lIns="71755" rIns="717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B0FF"/>
                </a:buClr>
                <a:buSzTx/>
                <a:buFont typeface="Wingdings" panose="05000000000000000000" charset="0"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</a:t>
              </a: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的号码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6105" y="9226"/>
              <a:ext cx="1730" cy="714"/>
            </a:xfrm>
            <a:prstGeom prst="rect">
              <a:avLst/>
            </a:prstGeom>
            <a:noFill/>
          </p:spPr>
          <p:txBody>
            <a:bodyPr wrap="square" lIns="71755" rIns="717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B0FF"/>
                </a:buClr>
                <a:buSzTx/>
                <a:buFont typeface="Wingdings" panose="05000000000000000000" charset="0"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</a:t>
              </a: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的号码</a:t>
              </a: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83" name="矩形 182"/>
          <p:cNvSpPr/>
          <p:nvPr/>
        </p:nvSpPr>
        <p:spPr>
          <a:xfrm>
            <a:off x="4347210" y="4554220"/>
            <a:ext cx="1908175" cy="220345"/>
          </a:xfrm>
          <a:prstGeom prst="rect">
            <a:avLst/>
          </a:prstGeom>
          <a:noFill/>
          <a:ln w="12700" cap="flat" cmpd="sng" algn="ctr">
            <a:solidFill>
              <a:schemeClr val="accent5"/>
            </a:solidFill>
            <a:prstDash val="sysDash"/>
            <a:miter lim="800000"/>
          </a:ln>
        </p:spPr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4347210" y="4907280"/>
            <a:ext cx="1908175" cy="220345"/>
          </a:xfrm>
          <a:prstGeom prst="rect">
            <a:avLst/>
          </a:prstGeom>
          <a:noFill/>
          <a:ln w="12700" cap="flat" cmpd="sng" algn="ctr">
            <a:solidFill>
              <a:schemeClr val="accent5"/>
            </a:solidFill>
            <a:prstDash val="sysDash"/>
            <a:miter lim="800000"/>
          </a:ln>
        </p:spPr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cxnSp>
        <p:nvCxnSpPr>
          <p:cNvPr id="185" name="肘形连接符 184"/>
          <p:cNvCxnSpPr/>
          <p:nvPr/>
        </p:nvCxnSpPr>
        <p:spPr>
          <a:xfrm rot="10800000" flipV="1">
            <a:off x="3930650" y="4746625"/>
            <a:ext cx="62230" cy="1235710"/>
          </a:xfrm>
          <a:prstGeom prst="bentConnector3">
            <a:avLst>
              <a:gd name="adj1" fmla="val 3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3735705" y="5399405"/>
            <a:ext cx="974090" cy="260350"/>
          </a:xfrm>
          <a:prstGeom prst="rect">
            <a:avLst/>
          </a:prstGeom>
          <a:noFill/>
        </p:spPr>
        <p:txBody>
          <a:bodyPr wrap="square" lIns="71755" rIns="717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号码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5e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7" name="直接箭头连接符 186"/>
          <p:cNvCxnSpPr>
            <a:endCxn id="172" idx="1"/>
          </p:cNvCxnSpPr>
          <p:nvPr/>
        </p:nvCxnSpPr>
        <p:spPr>
          <a:xfrm>
            <a:off x="4268470" y="5220970"/>
            <a:ext cx="1119505" cy="58610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8" name="文本框 187"/>
          <p:cNvSpPr txBox="1"/>
          <p:nvPr/>
        </p:nvSpPr>
        <p:spPr>
          <a:xfrm>
            <a:off x="5009515" y="5399405"/>
            <a:ext cx="974725" cy="260350"/>
          </a:xfrm>
          <a:prstGeom prst="rect">
            <a:avLst/>
          </a:prstGeom>
          <a:noFill/>
        </p:spPr>
        <p:txBody>
          <a:bodyPr wrap="square" lIns="71755" rIns="717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号码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9f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79290" y="2194560"/>
            <a:ext cx="1151890" cy="260350"/>
          </a:xfrm>
          <a:prstGeom prst="rect">
            <a:avLst/>
          </a:prstGeom>
          <a:solidFill>
            <a:schemeClr val="accent1"/>
          </a:solidFill>
        </p:spPr>
        <p:txBody>
          <a:bodyPr wrap="square" lIns="71755" rIns="717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策略统筹示例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190" name="图片 189" descr="对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55385" y="4547235"/>
            <a:ext cx="199390" cy="199390"/>
          </a:xfrm>
          <a:prstGeom prst="rect">
            <a:avLst/>
          </a:prstGeom>
        </p:spPr>
      </p:pic>
      <p:pic>
        <p:nvPicPr>
          <p:cNvPr id="191" name="图片 190" descr="对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55385" y="4932680"/>
            <a:ext cx="199390" cy="19939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8678113" y="-1"/>
            <a:ext cx="3496343" cy="226423"/>
            <a:chOff x="8697313" y="-1"/>
            <a:chExt cx="3496343" cy="226423"/>
          </a:xfrm>
        </p:grpSpPr>
        <p:sp>
          <p:nvSpPr>
            <p:cNvPr id="3" name="Parallelogram 2"/>
            <p:cNvSpPr/>
            <p:nvPr/>
          </p:nvSpPr>
          <p:spPr>
            <a:xfrm>
              <a:off x="8752117" y="-1"/>
              <a:ext cx="737679" cy="226423"/>
            </a:xfrm>
            <a:prstGeom prst="parallelogram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五中心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Parallelogram 3"/>
            <p:cNvSpPr/>
            <p:nvPr/>
          </p:nvSpPr>
          <p:spPr>
            <a:xfrm>
              <a:off x="9431385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三屏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Parallelogram 5"/>
            <p:cNvSpPr/>
            <p:nvPr/>
          </p:nvSpPr>
          <p:spPr>
            <a:xfrm>
              <a:off x="1078541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Parallelogram 6"/>
            <p:cNvSpPr/>
            <p:nvPr/>
          </p:nvSpPr>
          <p:spPr>
            <a:xfrm>
              <a:off x="1145597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平台运营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8697313" y="-1"/>
              <a:ext cx="121922" cy="22642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Parallelogram 8"/>
            <p:cNvSpPr/>
            <p:nvPr/>
          </p:nvSpPr>
          <p:spPr>
            <a:xfrm>
              <a:off x="1010404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77091" y="296863"/>
            <a:ext cx="11549724" cy="572212"/>
          </a:xfrm>
        </p:spPr>
        <p:txBody>
          <a:bodyPr/>
          <a:lstStyle/>
          <a:p>
            <a:r>
              <a:rPr lang="zh-CN" altLang="en-US" dirty="0"/>
              <a:t>策略中心（</a:t>
            </a:r>
            <a:r>
              <a:rPr lang="en-US" altLang="zh-CN" dirty="0"/>
              <a:t>5</a:t>
            </a:r>
            <a:r>
              <a:rPr lang="zh-CN" altLang="en-US" dirty="0"/>
              <a:t>）：基于自然人实现目标实现营销资源全局统筹与策略智能生成</a:t>
            </a:r>
            <a:endParaRPr lang="zh-CN" altLang="en-US" dirty="0"/>
          </a:p>
        </p:txBody>
      </p:sp>
      <p:sp>
        <p:nvSpPr>
          <p:cNvPr id="84" name="内容占位符 2"/>
          <p:cNvSpPr>
            <a:spLocks noGrp="1"/>
          </p:cNvSpPr>
          <p:nvPr>
            <p:ph idx="1"/>
          </p:nvPr>
        </p:nvSpPr>
        <p:spPr>
          <a:xfrm>
            <a:off x="277091" y="891986"/>
            <a:ext cx="11549724" cy="290794"/>
          </a:xfrm>
        </p:spPr>
        <p:txBody>
          <a:bodyPr/>
          <a:lstStyle/>
          <a:p>
            <a:pPr marL="0" lvl="0" eaLnBrk="0">
              <a:lnSpc>
                <a:spcPct val="109000"/>
              </a:lnSpc>
              <a:buClr>
                <a:srgbClr val="0070BF"/>
              </a:buClr>
              <a:tabLst>
                <a:tab pos="358140" algn="l"/>
              </a:tabLst>
              <a:defRPr/>
            </a:pPr>
            <a:r>
              <a:rPr kumimoji="1" lang="zh-CN" altLang="en-US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在运营执行环境，统一接入各子系统触客策略及工单信息，以自然人为单位进行清洗汇聚，响应客户需求触达，避免过渡营销打扰，提升客户感知</a:t>
            </a:r>
            <a:endParaRPr kumimoji="1" lang="zh-CN" altLang="en-US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3" name="图片 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390" y="1778217"/>
            <a:ext cx="2454275" cy="3716020"/>
          </a:xfrm>
          <a:prstGeom prst="rect">
            <a:avLst/>
          </a:prstGeom>
        </p:spPr>
      </p:pic>
      <p:sp>
        <p:nvSpPr>
          <p:cNvPr id="94" name="矩形 93"/>
          <p:cNvSpPr/>
          <p:nvPr/>
        </p:nvSpPr>
        <p:spPr>
          <a:xfrm>
            <a:off x="4189095" y="3610192"/>
            <a:ext cx="2494280" cy="1216025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55000">
                <a:schemeClr val="bg1"/>
              </a:gs>
            </a:gsLst>
            <a:lin ang="16200000" scaled="0"/>
          </a:gradFill>
          <a:ln w="3175" cap="flat" cmpd="sng" algn="ctr">
            <a:noFill/>
            <a:prstDash val="solid"/>
            <a:miter lim="800000"/>
          </a:ln>
        </p:spPr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73" name="矩形 6"/>
          <p:cNvSpPr/>
          <p:nvPr/>
        </p:nvSpPr>
        <p:spPr>
          <a:xfrm>
            <a:off x="337549" y="1252394"/>
            <a:ext cx="3723940" cy="304721"/>
          </a:xfrm>
          <a:prstGeom prst="homePlate">
            <a:avLst/>
          </a:prstGeom>
          <a:solidFill>
            <a:srgbClr val="0C73C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客户策略汇聚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4" name="矩形 6"/>
          <p:cNvSpPr/>
          <p:nvPr/>
        </p:nvSpPr>
        <p:spPr>
          <a:xfrm>
            <a:off x="4234029" y="1252429"/>
            <a:ext cx="7569769" cy="304721"/>
          </a:xfrm>
          <a:prstGeom prst="chevron">
            <a:avLst/>
          </a:prstGeom>
          <a:solidFill>
            <a:srgbClr val="0C73C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基于运营目标构建自然人级响应式营销矩阵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860024" y="1667510"/>
            <a:ext cx="2303180" cy="275590"/>
          </a:xfrm>
          <a:prstGeom prst="rect">
            <a:avLst/>
          </a:prstGeom>
          <a:gradFill>
            <a:gsLst>
              <a:gs pos="69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</p:spPr>
        <p:txBody>
          <a:bodyPr wrap="square" rtlCol="0" anchor="ctr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</a:rPr>
              <a:t>TOP1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</a:rPr>
              <a:t>：投诉修复策略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Roboto Condensed"/>
            </a:endParaRPr>
          </a:p>
        </p:txBody>
      </p:sp>
      <p:sp>
        <p:nvSpPr>
          <p:cNvPr id="176" name="矩形 175"/>
          <p:cNvSpPr/>
          <p:nvPr>
            <p:custDataLst>
              <p:tags r:id="rId2"/>
            </p:custDataLst>
          </p:nvPr>
        </p:nvSpPr>
        <p:spPr>
          <a:xfrm>
            <a:off x="6864467" y="1925289"/>
            <a:ext cx="3706800" cy="82782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6868911" y="2864174"/>
            <a:ext cx="1828165" cy="275590"/>
          </a:xfrm>
          <a:prstGeom prst="rect">
            <a:avLst/>
          </a:prstGeom>
          <a:gradFill>
            <a:gsLst>
              <a:gs pos="69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</p:spPr>
        <p:txBody>
          <a:bodyPr wrap="none" rtlCol="0" anchor="ctr">
            <a:spAutoFit/>
          </a:bodyPr>
          <a:lstStyle>
            <a:defPPr>
              <a:defRPr lang="zh-CN"/>
            </a:defPPr>
            <a:lvl1pPr marL="171450" indent="-171450" defTabSz="685800">
              <a:buFont typeface="Wingdings" panose="05000000000000000000" pitchFamily="2" charset="2"/>
              <a:buChar char="l"/>
              <a:defRPr sz="9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Roboto Condensed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TOP2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：风险预警策略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Roboto Condensed"/>
              <a:sym typeface="+mn-ea"/>
            </a:endParaRPr>
          </a:p>
        </p:txBody>
      </p:sp>
      <p:sp>
        <p:nvSpPr>
          <p:cNvPr id="178" name="矩形 177"/>
          <p:cNvSpPr/>
          <p:nvPr>
            <p:custDataLst>
              <p:tags r:id="rId3"/>
            </p:custDataLst>
          </p:nvPr>
        </p:nvSpPr>
        <p:spPr>
          <a:xfrm>
            <a:off x="6864467" y="3130840"/>
            <a:ext cx="3706800" cy="82782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6860024" y="4069725"/>
            <a:ext cx="1828165" cy="275590"/>
          </a:xfrm>
          <a:prstGeom prst="rect">
            <a:avLst/>
          </a:prstGeom>
          <a:gradFill>
            <a:gsLst>
              <a:gs pos="69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</p:spPr>
        <p:txBody>
          <a:bodyPr wrap="none" rtlCol="0" anchor="ctr">
            <a:spAutoFit/>
          </a:bodyPr>
          <a:lstStyle>
            <a:defPPr>
              <a:defRPr lang="zh-CN"/>
            </a:defPPr>
            <a:lvl1pPr marL="171450" indent="-171450" defTabSz="685800">
              <a:buFont typeface="Wingdings" panose="05000000000000000000" pitchFamily="2" charset="2"/>
              <a:buChar char="l"/>
              <a:defRPr sz="9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Roboto Condensed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TOP3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：服务关怀策略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Roboto Condensed"/>
              <a:sym typeface="+mn-ea"/>
            </a:endParaRPr>
          </a:p>
        </p:txBody>
      </p:sp>
      <p:sp>
        <p:nvSpPr>
          <p:cNvPr id="180" name="矩形 179"/>
          <p:cNvSpPr/>
          <p:nvPr>
            <p:custDataLst>
              <p:tags r:id="rId4"/>
            </p:custDataLst>
          </p:nvPr>
        </p:nvSpPr>
        <p:spPr>
          <a:xfrm>
            <a:off x="6864467" y="4331947"/>
            <a:ext cx="3706800" cy="82782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6868911" y="5270832"/>
            <a:ext cx="2303400" cy="275590"/>
          </a:xfrm>
          <a:prstGeom prst="rect">
            <a:avLst/>
          </a:prstGeom>
          <a:gradFill>
            <a:gsLst>
              <a:gs pos="69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171450" indent="-171450" defTabSz="685800">
              <a:buFont typeface="Wingdings" panose="05000000000000000000" pitchFamily="2" charset="2"/>
              <a:buChar char="l"/>
              <a:defRPr sz="9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Roboto Condensed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TOP4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Roboto Condensed"/>
                <a:sym typeface="+mn-ea"/>
              </a:rPr>
              <a:t>：价值营销策略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Roboto Condensed"/>
            </a:endParaRPr>
          </a:p>
        </p:txBody>
      </p:sp>
      <p:sp>
        <p:nvSpPr>
          <p:cNvPr id="193" name="矩形 192"/>
          <p:cNvSpPr/>
          <p:nvPr>
            <p:custDataLst>
              <p:tags r:id="rId5"/>
            </p:custDataLst>
          </p:nvPr>
        </p:nvSpPr>
        <p:spPr>
          <a:xfrm>
            <a:off x="6864467" y="5533055"/>
            <a:ext cx="3706800" cy="82782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338049" y="1616826"/>
            <a:ext cx="3552535" cy="4749198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智慧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95" name="组合 194"/>
          <p:cNvGrpSpPr/>
          <p:nvPr/>
        </p:nvGrpSpPr>
        <p:grpSpPr>
          <a:xfrm>
            <a:off x="494218" y="1731095"/>
            <a:ext cx="3239702" cy="768150"/>
            <a:chOff x="14085" y="2906"/>
            <a:chExt cx="4177" cy="1210"/>
          </a:xfrm>
        </p:grpSpPr>
        <p:sp>
          <p:nvSpPr>
            <p:cNvPr id="196" name="圆角矩形 195"/>
            <p:cNvSpPr/>
            <p:nvPr>
              <p:custDataLst>
                <p:tags r:id="rId6"/>
              </p:custDataLst>
            </p:nvPr>
          </p:nvSpPr>
          <p:spPr>
            <a:xfrm>
              <a:off x="14085" y="2906"/>
              <a:ext cx="4177" cy="1210"/>
            </a:xfrm>
            <a:prstGeom prst="roundRect">
              <a:avLst>
                <a:gd name="adj" fmla="val 1815"/>
              </a:avLst>
            </a:prstGeom>
            <a:solidFill>
              <a:srgbClr val="FFFFFF"/>
            </a:solidFill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vertOverflow="overflow" horzOverflow="overflow" vert="horz" wrap="square" numCol="1" spcCol="0" rtlCol="0" fromWordArt="0" anchor="t" anchorCtr="1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E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投诉信息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E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endParaRPr>
            </a:p>
          </p:txBody>
        </p:sp>
        <p:sp>
          <p:nvSpPr>
            <p:cNvPr id="197" name="圆角矩形 196"/>
            <p:cNvSpPr/>
            <p:nvPr/>
          </p:nvSpPr>
          <p:spPr>
            <a:xfrm>
              <a:off x="14193" y="3473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线上投诉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98" name="圆角矩形 197"/>
            <p:cNvSpPr/>
            <p:nvPr/>
          </p:nvSpPr>
          <p:spPr>
            <a:xfrm>
              <a:off x="16176" y="3473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线下投诉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>
            <a:off x="494218" y="3470542"/>
            <a:ext cx="3238927" cy="785925"/>
            <a:chOff x="14136" y="6305"/>
            <a:chExt cx="4176" cy="1238"/>
          </a:xfrm>
        </p:grpSpPr>
        <p:sp>
          <p:nvSpPr>
            <p:cNvPr id="200" name="圆角矩形 199"/>
            <p:cNvSpPr/>
            <p:nvPr>
              <p:custDataLst>
                <p:tags r:id="rId7"/>
              </p:custDataLst>
            </p:nvPr>
          </p:nvSpPr>
          <p:spPr>
            <a:xfrm>
              <a:off x="14136" y="6305"/>
              <a:ext cx="4177" cy="1239"/>
            </a:xfrm>
            <a:prstGeom prst="roundRect">
              <a:avLst>
                <a:gd name="adj" fmla="val 1815"/>
              </a:avLst>
            </a:prstGeom>
            <a:solidFill>
              <a:srgbClr val="FFFFFF"/>
            </a:solidFill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vertOverflow="overflow" horzOverflow="overflow" vert="horz" wrap="square" numCol="1" spcCol="0" rtlCol="0" fromWordArt="0" anchor="t" anchorCtr="1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1E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OAO</a:t>
              </a: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E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甩单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E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endParaRPr>
            </a:p>
          </p:txBody>
        </p:sp>
        <p:sp>
          <p:nvSpPr>
            <p:cNvPr id="201" name="圆角矩形 200"/>
            <p:cNvSpPr/>
            <p:nvPr/>
          </p:nvSpPr>
          <p:spPr>
            <a:xfrm>
              <a:off x="14244" y="6872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智能硬件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02" name="圆角矩形 201"/>
            <p:cNvSpPr/>
            <p:nvPr/>
          </p:nvSpPr>
          <p:spPr>
            <a:xfrm>
              <a:off x="16227" y="6872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宽带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......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494218" y="4378355"/>
            <a:ext cx="3239702" cy="1095725"/>
            <a:chOff x="14136" y="7179"/>
            <a:chExt cx="4177" cy="1726"/>
          </a:xfrm>
        </p:grpSpPr>
        <p:sp>
          <p:nvSpPr>
            <p:cNvPr id="204" name="圆角矩形 203"/>
            <p:cNvSpPr/>
            <p:nvPr>
              <p:custDataLst>
                <p:tags r:id="rId8"/>
              </p:custDataLst>
            </p:nvPr>
          </p:nvSpPr>
          <p:spPr>
            <a:xfrm>
              <a:off x="14136" y="7179"/>
              <a:ext cx="4177" cy="1726"/>
            </a:xfrm>
            <a:prstGeom prst="roundRect">
              <a:avLst>
                <a:gd name="adj" fmla="val 1815"/>
              </a:avLst>
            </a:prstGeom>
            <a:solidFill>
              <a:srgbClr val="FFFFFF"/>
            </a:solidFill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vertOverflow="overflow" horzOverflow="overflow" vert="horz" wrap="square" numCol="1" spcCol="0" rtlCol="0" fromWordArt="0" anchor="t" anchorCtr="1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E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IOP</a:t>
              </a: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E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营销策略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E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endParaRPr>
            </a:p>
          </p:txBody>
        </p:sp>
        <p:sp>
          <p:nvSpPr>
            <p:cNvPr id="205" name="圆角矩形 204"/>
            <p:cNvSpPr/>
            <p:nvPr/>
          </p:nvSpPr>
          <p:spPr>
            <a:xfrm>
              <a:off x="14244" y="8233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权益营销策略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06" name="圆角矩形 205"/>
            <p:cNvSpPr/>
            <p:nvPr/>
          </p:nvSpPr>
          <p:spPr>
            <a:xfrm>
              <a:off x="16227" y="8233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政企营销策略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494218" y="5548991"/>
            <a:ext cx="3238927" cy="785925"/>
            <a:chOff x="14136" y="9028"/>
            <a:chExt cx="4176" cy="1238"/>
          </a:xfrm>
        </p:grpSpPr>
        <p:sp>
          <p:nvSpPr>
            <p:cNvPr id="208" name="圆角矩形 207"/>
            <p:cNvSpPr/>
            <p:nvPr>
              <p:custDataLst>
                <p:tags r:id="rId9"/>
              </p:custDataLst>
            </p:nvPr>
          </p:nvSpPr>
          <p:spPr>
            <a:xfrm>
              <a:off x="14136" y="9028"/>
              <a:ext cx="4177" cy="1239"/>
            </a:xfrm>
            <a:prstGeom prst="roundRect">
              <a:avLst>
                <a:gd name="adj" fmla="val 1815"/>
              </a:avLst>
            </a:prstGeom>
            <a:solidFill>
              <a:srgbClr val="FFFFFF"/>
            </a:solidFill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vertOverflow="overflow" horzOverflow="overflow" vert="horz" wrap="square" numCol="1" spcCol="0" rtlCol="0" fromWordArt="0" anchor="t" anchorCtr="1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E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监控预警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E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endParaRPr>
            </a:p>
          </p:txBody>
        </p:sp>
        <p:sp>
          <p:nvSpPr>
            <p:cNvPr id="209" name="圆角矩形 208"/>
            <p:cNvSpPr/>
            <p:nvPr/>
          </p:nvSpPr>
          <p:spPr>
            <a:xfrm>
              <a:off x="14244" y="9595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降档风险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10" name="圆角矩形 209"/>
            <p:cNvSpPr/>
            <p:nvPr/>
          </p:nvSpPr>
          <p:spPr>
            <a:xfrm>
              <a:off x="16227" y="9595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携转风险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......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494218" y="2609071"/>
            <a:ext cx="3238927" cy="785925"/>
            <a:chOff x="14136" y="4947"/>
            <a:chExt cx="4176" cy="1238"/>
          </a:xfrm>
        </p:grpSpPr>
        <p:sp>
          <p:nvSpPr>
            <p:cNvPr id="212" name="圆角矩形 211"/>
            <p:cNvSpPr/>
            <p:nvPr>
              <p:custDataLst>
                <p:tags r:id="rId10"/>
              </p:custDataLst>
            </p:nvPr>
          </p:nvSpPr>
          <p:spPr>
            <a:xfrm>
              <a:off x="14136" y="4947"/>
              <a:ext cx="4177" cy="1239"/>
            </a:xfrm>
            <a:prstGeom prst="roundRect">
              <a:avLst>
                <a:gd name="adj" fmla="val 1815"/>
              </a:avLst>
            </a:prstGeom>
            <a:solidFill>
              <a:srgbClr val="FFFFFF"/>
            </a:solidFill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vertOverflow="overflow" horzOverflow="overflow" vert="horz" wrap="square" numCol="1" spcCol="0" rtlCol="0" fromWordArt="0" anchor="t" anchorCtr="1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E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商机中心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E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endParaRPr>
            </a:p>
          </p:txBody>
        </p:sp>
        <p:sp>
          <p:nvSpPr>
            <p:cNvPr id="213" name="圆角矩形 212"/>
            <p:cNvSpPr/>
            <p:nvPr/>
          </p:nvSpPr>
          <p:spPr>
            <a:xfrm>
              <a:off x="14244" y="5514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用户行为触达类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14" name="圆角矩形 213"/>
            <p:cNvSpPr/>
            <p:nvPr/>
          </p:nvSpPr>
          <p:spPr>
            <a:xfrm>
              <a:off x="16227" y="5514"/>
              <a:ext cx="1928" cy="424"/>
            </a:xfrm>
            <a:prstGeom prst="roundRect">
              <a:avLst>
                <a:gd name="adj" fmla="val 3096"/>
              </a:avLst>
            </a:prstGeom>
            <a:solidFill>
              <a:srgbClr val="EFF6F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大数据挖掘类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......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sp>
        <p:nvSpPr>
          <p:cNvPr id="215" name="圆角矩形 214"/>
          <p:cNvSpPr/>
          <p:nvPr/>
        </p:nvSpPr>
        <p:spPr>
          <a:xfrm>
            <a:off x="600203" y="4680537"/>
            <a:ext cx="1495367" cy="269170"/>
          </a:xfrm>
          <a:prstGeom prst="roundRect">
            <a:avLst>
              <a:gd name="adj" fmla="val 3096"/>
            </a:avLst>
          </a:prstGeom>
          <a:solidFill>
            <a:srgbClr val="EFF6F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个人营销策略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2138227" y="4680537"/>
            <a:ext cx="1495367" cy="269170"/>
          </a:xfrm>
          <a:prstGeom prst="roundRect">
            <a:avLst>
              <a:gd name="adj" fmla="val 3096"/>
            </a:avLst>
          </a:prstGeom>
          <a:solidFill>
            <a:srgbClr val="EFF6F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家庭营销策略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4088653" y="4153636"/>
            <a:ext cx="2699952" cy="2167326"/>
            <a:chOff x="3321937" y="1889017"/>
            <a:chExt cx="3790361" cy="3042635"/>
          </a:xfrm>
        </p:grpSpPr>
        <p:sp>
          <p:nvSpPr>
            <p:cNvPr id="218" name="PA-文本框 71"/>
            <p:cNvSpPr txBox="1"/>
            <p:nvPr>
              <p:custDataLst>
                <p:tags r:id="rId11"/>
              </p:custDataLst>
            </p:nvPr>
          </p:nvSpPr>
          <p:spPr>
            <a:xfrm>
              <a:off x="3567508" y="4484847"/>
              <a:ext cx="3297767" cy="446805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策略采集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9" name="PA-文本框 69"/>
            <p:cNvSpPr txBox="1"/>
            <p:nvPr>
              <p:custDataLst>
                <p:tags r:id="rId12"/>
              </p:custDataLst>
            </p:nvPr>
          </p:nvSpPr>
          <p:spPr>
            <a:xfrm>
              <a:off x="3321937" y="1936667"/>
              <a:ext cx="3790361" cy="2526081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客户监控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0" name="PA-任意多边形 63"/>
            <p:cNvSpPr/>
            <p:nvPr>
              <p:custDataLst>
                <p:tags r:id="rId13"/>
              </p:custDataLst>
            </p:nvPr>
          </p:nvSpPr>
          <p:spPr>
            <a:xfrm flipH="1">
              <a:off x="5079438" y="2059021"/>
              <a:ext cx="1562789" cy="2668477"/>
            </a:xfrm>
            <a:custGeom>
              <a:avLst/>
              <a:gdLst>
                <a:gd name="connsiteX0" fmla="*/ 429145 w 3599353"/>
                <a:gd name="connsiteY0" fmla="*/ 0 h 3201809"/>
                <a:gd name="connsiteX1" fmla="*/ 326246 w 3599353"/>
                <a:gd name="connsiteY1" fmla="*/ 3201809 h 3201809"/>
                <a:gd name="connsiteX2" fmla="*/ 3599353 w 3599353"/>
                <a:gd name="connsiteY2" fmla="*/ 1704441 h 320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9353" h="3201809">
                  <a:moveTo>
                    <a:pt x="429145" y="0"/>
                  </a:moveTo>
                  <a:cubicBezTo>
                    <a:pt x="-104381" y="992342"/>
                    <a:pt x="-142462" y="2177257"/>
                    <a:pt x="326246" y="3201809"/>
                  </a:cubicBezTo>
                  <a:lnTo>
                    <a:pt x="3599353" y="170444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28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1" name="PA-任意多边形 65"/>
            <p:cNvSpPr/>
            <p:nvPr>
              <p:custDataLst>
                <p:tags r:id="rId14"/>
              </p:custDataLst>
            </p:nvPr>
          </p:nvSpPr>
          <p:spPr>
            <a:xfrm>
              <a:off x="3787650" y="1889017"/>
              <a:ext cx="1291789" cy="3007031"/>
            </a:xfrm>
            <a:custGeom>
              <a:avLst/>
              <a:gdLst>
                <a:gd name="connsiteX0" fmla="*/ 448077 w 3599353"/>
                <a:gd name="connsiteY0" fmla="*/ 0 h 3608464"/>
                <a:gd name="connsiteX1" fmla="*/ 3599353 w 3599353"/>
                <a:gd name="connsiteY1" fmla="*/ 1739196 h 3608464"/>
                <a:gd name="connsiteX2" fmla="*/ 523450 w 3599353"/>
                <a:gd name="connsiteY2" fmla="*/ 3608464 h 3608464"/>
                <a:gd name="connsiteX3" fmla="*/ 448077 w 3599353"/>
                <a:gd name="connsiteY3" fmla="*/ 0 h 360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9353" h="3608464">
                  <a:moveTo>
                    <a:pt x="448077" y="0"/>
                  </a:moveTo>
                  <a:lnTo>
                    <a:pt x="3599353" y="1739196"/>
                  </a:lnTo>
                  <a:lnTo>
                    <a:pt x="523450" y="3608464"/>
                  </a:lnTo>
                  <a:cubicBezTo>
                    <a:pt x="-146497" y="2506058"/>
                    <a:pt x="-175252" y="1129420"/>
                    <a:pt x="4480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28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2" name="PA-椭圆 29"/>
            <p:cNvSpPr/>
            <p:nvPr>
              <p:custDataLst>
                <p:tags r:id="rId15"/>
              </p:custDataLst>
            </p:nvPr>
          </p:nvSpPr>
          <p:spPr>
            <a:xfrm>
              <a:off x="4035762" y="2224311"/>
              <a:ext cx="2361256" cy="23618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chemeClr val="accent3">
                  <a:alpha val="4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3" name="PA-椭圆 43"/>
            <p:cNvSpPr/>
            <p:nvPr>
              <p:custDataLst>
                <p:tags r:id="rId16"/>
              </p:custDataLst>
            </p:nvPr>
          </p:nvSpPr>
          <p:spPr>
            <a:xfrm>
              <a:off x="3747690" y="2072828"/>
              <a:ext cx="2935950" cy="266557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3"/>
                  </a:gs>
                  <a:gs pos="81000">
                    <a:schemeClr val="accent3">
                      <a:alpha val="0"/>
                    </a:schemeClr>
                  </a:gs>
                  <a:gs pos="16000">
                    <a:schemeClr val="accent3">
                      <a:alpha val="0"/>
                    </a:schemeClr>
                  </a:gs>
                  <a:gs pos="100000">
                    <a:schemeClr val="accent3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4" name="PA-椭圆 31"/>
            <p:cNvSpPr/>
            <p:nvPr>
              <p:custDataLst>
                <p:tags r:id="rId17"/>
              </p:custDataLst>
            </p:nvPr>
          </p:nvSpPr>
          <p:spPr>
            <a:xfrm>
              <a:off x="4472050" y="2661670"/>
              <a:ext cx="1487228" cy="14871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5" name="PA-文本框 33"/>
            <p:cNvSpPr txBox="1"/>
            <p:nvPr>
              <p:custDataLst>
                <p:tags r:id="rId18"/>
              </p:custDataLst>
            </p:nvPr>
          </p:nvSpPr>
          <p:spPr>
            <a:xfrm>
              <a:off x="4411021" y="2945956"/>
              <a:ext cx="1612193" cy="78753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策略清洗汇聚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aphicFrame>
        <p:nvGraphicFramePr>
          <p:cNvPr id="226" name="表格 225"/>
          <p:cNvGraphicFramePr/>
          <p:nvPr>
            <p:custDataLst>
              <p:tags r:id="rId19"/>
            </p:custDataLst>
          </p:nvPr>
        </p:nvGraphicFramePr>
        <p:xfrm>
          <a:off x="6999052" y="2117074"/>
          <a:ext cx="3438525" cy="45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175"/>
                <a:gridCol w="1146175"/>
                <a:gridCol w="1146175"/>
              </a:tblGrid>
              <a:tr h="452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top1</a:t>
                      </a: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top2</a:t>
                      </a: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top3</a:t>
                      </a: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7" name="表格 226"/>
          <p:cNvGraphicFramePr/>
          <p:nvPr>
            <p:custDataLst>
              <p:tags r:id="rId20"/>
            </p:custDataLst>
          </p:nvPr>
        </p:nvGraphicFramePr>
        <p:xfrm>
          <a:off x="6999052" y="3338496"/>
          <a:ext cx="3438525" cy="45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175"/>
                <a:gridCol w="1146175"/>
                <a:gridCol w="1146175"/>
              </a:tblGrid>
              <a:tr h="45275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top1策略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top2策略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top3策略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" name="表格 227"/>
          <p:cNvGraphicFramePr/>
          <p:nvPr>
            <p:custDataLst>
              <p:tags r:id="rId21"/>
            </p:custDataLst>
          </p:nvPr>
        </p:nvGraphicFramePr>
        <p:xfrm>
          <a:off x="6999052" y="4570075"/>
          <a:ext cx="3438525" cy="45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175"/>
                <a:gridCol w="1146175"/>
                <a:gridCol w="1146175"/>
              </a:tblGrid>
              <a:tr h="45275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top1策略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top2策略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top3策略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9" name="表格 228"/>
          <p:cNvGraphicFramePr/>
          <p:nvPr>
            <p:custDataLst>
              <p:tags r:id="rId22"/>
            </p:custDataLst>
          </p:nvPr>
        </p:nvGraphicFramePr>
        <p:xfrm>
          <a:off x="6999052" y="5757851"/>
          <a:ext cx="3438525" cy="45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175"/>
                <a:gridCol w="1146175"/>
                <a:gridCol w="1146175"/>
              </a:tblGrid>
              <a:tr h="45275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top1策略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top2策略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top3策略</a:t>
                      </a:r>
                      <a:endParaRPr lang="zh-CN" altLang="en-US" sz="12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1416" marR="91416" marT="45708" marB="457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0" name="右弧形箭头 229"/>
          <p:cNvSpPr/>
          <p:nvPr/>
        </p:nvSpPr>
        <p:spPr>
          <a:xfrm>
            <a:off x="10602057" y="2318952"/>
            <a:ext cx="359951" cy="1222692"/>
          </a:xfrm>
          <a:prstGeom prst="curvedLef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1" name="右弧形箭头 230"/>
          <p:cNvSpPr/>
          <p:nvPr/>
        </p:nvSpPr>
        <p:spPr>
          <a:xfrm>
            <a:off x="10630625" y="3562593"/>
            <a:ext cx="359951" cy="1222692"/>
          </a:xfrm>
          <a:prstGeom prst="curvedLef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2" name="右弧形箭头 231"/>
          <p:cNvSpPr/>
          <p:nvPr/>
        </p:nvSpPr>
        <p:spPr>
          <a:xfrm>
            <a:off x="10666810" y="4803695"/>
            <a:ext cx="359951" cy="1222692"/>
          </a:xfrm>
          <a:prstGeom prst="curvedLef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11026760" y="1842827"/>
            <a:ext cx="799892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C73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以客户为中心、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C73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C73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优先基于客户需求响应触客，避免打扰客户，提升客户感知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C73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678113" y="-1"/>
            <a:ext cx="3496343" cy="226423"/>
            <a:chOff x="8697313" y="-1"/>
            <a:chExt cx="3496343" cy="226423"/>
          </a:xfrm>
        </p:grpSpPr>
        <p:sp>
          <p:nvSpPr>
            <p:cNvPr id="3" name="Parallelogram 2"/>
            <p:cNvSpPr/>
            <p:nvPr/>
          </p:nvSpPr>
          <p:spPr>
            <a:xfrm>
              <a:off x="8752117" y="-1"/>
              <a:ext cx="737679" cy="226423"/>
            </a:xfrm>
            <a:prstGeom prst="parallelogram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五中心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Parallelogram 3"/>
            <p:cNvSpPr/>
            <p:nvPr/>
          </p:nvSpPr>
          <p:spPr>
            <a:xfrm>
              <a:off x="9431385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三屏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Parallelogram 5"/>
            <p:cNvSpPr/>
            <p:nvPr/>
          </p:nvSpPr>
          <p:spPr>
            <a:xfrm>
              <a:off x="1078541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Parallelogram 6"/>
            <p:cNvSpPr/>
            <p:nvPr/>
          </p:nvSpPr>
          <p:spPr>
            <a:xfrm>
              <a:off x="1145597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平台运营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8697313" y="-1"/>
              <a:ext cx="121922" cy="22642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Parallelogram 8"/>
            <p:cNvSpPr/>
            <p:nvPr/>
          </p:nvSpPr>
          <p:spPr>
            <a:xfrm>
              <a:off x="1010404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77091" y="296863"/>
            <a:ext cx="11549724" cy="572212"/>
          </a:xfrm>
        </p:spPr>
        <p:txBody>
          <a:bodyPr/>
          <a:lstStyle/>
          <a:p>
            <a:r>
              <a:rPr lang="zh-CN" altLang="en-US" sz="2000" dirty="0"/>
              <a:t>策略中心（</a:t>
            </a:r>
            <a:r>
              <a:rPr lang="en-US" altLang="zh-CN" sz="2000" dirty="0"/>
              <a:t>6</a:t>
            </a:r>
            <a:r>
              <a:rPr lang="zh-CN" altLang="en-US" sz="2000" dirty="0"/>
              <a:t>）： 针对具有明显地理位置和聚类特征的空间生成针对性策略</a:t>
            </a:r>
            <a:endParaRPr lang="zh-CN" altLang="en-US" sz="2000" dirty="0"/>
          </a:p>
        </p:txBody>
      </p:sp>
      <p:sp>
        <p:nvSpPr>
          <p:cNvPr id="84" name="内容占位符 2"/>
          <p:cNvSpPr>
            <a:spLocks noGrp="1"/>
          </p:cNvSpPr>
          <p:nvPr>
            <p:ph idx="1"/>
          </p:nvPr>
        </p:nvSpPr>
        <p:spPr>
          <a:xfrm>
            <a:off x="277091" y="891985"/>
            <a:ext cx="11549724" cy="564281"/>
          </a:xfrm>
        </p:spPr>
        <p:txBody>
          <a:bodyPr/>
          <a:lstStyle/>
          <a:p>
            <a:pPr marL="0" lvl="0" eaLnBrk="0">
              <a:lnSpc>
                <a:spcPct val="109000"/>
              </a:lnSpc>
              <a:buClr>
                <a:srgbClr val="0070BF"/>
              </a:buClr>
              <a:tabLst>
                <a:tab pos="358140" algn="l"/>
              </a:tabLst>
              <a:defRPr/>
            </a:pPr>
            <a:r>
              <a:rPr kumimoji="1" lang="zh-CN" altLang="en-US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围绕基于策略的市场运营，构建基于</a:t>
            </a:r>
            <a:r>
              <a:rPr kumimoji="1" lang="en-US" altLang="zh-CN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GIS</a:t>
            </a:r>
            <a:r>
              <a:rPr kumimoji="1" lang="zh-CN" altLang="en-US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地图的空间策略统筹，基于“地图</a:t>
            </a:r>
            <a:r>
              <a:rPr kumimoji="1" lang="en-US" altLang="zh-CN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1" lang="zh-CN" altLang="en-US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标签”组合赋能一线实现精细化客群细分及精准圈客，升级区域级画像洞察及区域级策略输出能力，提升策略适配精准度及策略转化成效，沉淀场景运营案例，封装场景化执行清单，助力一线提升执行效率。</a:t>
            </a:r>
            <a:endParaRPr kumimoji="1" lang="zh-CN" altLang="en-US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23545" y="1580515"/>
            <a:ext cx="11417300" cy="5033645"/>
            <a:chOff x="5792512" y="1580256"/>
            <a:chExt cx="6047818" cy="4327485"/>
          </a:xfrm>
        </p:grpSpPr>
        <p:sp>
          <p:nvSpPr>
            <p:cNvPr id="56" name="圆角矩形 15"/>
            <p:cNvSpPr/>
            <p:nvPr>
              <p:custDataLst>
                <p:tags r:id="rId1"/>
              </p:custDataLst>
            </p:nvPr>
          </p:nvSpPr>
          <p:spPr bwMode="auto">
            <a:xfrm>
              <a:off x="5863710" y="1580256"/>
              <a:ext cx="5976620" cy="4327485"/>
            </a:xfrm>
            <a:prstGeom prst="rect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t" anchorCtr="1" forceAA="0" compatLnSpc="1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5792512" y="1582627"/>
              <a:ext cx="6014720" cy="2238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构建基于</a:t>
              </a: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GIS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地图的统一策略中心，升级客群级及区域级画像洞察及策略输出能力，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打造精准运营武器库</a:t>
              </a: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8856501" y="2602371"/>
              <a:ext cx="2652943" cy="2238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举措</a:t>
              </a: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升级区域级画像洞察及策略输出能力</a:t>
              </a: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6140181" y="2602371"/>
              <a:ext cx="2663987" cy="2238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举措</a:t>
              </a: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构建“</a:t>
              </a: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GIS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地图</a:t>
              </a: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标签”组合圈客能力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6233964" y="2890421"/>
              <a:ext cx="2510253" cy="210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GIS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地图精准圈选位置</a:t>
              </a:r>
              <a:r>
                <a:rPr kumimoji="0" lang="zh-CN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结合</a:t>
              </a: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CHBN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标签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支撑市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网格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精细化客群细分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6408478" y="3252803"/>
              <a:ext cx="2177196" cy="450492"/>
              <a:chOff x="6031870" y="4738316"/>
              <a:chExt cx="2343441" cy="785219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6031870" y="4738316"/>
                <a:ext cx="2305772" cy="782921"/>
                <a:chOff x="5709154" y="2773714"/>
                <a:chExt cx="5313045" cy="1804035"/>
              </a:xfrm>
            </p:grpSpPr>
            <p:pic>
              <p:nvPicPr>
                <p:cNvPr id="67" name="图片 66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573004" y="2773714"/>
                  <a:ext cx="2449195" cy="18040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8" name="图片 67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5709154" y="2773714"/>
                  <a:ext cx="2527300" cy="18040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9" name="加号 68"/>
                <p:cNvSpPr/>
                <p:nvPr/>
              </p:nvSpPr>
              <p:spPr>
                <a:xfrm>
                  <a:off x="8164403" y="3412988"/>
                  <a:ext cx="468001" cy="468001"/>
                </a:xfrm>
                <a:prstGeom prst="mathPlus">
                  <a:avLst/>
                </a:prstGeom>
                <a:solidFill>
                  <a:srgbClr val="5B9BD5"/>
                </a:solidFill>
              </p:spPr>
              <p:txBody>
                <a:bodyPr vert="horz" lIns="91440" tIns="45720" rIns="91440" bIns="45720" rtlCol="0" anchor="ctr">
                  <a:normAutofit fontScale="25000" lnSpcReduction="20000"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2800" b="1" kern="1200">
                      <a:solidFill>
                        <a:srgbClr val="0B85C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j-cs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B85C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j-cs"/>
                    <a:sym typeface="+mn-ea"/>
                  </a:endParaRPr>
                </a:p>
              </p:txBody>
            </p:sp>
          </p:grpSp>
          <p:sp>
            <p:nvSpPr>
              <p:cNvPr id="63" name="矩形 62"/>
              <p:cNvSpPr/>
              <p:nvPr/>
            </p:nvSpPr>
            <p:spPr>
              <a:xfrm>
                <a:off x="6031870" y="4742561"/>
                <a:ext cx="1096806" cy="778269"/>
              </a:xfrm>
              <a:prstGeom prst="rect">
                <a:avLst/>
              </a:prstGeom>
              <a:solidFill>
                <a:srgbClr val="FFFFFF">
                  <a:alpha val="5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6150297" y="4864679"/>
                <a:ext cx="837813" cy="52008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GIS</a:t>
                </a: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地图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精准定位</a:t>
                </a:r>
                <a:endPara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7278505" y="4745268"/>
                <a:ext cx="1096806" cy="778267"/>
              </a:xfrm>
              <a:prstGeom prst="rect">
                <a:avLst/>
              </a:prstGeom>
              <a:solidFill>
                <a:srgbClr val="FFFFFF">
                  <a:alpha val="5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7387279" y="4864679"/>
                <a:ext cx="837813" cy="52008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CHBN</a:t>
                </a: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标签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洞察细分客群</a:t>
                </a:r>
                <a:endPara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70" name="矩形 69"/>
            <p:cNvSpPr/>
            <p:nvPr/>
          </p:nvSpPr>
          <p:spPr>
            <a:xfrm>
              <a:off x="6275002" y="3805149"/>
              <a:ext cx="2388714" cy="34283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基于</a:t>
              </a: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CHBN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标签圈选客群映射至地图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，辅助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网格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监控特定位置客群热力分布，针对人员聚集区域精准圈选客群开展</a:t>
              </a:r>
              <a:r>
                <a:rPr kumimoji="0" lang="zh-CN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营销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6351607" y="4215445"/>
              <a:ext cx="2242194" cy="650623"/>
              <a:chOff x="8855708" y="4561930"/>
              <a:chExt cx="2410431" cy="1175772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8855708" y="4561930"/>
                <a:ext cx="2403241" cy="1175772"/>
                <a:chOff x="8180633" y="3475033"/>
                <a:chExt cx="2910582" cy="1423982"/>
              </a:xfrm>
            </p:grpSpPr>
            <p:pic>
              <p:nvPicPr>
                <p:cNvPr id="77" name="图片 7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777825" y="3715998"/>
                  <a:ext cx="1313390" cy="94204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8" name="图片 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180633" y="3715998"/>
                  <a:ext cx="1313390" cy="94204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9" name="箭头: 右 5"/>
                <p:cNvSpPr/>
                <p:nvPr/>
              </p:nvSpPr>
              <p:spPr>
                <a:xfrm>
                  <a:off x="9579851" y="3475033"/>
                  <a:ext cx="112145" cy="1423982"/>
                </a:xfrm>
                <a:prstGeom prst="rightArrow">
                  <a:avLst/>
                </a:prstGeom>
                <a:solidFill>
                  <a:srgbClr val="A4A4A4"/>
                </a:solidFill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sp>
            <p:nvSpPr>
              <p:cNvPr id="73" name="矩形 72"/>
              <p:cNvSpPr/>
              <p:nvPr/>
            </p:nvSpPr>
            <p:spPr>
              <a:xfrm>
                <a:off x="8855708" y="4760620"/>
                <a:ext cx="1096806" cy="778266"/>
              </a:xfrm>
              <a:prstGeom prst="rect">
                <a:avLst/>
              </a:prstGeom>
              <a:solidFill>
                <a:srgbClr val="FFFFFF">
                  <a:alpha val="5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8974135" y="4883065"/>
                <a:ext cx="837814" cy="52008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CHBN</a:t>
                </a: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融合标签筛选</a:t>
                </a:r>
                <a:endPara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169333" y="4761123"/>
                <a:ext cx="1096806" cy="778266"/>
              </a:xfrm>
              <a:prstGeom prst="rect">
                <a:avLst/>
              </a:prstGeom>
              <a:solidFill>
                <a:srgbClr val="FFFFFF">
                  <a:alpha val="5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10336458" y="4883065"/>
                <a:ext cx="837814" cy="52008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洞察客群热力分布精准圈客</a:t>
                </a:r>
                <a:endPara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80" name="矩形 79"/>
            <p:cNvSpPr/>
            <p:nvPr/>
          </p:nvSpPr>
          <p:spPr>
            <a:xfrm>
              <a:off x="9046768" y="2843746"/>
              <a:ext cx="2245526" cy="25936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GIS</a:t>
              </a:r>
              <a:r>
                <a: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地图定位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（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市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-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-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网格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-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社区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）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9046768" y="3282332"/>
              <a:ext cx="2245526" cy="314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区域级画像洞察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（空间维度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+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业务维度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+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场景维度组合）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2" name="加号 81"/>
            <p:cNvSpPr/>
            <p:nvPr/>
          </p:nvSpPr>
          <p:spPr>
            <a:xfrm>
              <a:off x="10081348" y="4448240"/>
              <a:ext cx="176366" cy="160774"/>
            </a:xfrm>
            <a:prstGeom prst="mathPlus">
              <a:avLst/>
            </a:prstGeom>
            <a:solidFill>
              <a:srgbClr val="5B9BD5"/>
            </a:solidFill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rgbClr val="0B85CF"/>
                  </a:solidFill>
                  <a:latin typeface="微软雅黑" panose="020B0503020204020204" charset="-122"/>
                  <a:ea typeface="微软雅黑" panose="020B0503020204020204" charset="-122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" b="1" i="0" u="none" strike="noStrike" kern="1200" cap="none" spc="0" normalizeH="0" baseline="0" noProof="0" dirty="0">
                <a:ln>
                  <a:noFill/>
                </a:ln>
                <a:solidFill>
                  <a:srgbClr val="0B85C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8934441" y="3567464"/>
              <a:ext cx="2470181" cy="805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空间维度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住宅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工作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校园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农村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街道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物理空间等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业务维度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存量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净增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竞争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新增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空间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异动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业务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收入等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场景维度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固移融合场景、全球通保有场景、逆向维系场景等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5" name="加号 84"/>
            <p:cNvSpPr/>
            <p:nvPr/>
          </p:nvSpPr>
          <p:spPr>
            <a:xfrm>
              <a:off x="10080638" y="3110347"/>
              <a:ext cx="177786" cy="161192"/>
            </a:xfrm>
            <a:prstGeom prst="mathPlus">
              <a:avLst/>
            </a:prstGeom>
            <a:solidFill>
              <a:srgbClr val="5B9BD5"/>
            </a:solidFill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rgbClr val="0B85CF"/>
                  </a:solidFill>
                  <a:latin typeface="微软雅黑" panose="020B0503020204020204" charset="-122"/>
                  <a:ea typeface="微软雅黑" panose="020B0503020204020204" charset="-122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" b="1" i="0" u="none" strike="noStrike" kern="1200" cap="none" spc="0" normalizeH="0" baseline="0" noProof="0" dirty="0">
                <a:ln>
                  <a:noFill/>
                </a:ln>
                <a:solidFill>
                  <a:srgbClr val="0B85C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9046768" y="4610436"/>
              <a:ext cx="2245526" cy="2017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CHBN</a:t>
              </a:r>
              <a:r>
                <a: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标签融合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6147838" y="2397104"/>
              <a:ext cx="2669327" cy="2491490"/>
            </a:xfrm>
            <a:prstGeom prst="rect">
              <a:avLst/>
            </a:prstGeom>
            <a:noFill/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6140182" y="4983191"/>
              <a:ext cx="5541609" cy="868924"/>
              <a:chOff x="6146681" y="5628159"/>
              <a:chExt cx="5411381" cy="1014359"/>
            </a:xfrm>
          </p:grpSpPr>
          <p:sp>
            <p:nvSpPr>
              <p:cNvPr id="89" name="矩形 88"/>
              <p:cNvSpPr/>
              <p:nvPr/>
            </p:nvSpPr>
            <p:spPr>
              <a:xfrm>
                <a:off x="6235425" y="5628159"/>
                <a:ext cx="5322637" cy="26128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Arial" panose="020B0604020202020204" pitchFamily="34" charset="0"/>
                  </a:rPr>
                  <a:t>举措</a:t>
                </a:r>
                <a:r>
                  <a:rPr kumimoji="0" lang="en-US" altLang="zh-CN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Arial" panose="020B0604020202020204" pitchFamily="34" charset="0"/>
                  </a:rPr>
                  <a:t>3</a:t>
                </a: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Arial" panose="020B0604020202020204" pitchFamily="34" charset="0"/>
                  </a:rPr>
                  <a:t>：</a:t>
                </a: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Arial" panose="020B0604020202020204" pitchFamily="34" charset="0"/>
                  </a:rPr>
                  <a:t>打造精准运营武器库</a:t>
                </a:r>
                <a:endPara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0" name="Rounded Rectangle 16"/>
              <p:cNvSpPr/>
              <p:nvPr/>
            </p:nvSpPr>
            <p:spPr>
              <a:xfrm>
                <a:off x="6240872" y="5861021"/>
                <a:ext cx="1671812" cy="740315"/>
              </a:xfrm>
              <a:prstGeom prst="roundRect">
                <a:avLst>
                  <a:gd name="adj" fmla="val 3423"/>
                </a:avLst>
              </a:prstGeom>
              <a:solidFill>
                <a:srgbClr val="97CDF8">
                  <a:alpha val="20000"/>
                </a:srgbClr>
              </a:solidFill>
              <a:ln w="635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场景运营</a:t>
                </a: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话术库</a:t>
                </a:r>
                <a:endParaRPr kumimoji="0" 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1" name="矩形 718"/>
              <p:cNvSpPr/>
              <p:nvPr/>
            </p:nvSpPr>
            <p:spPr>
              <a:xfrm>
                <a:off x="6224849" y="6032064"/>
                <a:ext cx="1646794" cy="230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分产品、分渠道沉淀场景运营经典营销话术</a:t>
                </a:r>
                <a:endPara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Rounded Rectangle 16"/>
              <p:cNvSpPr/>
              <p:nvPr/>
            </p:nvSpPr>
            <p:spPr>
              <a:xfrm>
                <a:off x="7961207" y="5866030"/>
                <a:ext cx="1678183" cy="734283"/>
              </a:xfrm>
              <a:prstGeom prst="roundRect">
                <a:avLst>
                  <a:gd name="adj" fmla="val 3423"/>
                </a:avLst>
              </a:prstGeom>
              <a:solidFill>
                <a:srgbClr val="97CDF8">
                  <a:alpha val="20000"/>
                </a:srgbClr>
              </a:solidFill>
              <a:ln w="635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场景运营</a:t>
                </a: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案例库</a:t>
                </a:r>
                <a:endParaRPr kumimoji="0" 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5" name="矩形 718"/>
              <p:cNvSpPr/>
              <p:nvPr/>
            </p:nvSpPr>
            <p:spPr>
              <a:xfrm>
                <a:off x="8015296" y="6032064"/>
                <a:ext cx="1575571" cy="230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沉淀</a:t>
                </a:r>
                <a:r>
                  <a:rPr kumimoji="0" lang="zh-CN" alt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客户口径</a:t>
                </a: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+</a:t>
                </a:r>
                <a:r>
                  <a:rPr kumimoji="0" lang="zh-CN" alt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渠道</a:t>
                </a: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+</a:t>
                </a:r>
                <a:r>
                  <a:rPr kumimoji="0" lang="zh-CN" alt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话术</a:t>
                </a: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+</a:t>
                </a:r>
                <a:r>
                  <a:rPr kumimoji="0" lang="zh-CN" alt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产品</a:t>
                </a: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的场景运营案例库</a:t>
                </a:r>
                <a:endPara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Rounded Rectangle 16"/>
              <p:cNvSpPr/>
              <p:nvPr/>
            </p:nvSpPr>
            <p:spPr>
              <a:xfrm>
                <a:off x="9699430" y="5867296"/>
                <a:ext cx="1597774" cy="733017"/>
              </a:xfrm>
              <a:prstGeom prst="roundRect">
                <a:avLst>
                  <a:gd name="adj" fmla="val 3423"/>
                </a:avLst>
              </a:prstGeom>
              <a:solidFill>
                <a:srgbClr val="97CDF8">
                  <a:alpha val="20000"/>
                </a:srgbClr>
              </a:solidFill>
              <a:ln w="635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场景运营</a:t>
                </a: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工具库</a:t>
                </a:r>
                <a:endParaRPr kumimoji="0" 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7" name="矩形 718"/>
              <p:cNvSpPr/>
              <p:nvPr/>
            </p:nvSpPr>
            <p:spPr>
              <a:xfrm>
                <a:off x="9699429" y="6037489"/>
                <a:ext cx="1677326" cy="230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沉淀场景运营</a:t>
                </a:r>
                <a:r>
                  <a:rPr kumimoji="0" lang="zh-CN" alt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轻量工具</a:t>
                </a: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，赋能一线高效运营</a:t>
                </a:r>
                <a:endPara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>
                <a:off x="8026026" y="6259946"/>
                <a:ext cx="1556871" cy="297894"/>
                <a:chOff x="712701" y="4234622"/>
                <a:chExt cx="2273734" cy="463607"/>
              </a:xfrm>
            </p:grpSpPr>
            <p:grpSp>
              <p:nvGrpSpPr>
                <p:cNvPr id="113" name="组合 112"/>
                <p:cNvGrpSpPr/>
                <p:nvPr/>
              </p:nvGrpSpPr>
              <p:grpSpPr>
                <a:xfrm>
                  <a:off x="712701" y="4234622"/>
                  <a:ext cx="2273734" cy="463607"/>
                  <a:chOff x="1054419" y="4049570"/>
                  <a:chExt cx="2087860" cy="406194"/>
                </a:xfrm>
              </p:grpSpPr>
              <p:sp>
                <p:nvSpPr>
                  <p:cNvPr id="115" name="Rounded Rectangle 55"/>
                  <p:cNvSpPr/>
                  <p:nvPr/>
                </p:nvSpPr>
                <p:spPr>
                  <a:xfrm>
                    <a:off x="1054419" y="4049570"/>
                    <a:ext cx="1031790" cy="17836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  <a:effectLst>
                    <a:outerShdw blurRad="38100" dist="25400" dir="5400000" algn="t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27000" tIns="27000" rIns="27000" bIns="27000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异网宽带场景营销</a:t>
                    </a:r>
                    <a:endParaRPr kumimoji="1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endParaRPr>
                  </a:p>
                </p:txBody>
              </p:sp>
              <p:sp>
                <p:nvSpPr>
                  <p:cNvPr id="116" name="Rounded Rectangle 55"/>
                  <p:cNvSpPr/>
                  <p:nvPr/>
                </p:nvSpPr>
                <p:spPr>
                  <a:xfrm>
                    <a:off x="1054419" y="4277400"/>
                    <a:ext cx="1031790" cy="17836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  <a:effectLst>
                    <a:outerShdw blurRad="38100" dist="25400" dir="5400000" algn="t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27000" tIns="27000" rIns="27000" bIns="27000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5G</a:t>
                    </a:r>
                    <a:r>
                      <a:rPr kumimoji="1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首次登网场景</a:t>
                    </a:r>
                    <a:endParaRPr kumimoji="1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endParaRPr>
                  </a:p>
                </p:txBody>
              </p:sp>
              <p:sp>
                <p:nvSpPr>
                  <p:cNvPr id="117" name="Rounded Rectangle 55"/>
                  <p:cNvSpPr/>
                  <p:nvPr/>
                </p:nvSpPr>
                <p:spPr>
                  <a:xfrm>
                    <a:off x="2110489" y="4049570"/>
                    <a:ext cx="1031790" cy="17836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  <a:effectLst>
                    <a:outerShdw blurRad="38100" dist="25400" dir="5400000" algn="t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27000" tIns="27000" rIns="27000" bIns="27000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流量超套场景</a:t>
                    </a:r>
                    <a:endParaRPr kumimoji="1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endParaRPr>
                  </a:p>
                </p:txBody>
              </p:sp>
              <p:sp>
                <p:nvSpPr>
                  <p:cNvPr id="118" name="Rounded Rectangle 55"/>
                  <p:cNvSpPr/>
                  <p:nvPr/>
                </p:nvSpPr>
                <p:spPr>
                  <a:xfrm>
                    <a:off x="2110489" y="4277400"/>
                    <a:ext cx="1031790" cy="17836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  <a:effectLst>
                    <a:outerShdw blurRad="38100" dist="25400" dir="5400000" algn="t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27000" tIns="27000" rIns="27000" bIns="27000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宽带到期续费场景</a:t>
                    </a:r>
                    <a:endParaRPr kumimoji="1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endParaRPr>
                  </a:p>
                </p:txBody>
              </p:sp>
            </p:grpSp>
            <p:sp>
              <p:nvSpPr>
                <p:cNvPr id="114" name="文本框 113"/>
                <p:cNvSpPr txBox="1"/>
                <p:nvPr/>
              </p:nvSpPr>
              <p:spPr>
                <a:xfrm rot="20616104">
                  <a:off x="1430159" y="4288541"/>
                  <a:ext cx="796275" cy="382835"/>
                </a:xfrm>
                <a:prstGeom prst="rect">
                  <a:avLst/>
                </a:prstGeom>
                <a:solidFill>
                  <a:srgbClr val="F8FCFF">
                    <a:alpha val="60000"/>
                  </a:srgbClr>
                </a:solidFill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示例</a:t>
                  </a:r>
                  <a:endPara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>
                <a:off x="9728524" y="6246299"/>
                <a:ext cx="1471851" cy="290351"/>
                <a:chOff x="6232937" y="4212512"/>
                <a:chExt cx="2255665" cy="446611"/>
              </a:xfrm>
            </p:grpSpPr>
            <p:grpSp>
              <p:nvGrpSpPr>
                <p:cNvPr id="105" name="组合 104"/>
                <p:cNvGrpSpPr/>
                <p:nvPr/>
              </p:nvGrpSpPr>
              <p:grpSpPr>
                <a:xfrm>
                  <a:off x="6735247" y="4268519"/>
                  <a:ext cx="793782" cy="379324"/>
                  <a:chOff x="6516216" y="4079298"/>
                  <a:chExt cx="800157" cy="332351"/>
                </a:xfrm>
              </p:grpSpPr>
              <p:sp>
                <p:nvSpPr>
                  <p:cNvPr id="111" name="Rectangle 23"/>
                  <p:cNvSpPr/>
                  <p:nvPr/>
                </p:nvSpPr>
                <p:spPr>
                  <a:xfrm>
                    <a:off x="6516216" y="4079298"/>
                    <a:ext cx="800157" cy="148578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变量替换</a:t>
                    </a:r>
                    <a:endParaRPr kumimoji="1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endParaRPr>
                  </a:p>
                </p:txBody>
              </p:sp>
              <p:sp>
                <p:nvSpPr>
                  <p:cNvPr id="112" name="Rectangle 23"/>
                  <p:cNvSpPr/>
                  <p:nvPr/>
                </p:nvSpPr>
                <p:spPr>
                  <a:xfrm>
                    <a:off x="6516216" y="4263071"/>
                    <a:ext cx="800157" cy="148578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定时发送</a:t>
                    </a:r>
                    <a:endParaRPr kumimoji="1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06" name="组合 105"/>
                <p:cNvGrpSpPr/>
                <p:nvPr/>
              </p:nvGrpSpPr>
              <p:grpSpPr>
                <a:xfrm>
                  <a:off x="7694820" y="4268523"/>
                  <a:ext cx="793782" cy="379322"/>
                  <a:chOff x="6516216" y="4079298"/>
                  <a:chExt cx="800157" cy="332349"/>
                </a:xfrm>
              </p:grpSpPr>
              <p:sp>
                <p:nvSpPr>
                  <p:cNvPr id="109" name="Rectangle 23"/>
                  <p:cNvSpPr/>
                  <p:nvPr/>
                </p:nvSpPr>
                <p:spPr>
                  <a:xfrm>
                    <a:off x="6516216" y="4079298"/>
                    <a:ext cx="800157" cy="148578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定量发送</a:t>
                    </a:r>
                    <a:endParaRPr kumimoji="1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endParaRPr>
                  </a:p>
                </p:txBody>
              </p:sp>
              <p:sp>
                <p:nvSpPr>
                  <p:cNvPr id="110" name="Rectangle 23"/>
                  <p:cNvSpPr/>
                  <p:nvPr/>
                </p:nvSpPr>
                <p:spPr>
                  <a:xfrm>
                    <a:off x="6516216" y="4263069"/>
                    <a:ext cx="800157" cy="148578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rPr>
                      <a:t>……</a:t>
                    </a:r>
                    <a:endParaRPr kumimoji="1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endParaRPr>
                  </a:p>
                </p:txBody>
              </p:sp>
            </p:grpSp>
            <p:sp>
              <p:nvSpPr>
                <p:cNvPr id="107" name="文本框 106"/>
                <p:cNvSpPr txBox="1"/>
                <p:nvPr/>
              </p:nvSpPr>
              <p:spPr>
                <a:xfrm rot="20616104">
                  <a:off x="7207008" y="4280742"/>
                  <a:ext cx="796274" cy="378381"/>
                </a:xfrm>
                <a:prstGeom prst="rect">
                  <a:avLst/>
                </a:prstGeom>
                <a:solidFill>
                  <a:srgbClr val="F8FCFF">
                    <a:alpha val="60000"/>
                  </a:srgb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示例</a:t>
                  </a:r>
                  <a:endPara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108" name="文本框 107"/>
                <p:cNvSpPr txBox="1"/>
                <p:nvPr/>
              </p:nvSpPr>
              <p:spPr>
                <a:xfrm>
                  <a:off x="6232937" y="4212512"/>
                  <a:ext cx="563226" cy="3442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营销工具</a:t>
                  </a:r>
                  <a:endParaRPr kumimoji="0" lang="zh-CN" alt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6270071" y="6172645"/>
                <a:ext cx="1749461" cy="469873"/>
                <a:chOff x="503417" y="2063208"/>
                <a:chExt cx="2299317" cy="562286"/>
              </a:xfrm>
            </p:grpSpPr>
            <p:sp>
              <p:nvSpPr>
                <p:cNvPr id="102" name="文本框 101"/>
                <p:cNvSpPr txBox="1"/>
                <p:nvPr/>
              </p:nvSpPr>
              <p:spPr>
                <a:xfrm>
                  <a:off x="503417" y="2111155"/>
                  <a:ext cx="591998" cy="4049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固移融合外呼营销话术</a:t>
                  </a:r>
                  <a:endPara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103" name="矩形 102"/>
                <p:cNvSpPr/>
                <p:nvPr/>
              </p:nvSpPr>
              <p:spPr bwMode="auto">
                <a:xfrm>
                  <a:off x="1022230" y="2063208"/>
                  <a:ext cx="1780504" cy="56228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36000" rIns="36000" numCol="2">
                  <a:noAutofit/>
                </a:bodyPr>
                <a:lstStyle/>
                <a:p>
                  <a:pPr marL="0" marR="0" lvl="0" indent="0" algn="just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0</a:t>
                  </a:r>
                  <a:r>
                    <a:rPr kumimoji="0" lang="zh-CN" altLang="en-US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-核对用户身份、亮明自己身份</a:t>
                  </a:r>
                  <a:endParaRPr kumimoji="0" lang="zh-CN" altLang="en-US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just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1-融合宽带优惠告知【任选其一】</a:t>
                  </a:r>
                  <a:endParaRPr kumimoji="0" lang="zh-CN" altLang="en-US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just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2-业务推荐及客户沟通</a:t>
                  </a:r>
                  <a:endParaRPr kumimoji="0" lang="zh-CN" altLang="en-US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just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3-按键二次确认【系统上按1确认】</a:t>
                  </a:r>
                  <a:endParaRPr kumimoji="0" lang="zh-CN" altLang="en-US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just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4-挽留语【如客户未按1确认】</a:t>
                  </a:r>
                  <a:endParaRPr kumimoji="0" lang="zh-CN" altLang="en-US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just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5-最后确认</a:t>
                  </a:r>
                  <a:endParaRPr kumimoji="0" lang="zh-CN" altLang="en-US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just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6-结束语(客户同意</a:t>
                  </a:r>
                  <a:r>
                    <a:rPr kumimoji="0" lang="en-US" altLang="zh-CN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/</a:t>
                  </a:r>
                  <a:r>
                    <a:rPr kumimoji="0" lang="zh-CN" altLang="en-US" sz="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拒绝)</a:t>
                  </a:r>
                  <a:endParaRPr kumimoji="0" lang="zh-CN" altLang="en-US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104" name="文本框 103"/>
                <p:cNvSpPr txBox="1"/>
                <p:nvPr/>
              </p:nvSpPr>
              <p:spPr>
                <a:xfrm rot="20616104">
                  <a:off x="1640360" y="2192307"/>
                  <a:ext cx="424200" cy="294375"/>
                </a:xfrm>
                <a:prstGeom prst="rect">
                  <a:avLst/>
                </a:prstGeom>
                <a:solidFill>
                  <a:srgbClr val="F8FCFF">
                    <a:alpha val="60000"/>
                  </a:srgb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示例</a:t>
                  </a:r>
                  <a:endPara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sp>
            <p:nvSpPr>
              <p:cNvPr id="101" name="矩形 100"/>
              <p:cNvSpPr/>
              <p:nvPr/>
            </p:nvSpPr>
            <p:spPr>
              <a:xfrm>
                <a:off x="6146681" y="5663178"/>
                <a:ext cx="5259084" cy="974574"/>
              </a:xfrm>
              <a:prstGeom prst="rect">
                <a:avLst/>
              </a:prstGeom>
              <a:noFill/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119" name="矩形 118"/>
            <p:cNvSpPr/>
            <p:nvPr/>
          </p:nvSpPr>
          <p:spPr>
            <a:xfrm>
              <a:off x="8856502" y="2391950"/>
              <a:ext cx="2669327" cy="2501891"/>
            </a:xfrm>
            <a:prstGeom prst="rect">
              <a:avLst/>
            </a:prstGeom>
            <a:noFill/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6219633" y="2402883"/>
              <a:ext cx="2429877" cy="2238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客群级画像洞察</a:t>
              </a: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8835477" y="2402883"/>
              <a:ext cx="2566682" cy="2238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区域级画像洞察</a:t>
              </a: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2" name="上箭头 121"/>
            <p:cNvSpPr/>
            <p:nvPr/>
          </p:nvSpPr>
          <p:spPr>
            <a:xfrm>
              <a:off x="7175535" y="4916212"/>
              <a:ext cx="325438" cy="7731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3" name="上箭头 122"/>
            <p:cNvSpPr/>
            <p:nvPr/>
          </p:nvSpPr>
          <p:spPr>
            <a:xfrm>
              <a:off x="9949326" y="4916212"/>
              <a:ext cx="325438" cy="7731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6155260" y="2017039"/>
              <a:ext cx="2669327" cy="292351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客群级策略输出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GIS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地图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标签” 圈选客群生成策略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8856502" y="2017039"/>
              <a:ext cx="2669327" cy="292351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区域级策略输出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区域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+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场景策略：如某小区宽带营销摆摊策略等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6" name="上箭头 125"/>
            <p:cNvSpPr/>
            <p:nvPr/>
          </p:nvSpPr>
          <p:spPr>
            <a:xfrm>
              <a:off x="7260715" y="2311184"/>
              <a:ext cx="325438" cy="7731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7" name="上箭头 126"/>
            <p:cNvSpPr/>
            <p:nvPr/>
          </p:nvSpPr>
          <p:spPr>
            <a:xfrm>
              <a:off x="10034507" y="2311184"/>
              <a:ext cx="325438" cy="7731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6164223" y="1783981"/>
              <a:ext cx="5209538" cy="156427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全触点贯通执行及效果评估</a:t>
              </a:r>
              <a:endParaRPr kumimoji="1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29" name="肘形连接符 128"/>
            <p:cNvCxnSpPr>
              <a:stCxn id="128" idx="3"/>
              <a:endCxn id="101" idx="3"/>
            </p:cNvCxnSpPr>
            <p:nvPr/>
          </p:nvCxnSpPr>
          <p:spPr>
            <a:xfrm>
              <a:off x="11373760" y="1862195"/>
              <a:ext cx="152069" cy="3568419"/>
            </a:xfrm>
            <a:prstGeom prst="bentConnector3">
              <a:avLst>
                <a:gd name="adj1" fmla="val 18351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肘形连接符 129"/>
            <p:cNvCxnSpPr>
              <a:stCxn id="128" idx="1"/>
              <a:endCxn id="101" idx="1"/>
            </p:cNvCxnSpPr>
            <p:nvPr/>
          </p:nvCxnSpPr>
          <p:spPr>
            <a:xfrm rot="10800000" flipV="1">
              <a:off x="6140182" y="1862195"/>
              <a:ext cx="24041" cy="3568419"/>
            </a:xfrm>
            <a:prstGeom prst="bentConnector3">
              <a:avLst>
                <a:gd name="adj1" fmla="val 59302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上箭头 130"/>
            <p:cNvSpPr/>
            <p:nvPr/>
          </p:nvSpPr>
          <p:spPr>
            <a:xfrm>
              <a:off x="7284951" y="1938253"/>
              <a:ext cx="325438" cy="7731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2" name="上箭头 131"/>
            <p:cNvSpPr/>
            <p:nvPr/>
          </p:nvSpPr>
          <p:spPr>
            <a:xfrm>
              <a:off x="10058743" y="1938253"/>
              <a:ext cx="325438" cy="7731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11554350" y="3326369"/>
              <a:ext cx="183939" cy="8723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策略迭代闭环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5877874" y="3326369"/>
              <a:ext cx="183939" cy="8723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策略迭代闭环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678113" y="-1"/>
            <a:ext cx="3496343" cy="226423"/>
            <a:chOff x="8697313" y="-1"/>
            <a:chExt cx="3496343" cy="226423"/>
          </a:xfrm>
        </p:grpSpPr>
        <p:sp>
          <p:nvSpPr>
            <p:cNvPr id="4" name="Parallelogram 3"/>
            <p:cNvSpPr/>
            <p:nvPr/>
          </p:nvSpPr>
          <p:spPr>
            <a:xfrm>
              <a:off x="8752117" y="-1"/>
              <a:ext cx="737679" cy="226423"/>
            </a:xfrm>
            <a:prstGeom prst="parallelogram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五中心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Parallelogram 5"/>
            <p:cNvSpPr/>
            <p:nvPr/>
          </p:nvSpPr>
          <p:spPr>
            <a:xfrm>
              <a:off x="9431385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三屏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Parallelogram 6"/>
            <p:cNvSpPr/>
            <p:nvPr/>
          </p:nvSpPr>
          <p:spPr>
            <a:xfrm>
              <a:off x="1078541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Parallelogram 7"/>
            <p:cNvSpPr/>
            <p:nvPr/>
          </p:nvSpPr>
          <p:spPr>
            <a:xfrm>
              <a:off x="1145597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平台运营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Triangle 8"/>
            <p:cNvSpPr/>
            <p:nvPr/>
          </p:nvSpPr>
          <p:spPr>
            <a:xfrm rot="10800000">
              <a:off x="8697313" y="-1"/>
              <a:ext cx="121922" cy="22642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Parallelogram 9"/>
            <p:cNvSpPr/>
            <p:nvPr/>
          </p:nvSpPr>
          <p:spPr>
            <a:xfrm>
              <a:off x="10104047" y="-1"/>
              <a:ext cx="737679" cy="226423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1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2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3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4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5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6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7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8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UNIT_TABLE_BEAUTIFY" val="smartTable{12b8af49-9090-47d4-8bba-c3a296de79c3}"/>
  <p:tag name="TABLE_ENDDRAG_ORIGIN_RECT" val="153*60"/>
  <p:tag name="TABLE_ENDDRAG_RECT" val="374*296*153*60"/>
</p:tagLst>
</file>

<file path=ppt/tags/tag54.xml><?xml version="1.0" encoding="utf-8"?>
<p:tagLst xmlns:p="http://schemas.openxmlformats.org/presentationml/2006/main">
  <p:tag name="KSO_WM_UNIT_TABLE_BEAUTIFY" val="smartTable{5878ad41-2882-4617-b53b-2020444f8c31}"/>
  <p:tag name="TABLE_ENDDRAG_ORIGIN_RECT" val="152*70"/>
  <p:tag name="TABLE_ENDDRAG_RECT" val="374*451*152*70"/>
</p:tagLst>
</file>

<file path=ppt/tags/tag55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56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59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60.xml><?xml version="1.0" encoding="utf-8"?>
<p:tagLst xmlns:p="http://schemas.openxmlformats.org/presentationml/2006/main">
  <p:tag name="KSO_WM_BEAUTIFY_FLAG" val=""/>
  <p:tag name="KSO_WM_DIAGRAM_VIRTUALLY_FRAME" val="{&quot;height&quot;:240.37070866141735,&quot;left&quot;:33.65645669291339,&quot;top&quot;:248.57984251968506,&quot;width&quot;:257.9568503937007}"/>
</p:tagLst>
</file>

<file path=ppt/tags/tag61.xml><?xml version="1.0" encoding="utf-8"?>
<p:tagLst xmlns:p="http://schemas.openxmlformats.org/presentationml/2006/main">
  <p:tag name="KSO_WM_DIAGRAM_VIRTUALLY_FRAME" val="{&quot;height&quot;:240.37070866141735,&quot;left&quot;:33.65645669291339,&quot;top&quot;:248.57984251968506,&quot;width&quot;:257.9568503937007}"/>
</p:tagLst>
</file>

<file path=ppt/tags/tag62.xml><?xml version="1.0" encoding="utf-8"?>
<p:tagLst xmlns:p="http://schemas.openxmlformats.org/presentationml/2006/main">
  <p:tag name="KSO_WM_UNIT_TABLE_BEAUTIFY" val="smartTable{27e5cf40-ae5b-44f2-ba85-18996ccb81ac}"/>
  <p:tag name="TABLE_ENDDRAG_ORIGIN_RECT" val="178*73"/>
  <p:tag name="TABLE_ENDDRAG_RECT" val="310*349*178*73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PA" val="v5.2.11"/>
</p:tagLst>
</file>

<file path=ppt/tags/tag73.xml><?xml version="1.0" encoding="utf-8"?>
<p:tagLst xmlns:p="http://schemas.openxmlformats.org/presentationml/2006/main">
  <p:tag name="PA" val="v5.2.11"/>
</p:tagLst>
</file>

<file path=ppt/tags/tag74.xml><?xml version="1.0" encoding="utf-8"?>
<p:tagLst xmlns:p="http://schemas.openxmlformats.org/presentationml/2006/main">
  <p:tag name="PA" val="v5.2.11"/>
</p:tagLst>
</file>

<file path=ppt/tags/tag75.xml><?xml version="1.0" encoding="utf-8"?>
<p:tagLst xmlns:p="http://schemas.openxmlformats.org/presentationml/2006/main">
  <p:tag name="PA" val="v5.2.11"/>
</p:tagLst>
</file>

<file path=ppt/tags/tag76.xml><?xml version="1.0" encoding="utf-8"?>
<p:tagLst xmlns:p="http://schemas.openxmlformats.org/presentationml/2006/main">
  <p:tag name="PA" val="v5.2.11"/>
</p:tagLst>
</file>

<file path=ppt/tags/tag77.xml><?xml version="1.0" encoding="utf-8"?>
<p:tagLst xmlns:p="http://schemas.openxmlformats.org/presentationml/2006/main">
  <p:tag name="PA" val="v5.2.11"/>
</p:tagLst>
</file>

<file path=ppt/tags/tag78.xml><?xml version="1.0" encoding="utf-8"?>
<p:tagLst xmlns:p="http://schemas.openxmlformats.org/presentationml/2006/main">
  <p:tag name="PA" val="v5.2.11"/>
</p:tagLst>
</file>

<file path=ppt/tags/tag79.xml><?xml version="1.0" encoding="utf-8"?>
<p:tagLst xmlns:p="http://schemas.openxmlformats.org/presentationml/2006/main">
  <p:tag name="PA" val="v5.2.11"/>
</p:tagLst>
</file>

<file path=ppt/tags/tag80.xml><?xml version="1.0" encoding="utf-8"?>
<p:tagLst xmlns:p="http://schemas.openxmlformats.org/presentationml/2006/main">
  <p:tag name="TABLE_ENDDRAG_ORIGIN_RECT" val="270*35"/>
  <p:tag name="TABLE_ENDDRAG_RECT" val="556*176*270*35"/>
</p:tagLst>
</file>

<file path=ppt/tags/tag81.xml><?xml version="1.0" encoding="utf-8"?>
<p:tagLst xmlns:p="http://schemas.openxmlformats.org/presentationml/2006/main">
  <p:tag name="TABLE_ENDDRAG_ORIGIN_RECT" val="270*35"/>
  <p:tag name="TABLE_ENDDRAG_RECT" val="556*176*270*35"/>
</p:tagLst>
</file>

<file path=ppt/tags/tag82.xml><?xml version="1.0" encoding="utf-8"?>
<p:tagLst xmlns:p="http://schemas.openxmlformats.org/presentationml/2006/main">
  <p:tag name="TABLE_ENDDRAG_ORIGIN_RECT" val="270*35"/>
  <p:tag name="TABLE_ENDDRAG_RECT" val="556*176*270*35"/>
</p:tagLst>
</file>

<file path=ppt/tags/tag83.xml><?xml version="1.0" encoding="utf-8"?>
<p:tagLst xmlns:p="http://schemas.openxmlformats.org/presentationml/2006/main">
  <p:tag name="TABLE_ENDDRAG_ORIGIN_RECT" val="270*35"/>
  <p:tag name="TABLE_ENDDRAG_RECT" val="556*176*270*35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COMMONDATA" val="eyJoZGlkIjoiYzUxZGJlMDg1OGQzMDQ0NjA1YzRiOTIxYjIyMmNlNmI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格式.V.0309">
  <a:themeElements>
    <a:clrScheme name="自定义 1-">
      <a:dk1>
        <a:srgbClr val="000000"/>
      </a:dk1>
      <a:lt1>
        <a:srgbClr val="FFFFFF"/>
      </a:lt1>
      <a:dk2>
        <a:srgbClr val="44546A"/>
      </a:dk2>
      <a:lt2>
        <a:srgbClr val="DBEFFE"/>
      </a:lt2>
      <a:accent1>
        <a:srgbClr val="025DA9"/>
      </a:accent1>
      <a:accent2>
        <a:srgbClr val="F47C39"/>
      </a:accent2>
      <a:accent3>
        <a:srgbClr val="6EBF56"/>
      </a:accent3>
      <a:accent4>
        <a:srgbClr val="CDCDCC"/>
      </a:accent4>
      <a:accent5>
        <a:srgbClr val="3674B0"/>
      </a:accent5>
      <a:accent6>
        <a:srgbClr val="41A3D6"/>
      </a:accent6>
      <a:hlink>
        <a:srgbClr val="289BF1"/>
      </a:hlink>
      <a:folHlink>
        <a:srgbClr val="B1AFAF"/>
      </a:folHlink>
    </a:clrScheme>
    <a:fontScheme name="hlxkwii1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tIns="36000" rtlCol="0" anchor="ctr"/>
      <a:lstStyle>
        <a:defPPr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mpd="sng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母版格式.V.0309">
  <a:themeElements>
    <a:clrScheme name="自定义 1-">
      <a:dk1>
        <a:srgbClr val="000000"/>
      </a:dk1>
      <a:lt1>
        <a:srgbClr val="FFFFFF"/>
      </a:lt1>
      <a:dk2>
        <a:srgbClr val="44546A"/>
      </a:dk2>
      <a:lt2>
        <a:srgbClr val="DBEFFE"/>
      </a:lt2>
      <a:accent1>
        <a:srgbClr val="025DA9"/>
      </a:accent1>
      <a:accent2>
        <a:srgbClr val="F47C39"/>
      </a:accent2>
      <a:accent3>
        <a:srgbClr val="6EBF56"/>
      </a:accent3>
      <a:accent4>
        <a:srgbClr val="CDCDCC"/>
      </a:accent4>
      <a:accent5>
        <a:srgbClr val="3674B0"/>
      </a:accent5>
      <a:accent6>
        <a:srgbClr val="41A3D6"/>
      </a:accent6>
      <a:hlink>
        <a:srgbClr val="289BF1"/>
      </a:hlink>
      <a:folHlink>
        <a:srgbClr val="B1AFAF"/>
      </a:folHlink>
    </a:clrScheme>
    <a:fontScheme name="hlxkwii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母版格式.V.0309">
  <a:themeElements>
    <a:clrScheme name="自定义 1-">
      <a:dk1>
        <a:srgbClr val="000000"/>
      </a:dk1>
      <a:lt1>
        <a:srgbClr val="FFFFFF"/>
      </a:lt1>
      <a:dk2>
        <a:srgbClr val="44546A"/>
      </a:dk2>
      <a:lt2>
        <a:srgbClr val="DBEFFE"/>
      </a:lt2>
      <a:accent1>
        <a:srgbClr val="025DA9"/>
      </a:accent1>
      <a:accent2>
        <a:srgbClr val="F47C39"/>
      </a:accent2>
      <a:accent3>
        <a:srgbClr val="6EBF56"/>
      </a:accent3>
      <a:accent4>
        <a:srgbClr val="CDCDCC"/>
      </a:accent4>
      <a:accent5>
        <a:srgbClr val="3674B0"/>
      </a:accent5>
      <a:accent6>
        <a:srgbClr val="41A3D6"/>
      </a:accent6>
      <a:hlink>
        <a:srgbClr val="289BF1"/>
      </a:hlink>
      <a:folHlink>
        <a:srgbClr val="B1AFAF"/>
      </a:folHlink>
    </a:clrScheme>
    <a:fontScheme name="hlxkwii1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tIns="36000" rtlCol="0" anchor="ctr"/>
      <a:lstStyle>
        <a:defPPr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mpd="sng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4201</Words>
  <Application>WPS 演示</Application>
  <PresentationFormat>宽屏</PresentationFormat>
  <Paragraphs>883</Paragraphs>
  <Slides>6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72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6</vt:i4>
      </vt:variant>
    </vt:vector>
  </HeadingPairs>
  <TitlesOfParts>
    <vt:vector size="84" baseType="lpstr">
      <vt:lpstr>Arial</vt:lpstr>
      <vt:lpstr>宋体</vt:lpstr>
      <vt:lpstr>Wingdings</vt:lpstr>
      <vt:lpstr>方正黑体简体</vt:lpstr>
      <vt:lpstr>微软雅黑</vt:lpstr>
      <vt:lpstr>方正兰亭黑简体</vt:lpstr>
      <vt:lpstr>微软雅黑 Light</vt:lpstr>
      <vt:lpstr>Calibri</vt:lpstr>
      <vt:lpstr>Open Sans</vt:lpstr>
      <vt:lpstr>Wingdings</vt:lpstr>
      <vt:lpstr>Arial</vt:lpstr>
      <vt:lpstr>Calibri Light</vt:lpstr>
      <vt:lpstr>Roboto Light</vt:lpstr>
      <vt:lpstr>Times New Roman</vt:lpstr>
      <vt:lpstr>黑体</vt:lpstr>
      <vt:lpstr>华文细黑</vt:lpstr>
      <vt:lpstr>Calibri</vt:lpstr>
      <vt:lpstr>Verdana</vt:lpstr>
      <vt:lpstr>华文中宋</vt:lpstr>
      <vt:lpstr>Open Sans</vt:lpstr>
      <vt:lpstr>Roboto</vt:lpstr>
      <vt:lpstr>等线</vt:lpstr>
      <vt:lpstr>Wingdings</vt:lpstr>
      <vt:lpstr>Songti SC</vt:lpstr>
      <vt:lpstr>Arial Unicode MS</vt:lpstr>
      <vt:lpstr>Century Gothic</vt:lpstr>
      <vt:lpstr>Times New Roman</vt:lpstr>
      <vt:lpstr>OPPOSans R</vt:lpstr>
      <vt:lpstr>DM Sans Medium</vt:lpstr>
      <vt:lpstr>DM Sans Bold</vt:lpstr>
      <vt:lpstr>DM Sans Regular</vt:lpstr>
      <vt:lpstr>Arial Black</vt:lpstr>
      <vt:lpstr>Kaiti SC Black</vt:lpstr>
      <vt:lpstr>Inter</vt:lpstr>
      <vt:lpstr>.PingFang SC Regular</vt:lpstr>
      <vt:lpstr>字魂58号-创中黑</vt:lpstr>
      <vt:lpstr>Verdana</vt:lpstr>
      <vt:lpstr>Helvetica</vt:lpstr>
      <vt:lpstr>Inter</vt:lpstr>
      <vt:lpstr>Wingdings 2</vt:lpstr>
      <vt:lpstr>Roboto Condensed</vt:lpstr>
      <vt:lpstr>quote-cjk-patch</vt:lpstr>
      <vt:lpstr>思源黑体</vt:lpstr>
      <vt:lpstr>Kaiti SC</vt:lpstr>
      <vt:lpstr>Microsoft YaHei UI</vt:lpstr>
      <vt:lpstr>Lucida Grande</vt:lpstr>
      <vt:lpstr>等线 Light</vt:lpstr>
      <vt:lpstr>.PingFang SC Regular</vt:lpstr>
      <vt:lpstr>Century Gothic</vt:lpstr>
      <vt:lpstr>DM Sans Bold</vt:lpstr>
      <vt:lpstr>DM Sans Medium</vt:lpstr>
      <vt:lpstr>DM Sans Regular</vt:lpstr>
      <vt:lpstr>Helvetica</vt:lpstr>
      <vt:lpstr>Kaiti SC</vt:lpstr>
      <vt:lpstr>Kaiti SC Black</vt:lpstr>
      <vt:lpstr>Lucida Grande</vt:lpstr>
      <vt:lpstr>OPPOSans R</vt:lpstr>
      <vt:lpstr>Roboto Condensed</vt:lpstr>
      <vt:lpstr>Songti SC</vt:lpstr>
      <vt:lpstr>Wingdings 2</vt:lpstr>
      <vt:lpstr>quote-cjk-patch</vt:lpstr>
      <vt:lpstr>字魂58号-创中黑</vt:lpstr>
      <vt:lpstr>思源黑体</vt:lpstr>
      <vt:lpstr>Saturday Sans Regular</vt:lpstr>
      <vt:lpstr>Retro Cute</vt:lpstr>
      <vt:lpstr>Comic Sans Pro</vt:lpstr>
      <vt:lpstr>Wonder Sans Bold</vt:lpstr>
      <vt:lpstr>Black coffees</vt:lpstr>
      <vt:lpstr>P.T. Barnum Std Regular</vt:lpstr>
      <vt:lpstr>字魂创中黑</vt:lpstr>
      <vt:lpstr>Helvetica LT Pro</vt:lpstr>
      <vt:lpstr>方正大黑体_GBK</vt:lpstr>
      <vt:lpstr>Office 主题​​</vt:lpstr>
      <vt:lpstr>母版格式.V.0309</vt:lpstr>
      <vt:lpstr>2_Office 主题</vt:lpstr>
      <vt:lpstr>1_母版格式.V.0309</vt:lpstr>
      <vt:lpstr>2_母版格式.V.0309</vt:lpstr>
      <vt:lpstr>3_Office 主题</vt:lpstr>
      <vt:lpstr>策略中心（1）：逐步实现从人工→半自动→AI的智慧运营演进</vt:lpstr>
      <vt:lpstr>策略中心（2）：小模型能力升级，实现人-货-场全方位的智能精准匹配</vt:lpstr>
      <vt:lpstr>策略中心（3）：支撑基于人机交互与意图识别的策略智能创建</vt:lpstr>
      <vt:lpstr>策略中心（4）：基于营销目标实现营销资源全局统筹与策略智能生成</vt:lpstr>
      <vt:lpstr>策略中心（5）：基于自然人实现目标实现营销资源全局统筹与策略智能生成</vt:lpstr>
      <vt:lpstr>策略中心（6）： 针对具有明显地理位置和聚类特征的空间生成针对性策略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佩佩 林</dc:creator>
  <cp:lastModifiedBy>王天星</cp:lastModifiedBy>
  <cp:revision>1813</cp:revision>
  <dcterms:created xsi:type="dcterms:W3CDTF">2025-08-12T08:48:00Z</dcterms:created>
  <dcterms:modified xsi:type="dcterms:W3CDTF">2026-09-16T08:50:26Z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B905AAA90BAF47C6A6164F6620DAC5AD_43</vt:lpwstr>
  </property>
  <property fmtid="{D5CDD505-2E9C-101B-9397-08002B2CF9AE}" pid="3" name="KSOProductBuildVer">
    <vt:lpwstr>2052-12.1.0.28505</vt:lpwstr>
  </property>
</Properties>
</file>